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6"/>
  </p:notesMasterIdLst>
  <p:handoutMasterIdLst>
    <p:handoutMasterId r:id="rId37"/>
  </p:handoutMasterIdLst>
  <p:sldIdLst>
    <p:sldId id="308" r:id="rId2"/>
    <p:sldId id="332" r:id="rId3"/>
    <p:sldId id="352" r:id="rId4"/>
    <p:sldId id="349" r:id="rId5"/>
    <p:sldId id="354" r:id="rId6"/>
    <p:sldId id="358" r:id="rId7"/>
    <p:sldId id="379" r:id="rId8"/>
    <p:sldId id="380" r:id="rId9"/>
    <p:sldId id="353" r:id="rId10"/>
    <p:sldId id="356" r:id="rId11"/>
    <p:sldId id="361" r:id="rId12"/>
    <p:sldId id="381" r:id="rId13"/>
    <p:sldId id="383" r:id="rId14"/>
    <p:sldId id="384" r:id="rId15"/>
    <p:sldId id="385" r:id="rId16"/>
    <p:sldId id="363" r:id="rId17"/>
    <p:sldId id="364" r:id="rId18"/>
    <p:sldId id="365" r:id="rId19"/>
    <p:sldId id="367" r:id="rId20"/>
    <p:sldId id="368" r:id="rId21"/>
    <p:sldId id="369" r:id="rId22"/>
    <p:sldId id="370" r:id="rId23"/>
    <p:sldId id="391" r:id="rId24"/>
    <p:sldId id="392" r:id="rId25"/>
    <p:sldId id="393" r:id="rId26"/>
    <p:sldId id="386" r:id="rId27"/>
    <p:sldId id="387" r:id="rId28"/>
    <p:sldId id="372" r:id="rId29"/>
    <p:sldId id="373" r:id="rId30"/>
    <p:sldId id="374" r:id="rId31"/>
    <p:sldId id="375" r:id="rId32"/>
    <p:sldId id="376" r:id="rId33"/>
    <p:sldId id="377" r:id="rId34"/>
    <p:sldId id="378" r:id="rId35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Ethernet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LED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LED : PF6-LED1, PF7-LED2, PF8-LED3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D88FC5-75CB-AAB2-D79D-7FF48DB5C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333875" cy="962025"/>
          </a:xfrm>
          <a:prstGeom prst="rect">
            <a:avLst/>
          </a:prstGeom>
        </p:spPr>
      </p:pic>
      <p:pic>
        <p:nvPicPr>
          <p:cNvPr id="8" name="그림 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2AF34D-D9DD-00AA-4BD3-57AD7C5EE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846141"/>
            <a:ext cx="3019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6382-498F-263C-23B3-64230890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3017F-B1FA-C3F2-CD68-1B3190C9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3C15-A09A-A359-9AEA-794DD4C210F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Ethernet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sz="1400" b="0" i="0" kern="0" dirty="0"/>
              <a:t>Ethernet : MII_MDC-PC1,MII_MDIO-PA2,MII_RXC-PA1, MII_RXDV-PA7,MII_RX_ER-PB10, MII_RXD0-PC4,MII_RXD1-PC5,MII_RXD2-PB0,MII_RXD3-PB1,MII_TXC-PC3,MII_TX_EN-PG11,MII_CRS-PA0,MII_TXD0-PG13,MII_TXD1-PG14,MII_TXD2-PC2,MII_TXD3-PE2</a:t>
            </a:r>
          </a:p>
          <a:p>
            <a:endParaRPr lang="en-US" altLang="ko-KR" b="0" i="0" kern="0" dirty="0"/>
          </a:p>
        </p:txBody>
      </p:sp>
      <p:pic>
        <p:nvPicPr>
          <p:cNvPr id="5" name="그림 4" descr="텍스트, 도표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51EC84-73C2-21BB-FB8A-12FF1F33F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727" y="1916832"/>
            <a:ext cx="5244058" cy="448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8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94227-6E11-D7F4-B4A0-3728DC4E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7F359-AEDD-2994-3EB0-E4D77EBF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2718-D924-9153-1C38-B703532110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AA333D-7E10-994A-A77E-2E94BE5C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71" y="1128299"/>
            <a:ext cx="5415508" cy="50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5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PF6/PF7/PF8 </a:t>
            </a:r>
            <a:r>
              <a:rPr lang="ko-KR" altLang="en-US" b="0" i="0" kern="0" dirty="0"/>
              <a:t>이름을 </a:t>
            </a:r>
            <a:r>
              <a:rPr lang="en-US" altLang="ko-KR" b="0" i="0" kern="0" dirty="0"/>
              <a:t>LED1/LED2/LED3</a:t>
            </a:r>
            <a:r>
              <a:rPr lang="ko-KR" altLang="en-US" b="0" i="0" kern="0" dirty="0"/>
              <a:t>으로 수정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C35DEB-A570-C6B0-B44B-AE404F00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412776"/>
            <a:ext cx="5544616" cy="494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7A4FF-F94E-5DEF-0998-EC427E22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0F6EA-675D-3A66-7F88-337C8D1C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024B2-C4C8-843B-FB39-C3001306D4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ETH -&gt; Mode -&gt; MII </a:t>
            </a:r>
            <a:r>
              <a:rPr lang="ko-KR" altLang="en-US" b="0" i="0" kern="0" dirty="0"/>
              <a:t>선택</a:t>
            </a:r>
            <a:r>
              <a:rPr lang="en-US" altLang="ko-KR" b="0" i="0" kern="0" dirty="0"/>
              <a:t>, Activate Rx Err signal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텍스트, 소프트웨어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7636B-03CC-3833-C378-98C8E985D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72" y="1532885"/>
            <a:ext cx="6876256" cy="481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0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8559-506F-0EF6-65ED-68A5FB72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79085-2C2F-9A98-FE83-56D37F8A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53805-C0FA-9893-3832-78F222E605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Middleware and Software Packs -&gt; LWIP -&gt; Enabled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7F1D7C-5B33-6DE2-0678-CF2FEA04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590879"/>
            <a:ext cx="5883612" cy="45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45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F5F3-CE7F-6917-A1F6-5B3D367F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71707-8464-0BF8-826D-1F6DA6B4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92E1-0EEA-7493-A223-FF1BB48CE51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HTTPD-&gt;Enabled </a:t>
            </a:r>
            <a:r>
              <a:rPr lang="ko-KR" altLang="en-US" b="0" i="0" kern="0" dirty="0"/>
              <a:t>선택</a:t>
            </a:r>
            <a:r>
              <a:rPr lang="en-US" altLang="ko-KR" b="0" i="0" kern="0" dirty="0"/>
              <a:t>,LWIP_HTTPD_CGI-&gt;</a:t>
            </a:r>
            <a:r>
              <a:rPr lang="en-US" altLang="ko-KR" b="0" i="0" kern="0" dirty="0" err="1"/>
              <a:t>Enabled,LWIP_HTTPD_SSI</a:t>
            </a:r>
            <a:r>
              <a:rPr lang="en-US" altLang="ko-KR" b="0" i="0" kern="0" dirty="0"/>
              <a:t>-&gt;Enabled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81E5C4-6061-051D-9C9C-2AA5F2D2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32778"/>
            <a:ext cx="7202958" cy="494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70C3-72C1-DDF5-468D-7FEC1B11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7DC2D-D7EF-1C2A-471B-5632644F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59462-A6F1-7847-AF95-086ACF6A4BD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Platform Settings -&gt;DP83848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633057-9A5E-171A-FC56-B74567DA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1" y="1255728"/>
            <a:ext cx="6354943" cy="499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7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91510B-D825-CBB8-1283-3BACCE5F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43" y="2564904"/>
            <a:ext cx="7707364" cy="159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 </a:t>
            </a:r>
            <a:r>
              <a:rPr lang="en-US" altLang="ko-KR" dirty="0"/>
              <a:t>- Ethernet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B5AB3-6096-11B3-3909-DEEBE7D1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1603026"/>
            <a:ext cx="5665589" cy="213134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984311-79DC-F6BF-2573-B0E54D51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07" y="3786060"/>
            <a:ext cx="5665589" cy="25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8DC1-6E51-567E-B3E9-1159E89F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E4BA-79F0-7194-2E3D-A689708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FED4-2C22-7B01-0B57-594C7185BD9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Header </a:t>
            </a:r>
            <a:r>
              <a:rPr lang="ko-KR" altLang="en-US" b="0" i="0" kern="0" dirty="0"/>
              <a:t>추가</a:t>
            </a:r>
            <a:r>
              <a:rPr lang="en-US" altLang="ko-KR" b="0" i="0" kern="0" dirty="0"/>
              <a:t>, </a:t>
            </a:r>
            <a:r>
              <a:rPr lang="ko-KR" altLang="en-US" b="0" i="0" kern="0" dirty="0"/>
              <a:t>함수 호출 추가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includes ----------------------------------------------------------*/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Includes */</a:t>
            </a:r>
          </a:p>
          <a:p>
            <a:pPr marL="0" indent="0">
              <a:buNone/>
            </a:pPr>
            <a:r>
              <a:rPr lang="en-US" altLang="ko-KR" sz="1400" b="0" i="0" dirty="0"/>
              <a:t>#include "</a:t>
            </a:r>
            <a:r>
              <a:rPr lang="en-US" altLang="ko-KR" sz="1400" b="0" i="0" dirty="0" err="1"/>
              <a:t>lwip</a:t>
            </a:r>
            <a:r>
              <a:rPr lang="en-US" altLang="ko-KR" sz="1400" b="0" i="0" dirty="0"/>
              <a:t>/apps/</a:t>
            </a:r>
            <a:r>
              <a:rPr lang="en-US" altLang="ko-KR" sz="1400" b="0" i="0" dirty="0" err="1"/>
              <a:t>httpd.h</a:t>
            </a:r>
            <a:r>
              <a:rPr lang="en-US" altLang="ko-KR" sz="1400" b="0" i="0" dirty="0"/>
              <a:t>"</a:t>
            </a:r>
          </a:p>
          <a:p>
            <a:pPr marL="0" indent="0">
              <a:buNone/>
            </a:pPr>
            <a:r>
              <a:rPr lang="en-US" altLang="ko-KR" sz="1400" b="0" i="0" dirty="0"/>
              <a:t>#include "</a:t>
            </a:r>
            <a:r>
              <a:rPr lang="en-US" altLang="ko-KR" sz="1400" b="0" i="0" dirty="0" err="1"/>
              <a:t>lwip</a:t>
            </a:r>
            <a:r>
              <a:rPr lang="en-US" altLang="ko-KR" sz="1400" b="0" i="0" dirty="0"/>
              <a:t>/</a:t>
            </a:r>
            <a:r>
              <a:rPr lang="en-US" altLang="ko-KR" sz="1400" b="0" i="0" dirty="0" err="1"/>
              <a:t>prot</a:t>
            </a:r>
            <a:r>
              <a:rPr lang="en-US" altLang="ko-KR" sz="1400" b="0" i="0" dirty="0"/>
              <a:t>/</a:t>
            </a:r>
            <a:r>
              <a:rPr lang="en-US" altLang="ko-KR" sz="1400" b="0" i="0" dirty="0" err="1"/>
              <a:t>dhcp.h</a:t>
            </a:r>
            <a:r>
              <a:rPr lang="en-US" altLang="ko-KR" sz="1400" b="0" i="0" dirty="0"/>
              <a:t>"</a:t>
            </a:r>
          </a:p>
          <a:p>
            <a:pPr marL="0" indent="0">
              <a:buNone/>
            </a:pPr>
            <a:r>
              <a:rPr lang="en-US" altLang="ko-KR" sz="1400" b="0" i="0" dirty="0"/>
              <a:t>#include "</a:t>
            </a:r>
            <a:r>
              <a:rPr lang="en-US" altLang="ko-KR" sz="1400" b="0" i="0" dirty="0" err="1"/>
              <a:t>lwip</a:t>
            </a:r>
            <a:r>
              <a:rPr lang="en-US" altLang="ko-KR" sz="1400" b="0" i="0" dirty="0"/>
              <a:t>/</a:t>
            </a:r>
            <a:r>
              <a:rPr lang="en-US" altLang="ko-KR" sz="1400" b="0" i="0" dirty="0" err="1"/>
              <a:t>netif.h</a:t>
            </a:r>
            <a:r>
              <a:rPr lang="en-US" altLang="ko-KR" sz="1400" b="0" i="0" dirty="0"/>
              <a:t>"</a:t>
            </a:r>
          </a:p>
          <a:p>
            <a:pPr marL="0" indent="0">
              <a:buNone/>
            </a:pPr>
            <a:r>
              <a:rPr lang="en-US" altLang="ko-KR" sz="1400" b="0" i="0" dirty="0"/>
              <a:t>#include "</a:t>
            </a:r>
            <a:r>
              <a:rPr lang="en-US" altLang="ko-KR" sz="1400" b="0" i="0" dirty="0" err="1"/>
              <a:t>lwip</a:t>
            </a:r>
            <a:r>
              <a:rPr lang="en-US" altLang="ko-KR" sz="1400" b="0" i="0" dirty="0"/>
              <a:t>/ip4_addr.h"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Includes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2923717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75E8-E068-1016-695E-1653B0D0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AD40E-AC14-BCF0-C703-804E3AC5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E7013-37BB-482B-DC2A-EA725878F90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DHCP </a:t>
            </a:r>
            <a:r>
              <a:rPr lang="ko-KR" altLang="en-US" b="0" i="0" kern="0" dirty="0"/>
              <a:t>할당 </a:t>
            </a:r>
            <a:r>
              <a:rPr lang="en-US" altLang="ko-KR" b="0" i="0" kern="0" dirty="0"/>
              <a:t>IP </a:t>
            </a:r>
            <a:r>
              <a:rPr lang="ko-KR" altLang="en-US" b="0" i="0" kern="0" dirty="0"/>
              <a:t>프린트 추가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extern struct </a:t>
            </a:r>
            <a:r>
              <a:rPr lang="en-US" altLang="ko-KR" sz="1400" b="0" i="0" dirty="0" err="1"/>
              <a:t>netif</a:t>
            </a:r>
            <a:r>
              <a:rPr lang="en-US" altLang="ko-KR" sz="1400" b="0" i="0" dirty="0"/>
              <a:t> </a:t>
            </a:r>
            <a:r>
              <a:rPr lang="en-US" altLang="ko-KR" sz="1400" b="0" i="0" dirty="0" err="1"/>
              <a:t>gnetif</a:t>
            </a:r>
            <a:r>
              <a:rPr lang="en-US" altLang="ko-KR" sz="1400" b="0" i="0" dirty="0"/>
              <a:t>;</a:t>
            </a:r>
          </a:p>
          <a:p>
            <a:pPr marL="0" indent="0">
              <a:buNone/>
            </a:pPr>
            <a:r>
              <a:rPr lang="en-US" altLang="ko-KR" sz="1400" b="0" i="0" dirty="0"/>
              <a:t>void </a:t>
            </a:r>
            <a:r>
              <a:rPr lang="en-US" altLang="ko-KR" sz="1400" b="0" i="0" dirty="0" err="1"/>
              <a:t>poll_dhcp_and_print_once</a:t>
            </a:r>
            <a:r>
              <a:rPr lang="en-US" altLang="ko-KR" sz="1400" b="0" i="0" dirty="0"/>
              <a:t>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    static uint8_t printed = 0;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  struct </a:t>
            </a:r>
            <a:r>
              <a:rPr lang="en-US" altLang="ko-KR" sz="1400" b="0" i="0" dirty="0" err="1"/>
              <a:t>dhcp</a:t>
            </a:r>
            <a:r>
              <a:rPr lang="en-US" altLang="ko-KR" sz="1400" b="0" i="0" dirty="0"/>
              <a:t> *d = </a:t>
            </a:r>
            <a:r>
              <a:rPr lang="en-US" altLang="ko-KR" sz="1400" b="0" i="0" dirty="0" err="1"/>
              <a:t>netif_dhcp_data</a:t>
            </a:r>
            <a:r>
              <a:rPr lang="en-US" altLang="ko-KR" sz="1400" b="0" i="0" dirty="0"/>
              <a:t>(&amp;</a:t>
            </a:r>
            <a:r>
              <a:rPr lang="en-US" altLang="ko-KR" sz="1400" b="0" i="0" dirty="0" err="1"/>
              <a:t>gnetif</a:t>
            </a:r>
            <a:r>
              <a:rPr lang="en-US" altLang="ko-KR" sz="1400" b="0" i="0" dirty="0"/>
              <a:t>);</a:t>
            </a:r>
          </a:p>
          <a:p>
            <a:pPr marL="0" indent="0">
              <a:buNone/>
            </a:pPr>
            <a:r>
              <a:rPr lang="en-US" altLang="ko-KR" sz="1400" b="0" i="0" dirty="0"/>
              <a:t>    if (!d) return;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  if (!printed &amp;&amp; d-&gt;state == DHCP_STATE_BOUND)</a:t>
            </a:r>
          </a:p>
          <a:p>
            <a:pPr marL="0" indent="0">
              <a:buNone/>
            </a:pPr>
            <a:r>
              <a:rPr lang="en-US" altLang="ko-KR" sz="1400" b="0" i="0" dirty="0"/>
              <a:t>    {</a:t>
            </a:r>
          </a:p>
          <a:p>
            <a:pPr marL="0" indent="0">
              <a:buNone/>
            </a:pPr>
            <a:r>
              <a:rPr lang="en-US" altLang="ko-KR" sz="1400" b="0" i="0" dirty="0"/>
              <a:t>    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("DHCP BOUND!\r\n");</a:t>
            </a:r>
          </a:p>
          <a:p>
            <a:pPr marL="0" indent="0">
              <a:buNone/>
            </a:pPr>
            <a:r>
              <a:rPr lang="en-US" altLang="ko-KR" sz="1400" b="0" i="0" dirty="0"/>
              <a:t>    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("IP: %s\r\n", ip4addr_ntoa(netif_ip4_addr(&amp;</a:t>
            </a:r>
            <a:r>
              <a:rPr lang="en-US" altLang="ko-KR" sz="1400" b="0" i="0" dirty="0" err="1"/>
              <a:t>gnetif</a:t>
            </a:r>
            <a:r>
              <a:rPr lang="en-US" altLang="ko-KR" sz="1400" b="0" i="0" dirty="0"/>
              <a:t>)));</a:t>
            </a:r>
          </a:p>
          <a:p>
            <a:pPr marL="0" indent="0">
              <a:buNone/>
            </a:pPr>
            <a:r>
              <a:rPr lang="en-US" altLang="ko-KR" sz="1400" b="0" i="0" dirty="0"/>
              <a:t>    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("GW: %s\r\n", ip4addr_ntoa(netif_ip4_gw(&amp;</a:t>
            </a:r>
            <a:r>
              <a:rPr lang="en-US" altLang="ko-KR" sz="1400" b="0" i="0" dirty="0" err="1"/>
              <a:t>gnetif</a:t>
            </a:r>
            <a:r>
              <a:rPr lang="en-US" altLang="ko-KR" sz="1400" b="0" i="0" dirty="0"/>
              <a:t>)));</a:t>
            </a:r>
          </a:p>
          <a:p>
            <a:pPr marL="0" indent="0">
              <a:buNone/>
            </a:pPr>
            <a:r>
              <a:rPr lang="en-US" altLang="ko-KR" sz="1400" b="0" i="0" dirty="0"/>
              <a:t>        </a:t>
            </a:r>
            <a:r>
              <a:rPr lang="en-US" altLang="ko-KR" sz="1400" b="0" i="0" dirty="0" err="1"/>
              <a:t>printf</a:t>
            </a:r>
            <a:r>
              <a:rPr lang="en-US" altLang="ko-KR" sz="1400" b="0" i="0" dirty="0"/>
              <a:t>("MSK: %s\r\n", ip4addr_ntoa(netif_ip4_netmask(&amp;</a:t>
            </a:r>
            <a:r>
              <a:rPr lang="en-US" altLang="ko-KR" sz="1400" b="0" i="0" dirty="0" err="1"/>
              <a:t>gnetif</a:t>
            </a:r>
            <a:r>
              <a:rPr lang="en-US" altLang="ko-KR" sz="1400" b="0" i="0" dirty="0"/>
              <a:t>)));</a:t>
            </a:r>
          </a:p>
          <a:p>
            <a:pPr marL="0" indent="0">
              <a:buNone/>
            </a:pPr>
            <a:r>
              <a:rPr lang="en-US" altLang="ko-KR" sz="1400" b="0" i="0" dirty="0"/>
              <a:t>        printed = 1;</a:t>
            </a:r>
          </a:p>
          <a:p>
            <a:pPr marL="0" indent="0">
              <a:buNone/>
            </a:pPr>
            <a:r>
              <a:rPr lang="en-US" altLang="ko-KR" sz="1400" b="0" i="0" dirty="0"/>
              <a:t>    }</a:t>
            </a:r>
          </a:p>
          <a:p>
            <a:pPr marL="0" indent="0">
              <a:buNone/>
            </a:pPr>
            <a:r>
              <a:rPr lang="en-US" altLang="ko-KR" sz="1400" b="0" i="0" dirty="0"/>
              <a:t>}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314833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EECA-72DD-763A-4C07-5A515961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E2F3F-A154-5F37-9453-0F9D95D4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473D-DBA6-1087-5F77-2A2DA60C117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Init </a:t>
            </a:r>
            <a:r>
              <a:rPr lang="ko-KR" altLang="en-US" b="0" i="0" kern="0" dirty="0"/>
              <a:t>함수 호출</a:t>
            </a:r>
            <a:r>
              <a:rPr lang="en-US" altLang="ko-KR" b="0" i="0" kern="0" dirty="0"/>
              <a:t>, </a:t>
            </a:r>
            <a:r>
              <a:rPr lang="en-US" altLang="ko-KR" b="0" i="0" kern="0" dirty="0" err="1"/>
              <a:t>MX_LWIP_Process</a:t>
            </a:r>
            <a:r>
              <a:rPr lang="en-US" altLang="ko-KR" b="0" i="0" kern="0" dirty="0"/>
              <a:t>() </a:t>
            </a:r>
            <a:r>
              <a:rPr lang="ko-KR" altLang="en-US" b="0" i="0" kern="0" dirty="0"/>
              <a:t>호출 추가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  /* USER CODE BEGIN 2 */</a:t>
            </a:r>
          </a:p>
          <a:p>
            <a:pPr marL="0" indent="0">
              <a:buNone/>
            </a:pPr>
            <a:r>
              <a:rPr lang="en-US" altLang="ko-KR" sz="1400" b="0" i="0" dirty="0"/>
              <a:t>  </a:t>
            </a:r>
            <a:r>
              <a:rPr lang="en-US" altLang="ko-KR" sz="1400" i="0" dirty="0" err="1"/>
              <a:t>printf</a:t>
            </a:r>
            <a:r>
              <a:rPr lang="en-US" altLang="ko-KR" sz="1400" i="0" dirty="0"/>
              <a:t>("Ethernet test\r\n");</a:t>
            </a:r>
          </a:p>
          <a:p>
            <a:pPr marL="0" indent="0">
              <a:buNone/>
            </a:pPr>
            <a:r>
              <a:rPr lang="en-US" altLang="ko-KR" sz="1400" i="0" dirty="0"/>
              <a:t>  </a:t>
            </a:r>
            <a:r>
              <a:rPr lang="en-US" altLang="ko-KR" sz="1400" i="0" dirty="0" err="1"/>
              <a:t>httpd_init</a:t>
            </a:r>
            <a:r>
              <a:rPr lang="en-US" altLang="ko-KR" sz="1400" i="0" dirty="0"/>
              <a:t>();</a:t>
            </a:r>
          </a:p>
          <a:p>
            <a:pPr marL="0" indent="0">
              <a:buNone/>
            </a:pPr>
            <a:endParaRPr lang="en-US" altLang="ko-KR" sz="1400" i="0" dirty="0"/>
          </a:p>
          <a:p>
            <a:pPr marL="0" indent="0">
              <a:buNone/>
            </a:pPr>
            <a:r>
              <a:rPr lang="en-US" altLang="ko-KR" sz="1400" i="0" dirty="0"/>
              <a:t>#if LWIP_HTTPD_SSI</a:t>
            </a:r>
          </a:p>
          <a:p>
            <a:pPr marL="0" indent="0">
              <a:buNone/>
            </a:pPr>
            <a:r>
              <a:rPr lang="en-US" altLang="ko-KR" sz="1400" i="0" dirty="0"/>
              <a:t>  </a:t>
            </a:r>
            <a:r>
              <a:rPr lang="en-US" altLang="ko-KR" sz="1400" i="0" dirty="0" err="1"/>
              <a:t>httpd_ssi_init</a:t>
            </a:r>
            <a:r>
              <a:rPr lang="en-US" altLang="ko-KR" sz="1400" i="0" dirty="0"/>
              <a:t>();</a:t>
            </a:r>
          </a:p>
          <a:p>
            <a:pPr marL="0" indent="0">
              <a:buNone/>
            </a:pPr>
            <a:r>
              <a:rPr lang="en-US" altLang="ko-KR" sz="1400" i="0" dirty="0"/>
              <a:t>#endif</a:t>
            </a:r>
          </a:p>
          <a:p>
            <a:pPr marL="0" indent="0">
              <a:buNone/>
            </a:pPr>
            <a:endParaRPr lang="en-US" altLang="ko-KR" sz="1400" i="0" dirty="0"/>
          </a:p>
          <a:p>
            <a:pPr marL="0" indent="0">
              <a:buNone/>
            </a:pPr>
            <a:r>
              <a:rPr lang="en-US" altLang="ko-KR" sz="1400" i="0" dirty="0"/>
              <a:t>#if LWIP_HTTPD_CGI</a:t>
            </a:r>
          </a:p>
          <a:p>
            <a:pPr marL="0" indent="0">
              <a:buNone/>
            </a:pPr>
            <a:r>
              <a:rPr lang="en-US" altLang="ko-KR" sz="1400" i="0" dirty="0"/>
              <a:t>  </a:t>
            </a:r>
            <a:r>
              <a:rPr lang="en-US" altLang="ko-KR" sz="1400" i="0" dirty="0" err="1"/>
              <a:t>httpd_cgi_init</a:t>
            </a:r>
            <a:r>
              <a:rPr lang="en-US" altLang="ko-KR" sz="1400" i="0" dirty="0"/>
              <a:t>();</a:t>
            </a:r>
          </a:p>
          <a:p>
            <a:pPr marL="0" indent="0">
              <a:buNone/>
            </a:pPr>
            <a:r>
              <a:rPr lang="en-US" altLang="ko-KR" sz="1400" i="0" dirty="0"/>
              <a:t>#endif</a:t>
            </a:r>
          </a:p>
          <a:p>
            <a:pPr marL="0" indent="0">
              <a:buNone/>
            </a:pPr>
            <a:r>
              <a:rPr lang="en-US" altLang="ko-KR" sz="1400" b="0" i="0" dirty="0"/>
              <a:t>  /* USER CODE END 2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/* Infinite loop */</a:t>
            </a:r>
          </a:p>
          <a:p>
            <a:pPr marL="0" indent="0">
              <a:buNone/>
            </a:pPr>
            <a:r>
              <a:rPr lang="en-US" altLang="ko-KR" sz="1400" b="0" i="0" dirty="0"/>
              <a:t>  /* USER CODE BEGIN WHILE */</a:t>
            </a:r>
          </a:p>
          <a:p>
            <a:pPr marL="0" indent="0">
              <a:buNone/>
            </a:pPr>
            <a:r>
              <a:rPr lang="en-US" altLang="ko-KR" sz="1400" b="0" i="0" dirty="0"/>
              <a:t>  while (1)</a:t>
            </a:r>
          </a:p>
          <a:p>
            <a:pPr marL="0" indent="0">
              <a:buNone/>
            </a:pPr>
            <a:r>
              <a:rPr lang="en-US" altLang="ko-KR" sz="1400" b="0" i="0" dirty="0"/>
              <a:t>  {</a:t>
            </a:r>
          </a:p>
          <a:p>
            <a:pPr marL="0" indent="0">
              <a:buNone/>
            </a:pPr>
            <a:r>
              <a:rPr lang="en-US" altLang="ko-KR" sz="1400" b="0" i="0" dirty="0"/>
              <a:t>  </a:t>
            </a:r>
            <a:r>
              <a:rPr lang="en-US" altLang="ko-KR" sz="1400" i="0" dirty="0" err="1"/>
              <a:t>MX_LWIP_Process</a:t>
            </a:r>
            <a:r>
              <a:rPr lang="en-US" altLang="ko-KR" sz="1400" i="0" dirty="0"/>
              <a:t>();</a:t>
            </a:r>
          </a:p>
          <a:p>
            <a:pPr marL="0" indent="0">
              <a:buNone/>
            </a:pPr>
            <a:r>
              <a:rPr lang="en-US" altLang="ko-KR" sz="1400" i="0" dirty="0"/>
              <a:t>  </a:t>
            </a:r>
            <a:r>
              <a:rPr lang="en-US" altLang="ko-KR" sz="1400" i="0" dirty="0" err="1"/>
              <a:t>poll_dhcp_and_print_once</a:t>
            </a:r>
            <a:r>
              <a:rPr lang="en-US" altLang="ko-KR" sz="1400" i="0" dirty="0"/>
              <a:t>();</a:t>
            </a:r>
          </a:p>
          <a:p>
            <a:pPr marL="0" indent="0">
              <a:buNone/>
            </a:pPr>
            <a:r>
              <a:rPr lang="en-US" altLang="ko-KR" sz="1400" b="0" i="0" dirty="0"/>
              <a:t>    /* USER CODE END WHILE */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  /* USER CODE BEGIN 3 */</a:t>
            </a:r>
          </a:p>
          <a:p>
            <a:pPr marL="0" indent="0">
              <a:buNone/>
            </a:pPr>
            <a:r>
              <a:rPr lang="en-US" altLang="ko-KR" sz="1400" b="0" i="0" dirty="0"/>
              <a:t>  }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558694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E892-9879-FB06-16FA-DD269C01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2F429-DD08-EB58-2109-50F52A65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7B622-9F2A-485F-EE95-A9382408E91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LWIP/Target/</a:t>
            </a:r>
            <a:r>
              <a:rPr lang="en-US" altLang="ko-KR" b="0" i="0" kern="0" dirty="0" err="1"/>
              <a:t>ethernetif.c</a:t>
            </a:r>
            <a:r>
              <a:rPr lang="en-US" altLang="ko-KR" b="0" i="0" kern="0" dirty="0"/>
              <a:t> </a:t>
            </a:r>
            <a:r>
              <a:rPr lang="ko-KR" altLang="en-US" b="0" i="0" kern="0" dirty="0"/>
              <a:t>패치 추가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i="0" dirty="0"/>
              <a:t>static char </a:t>
            </a:r>
            <a:r>
              <a:rPr lang="en-US" altLang="ko-KR" sz="1400" i="0" dirty="0" err="1"/>
              <a:t>tmp_buf</a:t>
            </a:r>
            <a:r>
              <a:rPr lang="en-US" altLang="ko-KR" sz="1400" i="0" dirty="0"/>
              <a:t>[2048];</a:t>
            </a:r>
          </a:p>
          <a:p>
            <a:pPr marL="0" indent="0">
              <a:buNone/>
            </a:pPr>
            <a:r>
              <a:rPr lang="en-US" altLang="ko-KR" sz="1400" b="0" i="0" dirty="0"/>
              <a:t>static </a:t>
            </a:r>
            <a:r>
              <a:rPr lang="en-US" altLang="ko-KR" sz="1400" b="0" i="0" dirty="0" err="1"/>
              <a:t>err_t</a:t>
            </a:r>
            <a:r>
              <a:rPr lang="en-US" altLang="ko-KR" sz="1400" b="0" i="0" dirty="0"/>
              <a:t> </a:t>
            </a:r>
            <a:r>
              <a:rPr lang="en-US" altLang="ko-KR" sz="1400" b="0" i="0" dirty="0" err="1"/>
              <a:t>low_level_output</a:t>
            </a:r>
            <a:r>
              <a:rPr lang="en-US" altLang="ko-KR" sz="1400" b="0" i="0" dirty="0"/>
              <a:t>(struct </a:t>
            </a:r>
            <a:r>
              <a:rPr lang="en-US" altLang="ko-KR" sz="1400" b="0" i="0" dirty="0" err="1"/>
              <a:t>netif</a:t>
            </a:r>
            <a:r>
              <a:rPr lang="en-US" altLang="ko-KR" sz="1400" b="0" i="0" dirty="0"/>
              <a:t> *</a:t>
            </a:r>
            <a:r>
              <a:rPr lang="en-US" altLang="ko-KR" sz="1400" b="0" i="0" dirty="0" err="1"/>
              <a:t>netif</a:t>
            </a:r>
            <a:r>
              <a:rPr lang="en-US" altLang="ko-KR" sz="1400" b="0" i="0" dirty="0"/>
              <a:t>, struct </a:t>
            </a:r>
            <a:r>
              <a:rPr lang="en-US" altLang="ko-KR" sz="1400" b="0" i="0" dirty="0" err="1"/>
              <a:t>pbuf</a:t>
            </a:r>
            <a:r>
              <a:rPr lang="en-US" altLang="ko-KR" sz="1400" b="0" i="0" dirty="0"/>
              <a:t> *p)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pPr marL="0" indent="0">
              <a:buNone/>
            </a:pPr>
            <a:r>
              <a:rPr lang="en-US" altLang="ko-KR" sz="1400" b="0" i="0" dirty="0"/>
              <a:t>  uint32_t </a:t>
            </a:r>
            <a:r>
              <a:rPr lang="en-US" altLang="ko-KR" sz="1400" b="0" i="0" dirty="0" err="1"/>
              <a:t>i</a:t>
            </a:r>
            <a:r>
              <a:rPr lang="en-US" altLang="ko-KR" sz="1400" b="0" i="0" dirty="0"/>
              <a:t> = 0U;</a:t>
            </a:r>
          </a:p>
          <a:p>
            <a:pPr marL="0" indent="0">
              <a:buNone/>
            </a:pPr>
            <a:r>
              <a:rPr lang="en-US" altLang="ko-KR" sz="1400" b="0" i="0" dirty="0"/>
              <a:t>  struct </a:t>
            </a:r>
            <a:r>
              <a:rPr lang="en-US" altLang="ko-KR" sz="1400" b="0" i="0" dirty="0" err="1"/>
              <a:t>pbuf</a:t>
            </a:r>
            <a:r>
              <a:rPr lang="en-US" altLang="ko-KR" sz="1400" b="0" i="0" dirty="0"/>
              <a:t> *q = NULL;</a:t>
            </a:r>
          </a:p>
          <a:p>
            <a:pPr marL="0" indent="0">
              <a:buNone/>
            </a:pPr>
            <a:r>
              <a:rPr lang="en-US" altLang="ko-KR" sz="1400" b="0" i="0" dirty="0"/>
              <a:t>  </a:t>
            </a:r>
            <a:r>
              <a:rPr lang="en-US" altLang="ko-KR" sz="1400" b="0" i="0" dirty="0" err="1"/>
              <a:t>err_t</a:t>
            </a:r>
            <a:r>
              <a:rPr lang="en-US" altLang="ko-KR" sz="1400" b="0" i="0" dirty="0"/>
              <a:t> </a:t>
            </a:r>
            <a:r>
              <a:rPr lang="en-US" altLang="ko-KR" sz="1400" b="0" i="0" dirty="0" err="1"/>
              <a:t>errval</a:t>
            </a:r>
            <a:r>
              <a:rPr lang="en-US" altLang="ko-KR" sz="1400" b="0" i="0" dirty="0"/>
              <a:t> = ERR_OK;</a:t>
            </a:r>
          </a:p>
          <a:p>
            <a:pPr marL="0" indent="0">
              <a:buNone/>
            </a:pPr>
            <a:r>
              <a:rPr lang="en-US" altLang="ko-KR" sz="1400" b="0" i="0" dirty="0"/>
              <a:t>  </a:t>
            </a:r>
            <a:r>
              <a:rPr lang="en-US" altLang="ko-KR" sz="1400" b="0" i="0" dirty="0" err="1"/>
              <a:t>ETH_BufferTypeDef</a:t>
            </a:r>
            <a:r>
              <a:rPr lang="en-US" altLang="ko-KR" sz="1400" b="0" i="0" dirty="0"/>
              <a:t> </a:t>
            </a:r>
            <a:r>
              <a:rPr lang="en-US" altLang="ko-KR" sz="1400" b="0" i="0" dirty="0" err="1"/>
              <a:t>Txbuffer</a:t>
            </a:r>
            <a:r>
              <a:rPr lang="en-US" altLang="ko-KR" sz="1400" b="0" i="0" dirty="0"/>
              <a:t>[ETH_TX_DESC_CNT] = {0};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</a:t>
            </a:r>
            <a:r>
              <a:rPr lang="en-US" altLang="ko-KR" sz="1400" b="0" i="0" dirty="0" err="1"/>
              <a:t>memset</a:t>
            </a:r>
            <a:r>
              <a:rPr lang="en-US" altLang="ko-KR" sz="1400" b="0" i="0" dirty="0"/>
              <a:t>(</a:t>
            </a:r>
            <a:r>
              <a:rPr lang="en-US" altLang="ko-KR" sz="1400" b="0" i="0" dirty="0" err="1"/>
              <a:t>Txbuffer</a:t>
            </a:r>
            <a:r>
              <a:rPr lang="en-US" altLang="ko-KR" sz="1400" b="0" i="0" dirty="0"/>
              <a:t>, 0 , ETH_TX_DESC_CNT*</a:t>
            </a:r>
            <a:r>
              <a:rPr lang="en-US" altLang="ko-KR" sz="1400" b="0" i="0" dirty="0" err="1"/>
              <a:t>sizeof</a:t>
            </a:r>
            <a:r>
              <a:rPr lang="en-US" altLang="ko-KR" sz="1400" b="0" i="0" dirty="0"/>
              <a:t>(</a:t>
            </a:r>
            <a:r>
              <a:rPr lang="en-US" altLang="ko-KR" sz="1400" b="0" i="0" dirty="0" err="1"/>
              <a:t>ETH_BufferTypeDef</a:t>
            </a:r>
            <a:r>
              <a:rPr lang="en-US" altLang="ko-KR" sz="1400" b="0" i="0" dirty="0"/>
              <a:t>));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for(q = p; q != NULL; q = q-&gt;next)</a:t>
            </a:r>
          </a:p>
          <a:p>
            <a:pPr marL="0" indent="0">
              <a:buNone/>
            </a:pPr>
            <a:r>
              <a:rPr lang="en-US" altLang="ko-KR" sz="1400" b="0" i="0" dirty="0"/>
              <a:t>  {</a:t>
            </a:r>
          </a:p>
          <a:p>
            <a:pPr marL="0" indent="0">
              <a:buNone/>
            </a:pPr>
            <a:r>
              <a:rPr lang="en-US" altLang="ko-KR" sz="1400" b="0" i="0" dirty="0"/>
              <a:t>    if(</a:t>
            </a:r>
            <a:r>
              <a:rPr lang="en-US" altLang="ko-KR" sz="1400" b="0" i="0" dirty="0" err="1"/>
              <a:t>i</a:t>
            </a:r>
            <a:r>
              <a:rPr lang="en-US" altLang="ko-KR" sz="1400" b="0" i="0" dirty="0"/>
              <a:t> &gt;= ETH_TX_DESC_CNT)</a:t>
            </a:r>
          </a:p>
          <a:p>
            <a:pPr marL="0" indent="0">
              <a:buNone/>
            </a:pPr>
            <a:r>
              <a:rPr lang="en-US" altLang="ko-KR" sz="1400" b="0" i="0" dirty="0"/>
              <a:t>      return ERR_IF;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    </a:t>
            </a:r>
            <a:r>
              <a:rPr lang="en-US" altLang="ko-KR" sz="1400" b="0" i="0" dirty="0" err="1"/>
              <a:t>Txbuffer</a:t>
            </a:r>
            <a:r>
              <a:rPr lang="en-US" altLang="ko-KR" sz="1400" b="0" i="0" dirty="0"/>
              <a:t>[</a:t>
            </a:r>
            <a:r>
              <a:rPr lang="en-US" altLang="ko-KR" sz="1400" b="0" i="0" dirty="0" err="1"/>
              <a:t>i</a:t>
            </a:r>
            <a:r>
              <a:rPr lang="en-US" altLang="ko-KR" sz="1400" b="0" i="0" dirty="0"/>
              <a:t>].buffer = q-&gt;payload;</a:t>
            </a:r>
          </a:p>
          <a:p>
            <a:pPr marL="0" indent="0">
              <a:buNone/>
            </a:pPr>
            <a:r>
              <a:rPr lang="en-US" altLang="ko-KR" sz="1400" b="0" i="0" dirty="0"/>
              <a:t>    </a:t>
            </a:r>
            <a:r>
              <a:rPr lang="en-US" altLang="ko-KR" sz="1400" b="0" i="0" dirty="0" err="1"/>
              <a:t>Txbuffer</a:t>
            </a:r>
            <a:r>
              <a:rPr lang="en-US" altLang="ko-KR" sz="1400" b="0" i="0" dirty="0"/>
              <a:t>[</a:t>
            </a:r>
            <a:r>
              <a:rPr lang="en-US" altLang="ko-KR" sz="1400" b="0" i="0" dirty="0" err="1"/>
              <a:t>i</a:t>
            </a:r>
            <a:r>
              <a:rPr lang="en-US" altLang="ko-KR" sz="1400" b="0" i="0" dirty="0"/>
              <a:t>].</a:t>
            </a:r>
            <a:r>
              <a:rPr lang="en-US" altLang="ko-KR" sz="1400" b="0" i="0" dirty="0" err="1"/>
              <a:t>len</a:t>
            </a:r>
            <a:r>
              <a:rPr lang="en-US" altLang="ko-KR" sz="1400" b="0" i="0" dirty="0"/>
              <a:t> = q-&gt;</a:t>
            </a:r>
            <a:r>
              <a:rPr lang="en-US" altLang="ko-KR" sz="1400" b="0" i="0" dirty="0" err="1"/>
              <a:t>len</a:t>
            </a:r>
            <a:r>
              <a:rPr lang="en-US" altLang="ko-KR" sz="1400" b="0" i="0" dirty="0"/>
              <a:t>;</a:t>
            </a:r>
          </a:p>
          <a:p>
            <a:pPr marL="0" indent="0">
              <a:buNone/>
            </a:pPr>
            <a:r>
              <a:rPr lang="en-US" altLang="ko-KR" sz="1400" b="0" i="0" dirty="0"/>
              <a:t>    </a:t>
            </a:r>
            <a:r>
              <a:rPr lang="en-US" altLang="ko-KR" sz="1400" i="0" dirty="0"/>
              <a:t>if(</a:t>
            </a:r>
            <a:r>
              <a:rPr lang="en-US" altLang="ko-KR" sz="1400" i="0" dirty="0" err="1"/>
              <a:t>Txbuffer</a:t>
            </a:r>
            <a:r>
              <a:rPr lang="en-US" altLang="ko-KR" sz="1400" i="0" dirty="0"/>
              <a:t>[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].buffer &lt; 0x20000000)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</a:t>
            </a:r>
            <a:r>
              <a:rPr lang="en-US" altLang="ko-KR" sz="1400" i="0" dirty="0" err="1"/>
              <a:t>memcpy</a:t>
            </a:r>
            <a:r>
              <a:rPr lang="en-US" altLang="ko-KR" sz="1400" i="0" dirty="0"/>
              <a:t>(</a:t>
            </a:r>
            <a:r>
              <a:rPr lang="en-US" altLang="ko-KR" sz="1400" i="0" dirty="0" err="1"/>
              <a:t>tmp_buf</a:t>
            </a:r>
            <a:r>
              <a:rPr lang="en-US" altLang="ko-KR" sz="1400" i="0" dirty="0"/>
              <a:t>, q-&gt;payload, q-&gt;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);</a:t>
            </a:r>
          </a:p>
          <a:p>
            <a:pPr marL="0" indent="0">
              <a:buNone/>
            </a:pPr>
            <a:r>
              <a:rPr lang="en-US" altLang="ko-KR" sz="1400" i="0" dirty="0"/>
              <a:t>        </a:t>
            </a:r>
            <a:r>
              <a:rPr lang="en-US" altLang="ko-KR" sz="1400" i="0" dirty="0" err="1"/>
              <a:t>Txbuffer</a:t>
            </a:r>
            <a:r>
              <a:rPr lang="en-US" altLang="ko-KR" sz="1400" i="0" dirty="0"/>
              <a:t>[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].buffer = </a:t>
            </a:r>
            <a:r>
              <a:rPr lang="en-US" altLang="ko-KR" sz="1400" i="0" dirty="0" err="1"/>
              <a:t>tmp_buf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b="0" i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899225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FFE16-989F-D783-8EA2-51BE993F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6475F-7341-EDA9-8152-2C8C0A96E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4D61-0FFE-A685-D0B1-66218BF1C89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이미지 </a:t>
            </a:r>
            <a:r>
              <a:rPr lang="ko-KR" altLang="en-US" b="0" i="0" kern="0" dirty="0" err="1"/>
              <a:t>빌드시</a:t>
            </a:r>
            <a:r>
              <a:rPr lang="ko-KR" altLang="en-US" b="0" i="0" kern="0" dirty="0"/>
              <a:t> 에러 발생함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 err="1"/>
              <a:t>fsdata.c</a:t>
            </a:r>
            <a:r>
              <a:rPr lang="ko-KR" altLang="en-US" b="0" i="0" kern="0" dirty="0"/>
              <a:t>를 </a:t>
            </a:r>
            <a:r>
              <a:rPr lang="en-US" altLang="ko-KR" b="0" i="0" kern="0" dirty="0" err="1"/>
              <a:t>Middlewares</a:t>
            </a:r>
            <a:r>
              <a:rPr lang="en-US" altLang="ko-KR" b="0" i="0" kern="0" dirty="0"/>
              <a:t> -&gt; </a:t>
            </a:r>
            <a:r>
              <a:rPr lang="en-US" altLang="ko-KR" b="0" i="0" kern="0" dirty="0" err="1"/>
              <a:t>Third_Party</a:t>
            </a:r>
            <a:r>
              <a:rPr lang="en-US" altLang="ko-KR" b="0" i="0" kern="0" dirty="0"/>
              <a:t> -&gt; </a:t>
            </a:r>
            <a:r>
              <a:rPr lang="en-US" altLang="ko-KR" b="0" i="0" kern="0" dirty="0" err="1"/>
              <a:t>LwIP</a:t>
            </a:r>
            <a:r>
              <a:rPr lang="en-US" altLang="ko-KR" b="0" i="0" kern="0" dirty="0"/>
              <a:t> -&gt; 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 -&gt; apps -&gt; httpd </a:t>
            </a:r>
            <a:r>
              <a:rPr lang="ko-KR" altLang="en-US" b="0" i="0" kern="0" dirty="0"/>
              <a:t>폴더에 복사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A0E0D4-91B6-0162-3763-1E15A1CAB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08" y="1340768"/>
            <a:ext cx="8028384" cy="1041104"/>
          </a:xfrm>
          <a:prstGeom prst="rect">
            <a:avLst/>
          </a:prstGeom>
        </p:spPr>
      </p:pic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B3079FB5-02B5-9193-053A-9F55CD755C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276259"/>
              </p:ext>
            </p:extLst>
          </p:nvPr>
        </p:nvGraphicFramePr>
        <p:xfrm>
          <a:off x="971600" y="4217366"/>
          <a:ext cx="4953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495402" imgH="518055" progId="Package">
                  <p:embed/>
                </p:oleObj>
              </mc:Choice>
              <mc:Fallback>
                <p:oleObj name="포장기 셸 개체" showAsIcon="1" r:id="rId3" imgW="495402" imgH="51805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600" y="4217366"/>
                        <a:ext cx="4953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48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9DB3-F9A5-87C1-CFFB-7BFAF406A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507D3A-53DD-A772-8C20-2AED011C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86777-FD5B-3A8F-1309-83D7C253A01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 err="1"/>
              <a:t>fsdata.c</a:t>
            </a:r>
            <a:r>
              <a:rPr lang="ko-KR" altLang="en-US" b="0" i="0" kern="0" dirty="0"/>
              <a:t>를 빌드하지 않도록 설정 </a:t>
            </a:r>
            <a:r>
              <a:rPr lang="en-US" altLang="ko-KR" b="0" i="0" kern="0" dirty="0"/>
              <a:t>- </a:t>
            </a:r>
            <a:r>
              <a:rPr lang="en-US" altLang="ko-KR" b="0" i="0" kern="0" dirty="0" err="1"/>
              <a:t>fsdata.c</a:t>
            </a:r>
            <a:r>
              <a:rPr lang="en-US" altLang="ko-KR" b="0" i="0" kern="0" dirty="0"/>
              <a:t> </a:t>
            </a:r>
            <a:r>
              <a:rPr lang="ko-KR" altLang="en-US" b="0" i="0" kern="0" dirty="0" err="1"/>
              <a:t>우클릭</a:t>
            </a:r>
            <a:r>
              <a:rPr lang="ko-KR" altLang="en-US" b="0" i="0" kern="0" dirty="0"/>
              <a:t> 후 </a:t>
            </a:r>
            <a:r>
              <a:rPr lang="en-US" altLang="ko-KR" b="0" i="0" kern="0" dirty="0"/>
              <a:t>"Resource Configurations“-”Exclude from Build…” - “Debug”/”Release”  </a:t>
            </a:r>
            <a:r>
              <a:rPr lang="ko-KR" altLang="en-US" b="0" i="0" kern="0" dirty="0"/>
              <a:t>선택 후 “</a:t>
            </a:r>
            <a:r>
              <a:rPr lang="en-US" altLang="ko-KR" b="0" i="0" kern="0" dirty="0"/>
              <a:t>OK”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E8544A-9F41-6E14-ADCC-BC2F997D6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50" y="2060848"/>
            <a:ext cx="4535413" cy="38660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B1F051-B7EE-0882-E130-ED752AF4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535" y="2060848"/>
            <a:ext cx="2353315" cy="273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27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12964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브라우저에서 </a:t>
            </a:r>
            <a:r>
              <a:rPr lang="en-US" altLang="ko-KR" b="0" i="0" kern="0" dirty="0"/>
              <a:t>LED </a:t>
            </a:r>
            <a:r>
              <a:rPr lang="ko-KR" altLang="en-US" b="0" i="0" kern="0" dirty="0"/>
              <a:t>컨트롤이 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33BE49-B1DB-2C0C-EDA5-8700EBA7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340768"/>
            <a:ext cx="6696744" cy="51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20324</TotalTime>
  <Words>1254</Words>
  <Application>Microsoft Office PowerPoint</Application>
  <PresentationFormat>화면 슬라이드 쇼(4:3)</PresentationFormat>
  <Paragraphs>225</Paragraphs>
  <Slides>34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포장기 셸 개체</vt:lpstr>
      <vt:lpstr>Ethernet 실습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Project 생성 - Ethernet</vt:lpstr>
      <vt:lpstr>BIN 파일 생성 설정</vt:lpstr>
      <vt:lpstr>BIN 파일 생성 설정</vt:lpstr>
      <vt:lpstr>Code 수정 </vt:lpstr>
      <vt:lpstr>Code 수정 </vt:lpstr>
      <vt:lpstr>Code 수정 </vt:lpstr>
      <vt:lpstr>Code 수정 </vt:lpstr>
      <vt:lpstr>Code 수정 </vt:lpstr>
      <vt:lpstr>Code 수정 </vt:lpstr>
      <vt:lpstr>Code 수정 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695</cp:revision>
  <dcterms:created xsi:type="dcterms:W3CDTF">2006-02-08T03:00:46Z</dcterms:created>
  <dcterms:modified xsi:type="dcterms:W3CDTF">2026-01-19T00:35:34Z</dcterms:modified>
</cp:coreProperties>
</file>