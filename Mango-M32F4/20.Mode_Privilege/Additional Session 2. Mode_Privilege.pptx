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3"/>
  </p:notesMasterIdLst>
  <p:handoutMasterIdLst>
    <p:handoutMasterId r:id="rId24"/>
  </p:handoutMasterIdLst>
  <p:sldIdLst>
    <p:sldId id="308" r:id="rId2"/>
    <p:sldId id="329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0033"/>
    <a:srgbClr val="FFFF99"/>
    <a:srgbClr val="C0C0C0"/>
    <a:srgbClr val="CCECFF"/>
    <a:srgbClr val="FF99CC"/>
    <a:srgbClr val="99FF99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44" autoAdjust="0"/>
    <p:restoredTop sz="84551" autoAdjust="0"/>
  </p:normalViewPr>
  <p:slideViewPr>
    <p:cSldViewPr snapToObjects="1">
      <p:cViewPr varScale="1">
        <p:scale>
          <a:sx n="112" d="100"/>
          <a:sy n="112" d="100"/>
        </p:scale>
        <p:origin x="1116" y="102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http://cafe.naver.com/embeddedcrazyboys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Mode Privilege</a:t>
            </a:r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Processor mode</a:t>
            </a:r>
            <a:r>
              <a:rPr lang="ko-KR" altLang="en-US" dirty="0"/>
              <a:t>와 </a:t>
            </a:r>
            <a:r>
              <a:rPr lang="en-US" altLang="ko-KR" dirty="0"/>
              <a:t>Privilege level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Processor mode:</a:t>
            </a:r>
            <a:r>
              <a:rPr lang="ko-KR" altLang="en-US" dirty="0"/>
              <a:t> </a:t>
            </a:r>
            <a:r>
              <a:rPr lang="en-US" altLang="ko-KR" b="1" u="sng" dirty="0">
                <a:solidFill>
                  <a:srgbClr val="660033"/>
                </a:solidFill>
              </a:rPr>
              <a:t>Thread mode</a:t>
            </a:r>
            <a:r>
              <a:rPr lang="ko-KR" altLang="en-US" b="1" u="sng" dirty="0">
                <a:solidFill>
                  <a:srgbClr val="660033"/>
                </a:solidFill>
              </a:rPr>
              <a:t>와 </a:t>
            </a:r>
            <a:r>
              <a:rPr lang="en-US" altLang="ko-KR" b="1" u="sng" dirty="0">
                <a:solidFill>
                  <a:srgbClr val="660033"/>
                </a:solidFill>
              </a:rPr>
              <a:t>Handler mode</a:t>
            </a:r>
          </a:p>
          <a:p>
            <a:pPr lvl="1"/>
            <a:r>
              <a:rPr lang="en-US" altLang="ko-KR" dirty="0"/>
              <a:t>Thread mode: </a:t>
            </a:r>
            <a:r>
              <a:rPr lang="ko-KR" altLang="en-US" dirty="0"/>
              <a:t>프로세서가 보통의 </a:t>
            </a:r>
            <a:r>
              <a:rPr lang="en-US" altLang="ko-KR" dirty="0"/>
              <a:t>Application Program</a:t>
            </a:r>
            <a:r>
              <a:rPr lang="ko-KR" altLang="en-US" dirty="0"/>
              <a:t>을 실행</a:t>
            </a:r>
            <a:r>
              <a:rPr lang="en-US" altLang="ko-KR" dirty="0"/>
              <a:t>. </a:t>
            </a:r>
            <a:r>
              <a:rPr lang="ko-KR" altLang="en-US" dirty="0"/>
              <a:t>처음 </a:t>
            </a:r>
            <a:r>
              <a:rPr lang="en-US" altLang="ko-KR" dirty="0"/>
              <a:t>Reset</a:t>
            </a:r>
            <a:r>
              <a:rPr lang="ko-KR" altLang="en-US" dirty="0"/>
              <a:t>이 되었을 때 프로세서는 </a:t>
            </a:r>
            <a:r>
              <a:rPr lang="en-US" altLang="ko-KR" dirty="0"/>
              <a:t>Thread mode</a:t>
            </a:r>
            <a:r>
              <a:rPr lang="ko-KR" altLang="en-US" dirty="0"/>
              <a:t>에 진입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Handler mode: Exception handler</a:t>
            </a:r>
            <a:r>
              <a:rPr lang="ko-KR" altLang="en-US" dirty="0"/>
              <a:t>를 실행</a:t>
            </a:r>
            <a:r>
              <a:rPr lang="en-US" altLang="ko-KR" dirty="0"/>
              <a:t>. Exception</a:t>
            </a:r>
            <a:r>
              <a:rPr lang="ko-KR" altLang="en-US" dirty="0"/>
              <a:t>을 처리할 때 프로세서는 </a:t>
            </a:r>
            <a:r>
              <a:rPr lang="en-US" altLang="ko-KR" dirty="0"/>
              <a:t>Handler mode</a:t>
            </a:r>
            <a:r>
              <a:rPr lang="ko-KR" altLang="en-US" dirty="0"/>
              <a:t>로 동작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u="sng" dirty="0"/>
              <a:t>Exception </a:t>
            </a:r>
            <a:r>
              <a:rPr lang="ko-KR" altLang="en-US" b="1" u="sng" dirty="0"/>
              <a:t>처리를 끝내면 프로세서는 </a:t>
            </a:r>
            <a:r>
              <a:rPr lang="en-US" altLang="ko-KR" b="1" u="sng" dirty="0"/>
              <a:t>Thread mode</a:t>
            </a:r>
            <a:r>
              <a:rPr lang="ko-KR" altLang="en-US" b="1" u="sng" dirty="0"/>
              <a:t>로 되돌아 간다</a:t>
            </a:r>
            <a:r>
              <a:rPr lang="en-US" altLang="ko-KR" b="1" u="sng" dirty="0"/>
              <a:t>.</a:t>
            </a:r>
          </a:p>
          <a:p>
            <a:pPr lvl="1"/>
            <a:endParaRPr lang="en-US" altLang="ko-KR" b="1" u="sng" dirty="0"/>
          </a:p>
          <a:p>
            <a:r>
              <a:rPr lang="en-US" altLang="ko-KR" dirty="0"/>
              <a:t>Privilege level:</a:t>
            </a:r>
            <a:r>
              <a:rPr lang="ko-KR" altLang="en-US" dirty="0"/>
              <a:t> 특권 레벨과 사용자 레벨</a:t>
            </a:r>
            <a:endParaRPr lang="en-US" altLang="ko-KR" dirty="0"/>
          </a:p>
          <a:p>
            <a:pPr lvl="1"/>
            <a:r>
              <a:rPr lang="en-US" altLang="ko-KR" b="1" u="sng" dirty="0">
                <a:solidFill>
                  <a:srgbClr val="660033"/>
                </a:solidFill>
              </a:rPr>
              <a:t>Privilege level</a:t>
            </a:r>
            <a:r>
              <a:rPr lang="ko-KR" altLang="en-US" b="1" u="sng" dirty="0">
                <a:solidFill>
                  <a:srgbClr val="660033"/>
                </a:solidFill>
              </a:rPr>
              <a:t>과 </a:t>
            </a:r>
            <a:r>
              <a:rPr lang="en-US" altLang="ko-KR" b="1" u="sng" dirty="0">
                <a:solidFill>
                  <a:srgbClr val="660033"/>
                </a:solidFill>
              </a:rPr>
              <a:t>Unprivileged level</a:t>
            </a:r>
          </a:p>
          <a:p>
            <a:pPr lvl="1"/>
            <a:r>
              <a:rPr lang="ko-KR" altLang="en-US" dirty="0"/>
              <a:t>이러한 구분은 </a:t>
            </a:r>
            <a:r>
              <a:rPr lang="ko-KR" altLang="en-US" b="1" u="sng" dirty="0">
                <a:solidFill>
                  <a:srgbClr val="0000FF"/>
                </a:solidFill>
              </a:rPr>
              <a:t>기본적으로 보호를 목적</a:t>
            </a:r>
            <a:r>
              <a:rPr lang="en-US" altLang="ko-KR" dirty="0"/>
              <a:t>: </a:t>
            </a:r>
            <a:r>
              <a:rPr lang="ko-KR" altLang="en-US" dirty="0"/>
              <a:t>중요한 부분에 침해가 발생할 수 있는 가능성을 미연에 방지</a:t>
            </a:r>
            <a:r>
              <a:rPr lang="en-US" altLang="ko-KR" dirty="0"/>
              <a:t>. Critical</a:t>
            </a:r>
            <a:r>
              <a:rPr lang="ko-KR" altLang="en-US" dirty="0"/>
              <a:t>한 영역으로의 메모리 접근을 보호</a:t>
            </a:r>
            <a:endParaRPr lang="en-US" altLang="ko-KR" dirty="0"/>
          </a:p>
          <a:p>
            <a:pPr lvl="1"/>
            <a:r>
              <a:rPr lang="en-US" altLang="ko-KR" dirty="0"/>
              <a:t>Privilege level</a:t>
            </a:r>
            <a:r>
              <a:rPr lang="ko-KR" altLang="en-US" dirty="0"/>
              <a:t>에서는 프로세서가 할 수 있는 모든 일을 할 수 있다</a:t>
            </a:r>
            <a:endParaRPr lang="en-US" altLang="ko-KR" dirty="0"/>
          </a:p>
          <a:p>
            <a:pPr lvl="1"/>
            <a:r>
              <a:rPr lang="ko-KR" altLang="en-US" dirty="0"/>
              <a:t>결국 </a:t>
            </a:r>
            <a:r>
              <a:rPr lang="en-US" altLang="ko-KR" dirty="0"/>
              <a:t>Unprivileged level</a:t>
            </a:r>
            <a:r>
              <a:rPr lang="ko-KR" altLang="en-US" dirty="0"/>
              <a:t>에서 할 수 없는 일이 무엇인가만 알면 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7903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Unprivileged level</a:t>
            </a:r>
            <a:r>
              <a:rPr lang="ko-KR" altLang="en-US" dirty="0"/>
              <a:t> 수행 소프트웨어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Unprivileged level</a:t>
            </a:r>
            <a:r>
              <a:rPr lang="ko-KR" altLang="en-US" dirty="0"/>
              <a:t> 수행 소프트웨어 특징</a:t>
            </a:r>
            <a:endParaRPr lang="en-US" altLang="ko-KR" dirty="0"/>
          </a:p>
          <a:p>
            <a:pPr lvl="1"/>
            <a:r>
              <a:rPr lang="en-US" altLang="ko-KR" dirty="0"/>
              <a:t>MSR</a:t>
            </a:r>
            <a:r>
              <a:rPr lang="ko-KR" altLang="en-US" dirty="0"/>
              <a:t>과 </a:t>
            </a:r>
            <a:r>
              <a:rPr lang="en-US" altLang="ko-KR" dirty="0"/>
              <a:t>MRS </a:t>
            </a:r>
            <a:r>
              <a:rPr lang="ko-KR" altLang="en-US" dirty="0"/>
              <a:t>명령에 제한</a:t>
            </a:r>
            <a:r>
              <a:rPr lang="en-US" altLang="ko-KR" dirty="0"/>
              <a:t> (</a:t>
            </a:r>
            <a:r>
              <a:rPr lang="ko-KR" altLang="en-US" dirty="0"/>
              <a:t>읽는 작업은 되지만 설정하는 작업 안됨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MRS: Move from Special Register </a:t>
            </a:r>
            <a:r>
              <a:rPr lang="ko-KR" altLang="en-US" dirty="0"/>
              <a:t>특수 레지스터 값을 읽는다</a:t>
            </a:r>
            <a:endParaRPr lang="en-US" altLang="ko-KR" dirty="0"/>
          </a:p>
          <a:p>
            <a:pPr lvl="2"/>
            <a:r>
              <a:rPr lang="en-US" altLang="ko-KR" dirty="0"/>
              <a:t>MSR: Move to Special Register </a:t>
            </a:r>
            <a:r>
              <a:rPr lang="ko-KR" altLang="en-US" dirty="0"/>
              <a:t>특수 레지스터 값 설정</a:t>
            </a:r>
            <a:endParaRPr lang="en-US" altLang="ko-KR" dirty="0"/>
          </a:p>
          <a:p>
            <a:pPr lvl="1"/>
            <a:r>
              <a:rPr lang="en-US" altLang="ko-KR" dirty="0"/>
              <a:t>CPS instruction(Change Processor State)</a:t>
            </a:r>
            <a:r>
              <a:rPr lang="ko-KR" altLang="en-US" dirty="0"/>
              <a:t>을 사용할 수 없다</a:t>
            </a:r>
            <a:endParaRPr lang="en-US" altLang="ko-KR" dirty="0"/>
          </a:p>
          <a:p>
            <a:pPr lvl="2"/>
            <a:r>
              <a:rPr lang="en-US" altLang="ko-KR" dirty="0"/>
              <a:t>CPSID </a:t>
            </a:r>
            <a:r>
              <a:rPr lang="en-US" altLang="ko-KR" dirty="0" err="1"/>
              <a:t>i</a:t>
            </a:r>
            <a:r>
              <a:rPr lang="en-US" altLang="ko-KR" dirty="0"/>
              <a:t> : IRQ </a:t>
            </a:r>
            <a:r>
              <a:rPr lang="ko-KR" altLang="en-US" dirty="0"/>
              <a:t>비활성화</a:t>
            </a:r>
            <a:r>
              <a:rPr lang="en-US" altLang="ko-KR" dirty="0"/>
              <a:t>(Interrupt Disable)</a:t>
            </a:r>
          </a:p>
          <a:p>
            <a:pPr lvl="2"/>
            <a:r>
              <a:rPr lang="en-US" altLang="ko-KR" dirty="0"/>
              <a:t>CPSIE </a:t>
            </a:r>
            <a:r>
              <a:rPr lang="en-US" altLang="ko-KR" dirty="0" err="1"/>
              <a:t>i</a:t>
            </a:r>
            <a:r>
              <a:rPr lang="en-US" altLang="ko-KR" dirty="0"/>
              <a:t> : IRQ </a:t>
            </a:r>
            <a:r>
              <a:rPr lang="ko-KR" altLang="en-US" dirty="0"/>
              <a:t>활성화</a:t>
            </a:r>
            <a:r>
              <a:rPr lang="en-US" altLang="ko-KR" dirty="0"/>
              <a:t>(Interrupt Enable)</a:t>
            </a:r>
          </a:p>
          <a:p>
            <a:pPr lvl="2"/>
            <a:r>
              <a:rPr lang="en-US" altLang="ko-KR" dirty="0"/>
              <a:t>CPSID f : Fault </a:t>
            </a:r>
            <a:r>
              <a:rPr lang="ko-KR" altLang="en-US" dirty="0"/>
              <a:t>비활성화</a:t>
            </a:r>
            <a:endParaRPr lang="en-US" altLang="ko-KR" dirty="0"/>
          </a:p>
          <a:p>
            <a:pPr lvl="2"/>
            <a:r>
              <a:rPr lang="en-US" altLang="ko-KR" dirty="0"/>
              <a:t>CPSIE f : Fault </a:t>
            </a:r>
            <a:r>
              <a:rPr lang="ko-KR" altLang="en-US" dirty="0"/>
              <a:t>활성화</a:t>
            </a:r>
            <a:endParaRPr lang="en-US" altLang="ko-KR" dirty="0"/>
          </a:p>
          <a:p>
            <a:pPr lvl="1"/>
            <a:r>
              <a:rPr lang="en-US" altLang="ko-KR" dirty="0"/>
              <a:t>System Timer, NVIC, System Control Block</a:t>
            </a:r>
            <a:r>
              <a:rPr lang="ko-KR" altLang="en-US" dirty="0"/>
              <a:t>을 접근할 수 없다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memory</a:t>
            </a:r>
            <a:r>
              <a:rPr lang="ko-KR" altLang="en-US" dirty="0"/>
              <a:t>나 </a:t>
            </a:r>
            <a:r>
              <a:rPr lang="en-US" altLang="ko-KR" dirty="0"/>
              <a:t>peripherals</a:t>
            </a:r>
            <a:r>
              <a:rPr lang="ko-KR" altLang="en-US" dirty="0"/>
              <a:t>에 대한 접근이 제한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Privilege level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Handler mode</a:t>
            </a:r>
            <a:r>
              <a:rPr lang="ko-KR" altLang="en-US" dirty="0"/>
              <a:t>에서는 모든 프로그램이 </a:t>
            </a:r>
            <a:r>
              <a:rPr lang="en-US" altLang="ko-KR" dirty="0"/>
              <a:t>Privilege level</a:t>
            </a:r>
            <a:r>
              <a:rPr lang="ko-KR" altLang="en-US" dirty="0"/>
              <a:t>로 동작</a:t>
            </a:r>
            <a:endParaRPr lang="en-US" altLang="ko-KR" dirty="0"/>
          </a:p>
          <a:p>
            <a:r>
              <a:rPr lang="en-US" altLang="ko-KR" b="1" u="sng" dirty="0">
                <a:solidFill>
                  <a:srgbClr val="660033"/>
                </a:solidFill>
              </a:rPr>
              <a:t>Thread mode</a:t>
            </a:r>
            <a:r>
              <a:rPr lang="ko-KR" altLang="en-US" b="1" u="sng" dirty="0">
                <a:solidFill>
                  <a:srgbClr val="660033"/>
                </a:solidFill>
              </a:rPr>
              <a:t>에서는 </a:t>
            </a:r>
            <a:r>
              <a:rPr lang="en-US" altLang="ko-KR" b="1" u="sng" dirty="0">
                <a:solidFill>
                  <a:srgbClr val="660033"/>
                </a:solidFill>
              </a:rPr>
              <a:t>Privilege level</a:t>
            </a:r>
            <a:r>
              <a:rPr lang="ko-KR" altLang="en-US" b="1" u="sng" dirty="0">
                <a:solidFill>
                  <a:srgbClr val="660033"/>
                </a:solidFill>
              </a:rPr>
              <a:t>로 동작할수도 있고</a:t>
            </a:r>
            <a:r>
              <a:rPr lang="en-US" altLang="ko-KR" b="1" u="sng" dirty="0">
                <a:solidFill>
                  <a:srgbClr val="660033"/>
                </a:solidFill>
              </a:rPr>
              <a:t>, Unprivileged level</a:t>
            </a:r>
            <a:r>
              <a:rPr lang="ko-KR" altLang="en-US" b="1" u="sng" dirty="0">
                <a:solidFill>
                  <a:srgbClr val="660033"/>
                </a:solidFill>
              </a:rPr>
              <a:t>로 동작할 수도 있다</a:t>
            </a:r>
            <a:r>
              <a:rPr lang="en-US" altLang="ko-KR" b="1" u="sng" dirty="0">
                <a:solidFill>
                  <a:srgbClr val="660033"/>
                </a:solidFill>
              </a:rPr>
              <a:t>.</a:t>
            </a:r>
            <a:r>
              <a:rPr lang="en-US" altLang="ko-KR" dirty="0"/>
              <a:t> </a:t>
            </a:r>
            <a:r>
              <a:rPr lang="ko-KR" altLang="en-US" dirty="0"/>
              <a:t>이에 대한 구분이 기록되어 있는 곳이 </a:t>
            </a:r>
            <a:r>
              <a:rPr lang="en-US" altLang="ko-KR" dirty="0"/>
              <a:t>CONTROL register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CONTROL register</a:t>
            </a:r>
            <a:r>
              <a:rPr lang="ko-KR" altLang="en-US" dirty="0"/>
              <a:t>를 </a:t>
            </a:r>
            <a:r>
              <a:rPr lang="en-US" altLang="ko-KR" dirty="0"/>
              <a:t>Write</a:t>
            </a:r>
            <a:r>
              <a:rPr lang="ko-KR" altLang="en-US" dirty="0"/>
              <a:t>하는 것은 오로지 </a:t>
            </a:r>
            <a:r>
              <a:rPr lang="en-US" altLang="ko-KR" dirty="0"/>
              <a:t>Privilege level </a:t>
            </a:r>
            <a:r>
              <a:rPr lang="ko-KR" altLang="en-US" dirty="0"/>
              <a:t>소프트웨어만이 가능</a:t>
            </a:r>
            <a:r>
              <a:rPr lang="en-US" altLang="ko-KR" dirty="0"/>
              <a:t>. </a:t>
            </a:r>
            <a:r>
              <a:rPr lang="ko-KR" altLang="en-US" dirty="0"/>
              <a:t>만약 </a:t>
            </a:r>
            <a:r>
              <a:rPr lang="en-US" altLang="ko-KR" dirty="0"/>
              <a:t>Unprivileged software</a:t>
            </a:r>
            <a:r>
              <a:rPr lang="ko-KR" altLang="en-US" dirty="0"/>
              <a:t>가 </a:t>
            </a:r>
            <a:r>
              <a:rPr lang="en-US" altLang="ko-KR" dirty="0"/>
              <a:t>Privileged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변환되기를 원할 경우 이를 변경시키기 위해서 </a:t>
            </a:r>
            <a:r>
              <a:rPr lang="en-US" altLang="ko-KR" dirty="0"/>
              <a:t>SVC instruction</a:t>
            </a:r>
            <a:r>
              <a:rPr lang="ko-KR" altLang="en-US" dirty="0"/>
              <a:t>을 사용해서 </a:t>
            </a:r>
            <a:r>
              <a:rPr lang="en-US" altLang="ko-KR" dirty="0"/>
              <a:t>supervisor call </a:t>
            </a:r>
            <a:r>
              <a:rPr lang="ko-KR" altLang="en-US" dirty="0"/>
              <a:t>인터럽트를 발생시키고 변경 작업을 수행</a:t>
            </a:r>
            <a:endParaRPr lang="en-US" altLang="ko-KR" dirty="0"/>
          </a:p>
          <a:p>
            <a:pPr lvl="1"/>
            <a:r>
              <a:rPr lang="en-US" altLang="ko-KR" b="1" u="sng" dirty="0"/>
              <a:t>Unprivileged level</a:t>
            </a:r>
            <a:r>
              <a:rPr lang="ko-KR" altLang="en-US" b="1" u="sng" dirty="0"/>
              <a:t>로 동작 중인 프로그램은 </a:t>
            </a:r>
            <a:r>
              <a:rPr lang="en-US" altLang="ko-KR" b="1" u="sng" dirty="0"/>
              <a:t>CONTROL register</a:t>
            </a:r>
            <a:r>
              <a:rPr lang="ko-KR" altLang="en-US" b="1" u="sng" dirty="0"/>
              <a:t>를 </a:t>
            </a:r>
            <a:r>
              <a:rPr lang="en-US" altLang="ko-KR" b="1" u="sng" dirty="0"/>
              <a:t>Write</a:t>
            </a:r>
            <a:r>
              <a:rPr lang="ko-KR" altLang="en-US" b="1" u="sng" dirty="0"/>
              <a:t>해서 </a:t>
            </a:r>
            <a:r>
              <a:rPr lang="en-US" altLang="ko-KR" b="1" u="sng" dirty="0"/>
              <a:t>Privilege level</a:t>
            </a:r>
            <a:r>
              <a:rPr lang="ko-KR" altLang="en-US" b="1" u="sng" dirty="0"/>
              <a:t>로 변경시킬 방법이 없다</a:t>
            </a:r>
            <a:r>
              <a:rPr lang="en-US" altLang="ko-KR" b="1" u="sng" dirty="0"/>
              <a:t>.</a:t>
            </a:r>
            <a:r>
              <a:rPr lang="en-US" altLang="ko-KR" dirty="0"/>
              <a:t> </a:t>
            </a:r>
            <a:r>
              <a:rPr lang="ko-KR" altLang="en-US" dirty="0"/>
              <a:t>이를 위해 </a:t>
            </a:r>
            <a:r>
              <a:rPr lang="en-US" altLang="ko-KR" dirty="0"/>
              <a:t>Exception</a:t>
            </a:r>
            <a:r>
              <a:rPr lang="ko-KR" altLang="en-US" dirty="0"/>
              <a:t>을 발생시켜 </a:t>
            </a:r>
            <a:r>
              <a:rPr lang="en-US" altLang="ko-KR" dirty="0"/>
              <a:t>CONTROL register</a:t>
            </a:r>
            <a:r>
              <a:rPr lang="ko-KR" altLang="en-US" dirty="0"/>
              <a:t>를 변경시킬 수 있도록 만드는 것이다</a:t>
            </a:r>
            <a:r>
              <a:rPr lang="en-US" altLang="ko-KR" dirty="0"/>
              <a:t>.</a:t>
            </a:r>
            <a:r>
              <a:rPr lang="ko-KR" altLang="en-US" dirty="0"/>
              <a:t> 이 방법이 </a:t>
            </a:r>
            <a:r>
              <a:rPr lang="en-US" altLang="ko-KR" dirty="0"/>
              <a:t>SVC</a:t>
            </a:r>
            <a:r>
              <a:rPr lang="ko-KR" altLang="en-US" dirty="0"/>
              <a:t>를 이용하는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27" name="Picture 3" descr="Snap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4786322"/>
            <a:ext cx="8336745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 Stack</a:t>
            </a:r>
            <a:r>
              <a:rPr lang="ko-KR" altLang="en-US" dirty="0"/>
              <a:t>과 </a:t>
            </a:r>
            <a:r>
              <a:rPr lang="en-US" altLang="ko-KR" dirty="0"/>
              <a:t>Process Stack </a:t>
            </a:r>
            <a:endParaRPr lang="ko-KR" altLang="en-US" dirty="0"/>
          </a:p>
        </p:txBody>
      </p:sp>
      <p:pic>
        <p:nvPicPr>
          <p:cNvPr id="2050" name="Picture 2" descr="Snap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714356"/>
            <a:ext cx="7500990" cy="566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Banked Stack Pointer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R13</a:t>
            </a:r>
            <a:r>
              <a:rPr lang="ko-KR" altLang="en-US" dirty="0"/>
              <a:t>이라고 하면 어떤 레지스터가 접근되는 것일까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Stack Pointer</a:t>
            </a:r>
            <a:r>
              <a:rPr lang="ko-KR" altLang="en-US" dirty="0"/>
              <a:t>는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r>
              <a:rPr lang="en-US" altLang="ko-KR" dirty="0"/>
              <a:t>. </a:t>
            </a:r>
            <a:r>
              <a:rPr lang="en-US" altLang="ko-KR" b="1" u="sng" dirty="0">
                <a:solidFill>
                  <a:srgbClr val="660033"/>
                </a:solidFill>
              </a:rPr>
              <a:t>Main Stack</a:t>
            </a:r>
            <a:r>
              <a:rPr lang="ko-KR" altLang="en-US" b="1" u="sng" dirty="0">
                <a:solidFill>
                  <a:srgbClr val="660033"/>
                </a:solidFill>
              </a:rPr>
              <a:t>과 </a:t>
            </a:r>
            <a:r>
              <a:rPr lang="en-US" altLang="ko-KR" b="1" u="sng" dirty="0">
                <a:solidFill>
                  <a:srgbClr val="660033"/>
                </a:solidFill>
              </a:rPr>
              <a:t>Process Stack</a:t>
            </a:r>
          </a:p>
          <a:p>
            <a:pPr lvl="1"/>
            <a:r>
              <a:rPr lang="en-US" altLang="ko-KR" dirty="0"/>
              <a:t>R13</a:t>
            </a:r>
            <a:r>
              <a:rPr lang="ko-KR" altLang="en-US" dirty="0"/>
              <a:t>이라고 했을 때 접근되는 것은 </a:t>
            </a:r>
            <a:r>
              <a:rPr lang="en-US" altLang="ko-KR" dirty="0"/>
              <a:t>Main Stack</a:t>
            </a:r>
            <a:r>
              <a:rPr lang="ko-KR" altLang="en-US" dirty="0"/>
              <a:t>이거나 </a:t>
            </a:r>
            <a:r>
              <a:rPr lang="en-US" altLang="ko-KR" dirty="0"/>
              <a:t>Process Stack</a:t>
            </a:r>
            <a:r>
              <a:rPr lang="ko-KR" altLang="en-US" dirty="0"/>
              <a:t>을 가리키게 될 것이다</a:t>
            </a:r>
            <a:r>
              <a:rPr lang="en-US" altLang="ko-KR" dirty="0"/>
              <a:t>. </a:t>
            </a:r>
            <a:r>
              <a:rPr lang="ko-KR" altLang="en-US" dirty="0"/>
              <a:t>이것을 구분하는 것은 </a:t>
            </a:r>
            <a:r>
              <a:rPr lang="en-US" altLang="ko-KR" dirty="0"/>
              <a:t>CONTROL register.</a:t>
            </a:r>
          </a:p>
          <a:p>
            <a:r>
              <a:rPr lang="en-US" altLang="ko-KR" dirty="0"/>
              <a:t>Banked</a:t>
            </a:r>
            <a:r>
              <a:rPr lang="ko-KR" altLang="en-US" dirty="0"/>
              <a:t>의 의미</a:t>
            </a:r>
          </a:p>
          <a:p>
            <a:pPr lvl="1"/>
            <a:r>
              <a:rPr lang="en-US" altLang="ko-KR" dirty="0"/>
              <a:t>Banked</a:t>
            </a:r>
            <a:r>
              <a:rPr lang="ko-KR" altLang="en-US" dirty="0"/>
              <a:t>는 </a:t>
            </a:r>
            <a:r>
              <a:rPr lang="ko-KR" altLang="en-US" b="1" u="sng" dirty="0"/>
              <a:t>한번에 하나의 부분만 볼수 있다는 것</a:t>
            </a:r>
            <a:endParaRPr lang="en-US" altLang="ko-KR" b="1" u="sng" dirty="0"/>
          </a:p>
          <a:p>
            <a:pPr lvl="1"/>
            <a:r>
              <a:rPr lang="ko-KR" altLang="en-US" dirty="0"/>
              <a:t>어떤 상태에서 접근할 수 있는 레지스터는 </a:t>
            </a:r>
            <a:r>
              <a:rPr lang="en-US" altLang="ko-KR" dirty="0"/>
              <a:t>PSP</a:t>
            </a:r>
            <a:r>
              <a:rPr lang="ko-KR" altLang="en-US" dirty="0"/>
              <a:t>거나 </a:t>
            </a:r>
            <a:r>
              <a:rPr lang="en-US" altLang="ko-KR" dirty="0"/>
              <a:t>MSP</a:t>
            </a:r>
            <a:r>
              <a:rPr lang="ko-KR" altLang="en-US" dirty="0"/>
              <a:t>인 것이지 둘 다 볼수는 없다는 의미</a:t>
            </a:r>
            <a:r>
              <a:rPr lang="en-US" altLang="ko-KR" dirty="0"/>
              <a:t> (MRS</a:t>
            </a:r>
            <a:r>
              <a:rPr lang="ko-KR" altLang="en-US" dirty="0"/>
              <a:t>나 </a:t>
            </a:r>
            <a:r>
              <a:rPr lang="en-US" altLang="ko-KR" dirty="0"/>
              <a:t>MSR </a:t>
            </a:r>
            <a:r>
              <a:rPr lang="ko-KR" altLang="en-US" dirty="0"/>
              <a:t>명령을 사용해서 다른 것도 접근할 수 있다</a:t>
            </a:r>
            <a:r>
              <a:rPr lang="en-US" altLang="ko-KR" dirty="0"/>
              <a:t>. </a:t>
            </a:r>
            <a:r>
              <a:rPr lang="ko-KR" altLang="en-US" dirty="0"/>
              <a:t>당연히 </a:t>
            </a:r>
            <a:r>
              <a:rPr lang="en-US" altLang="ko-KR" dirty="0"/>
              <a:t>Privilege level</a:t>
            </a:r>
            <a:r>
              <a:rPr lang="ko-KR" altLang="en-US" dirty="0"/>
              <a:t>이어야 함</a:t>
            </a:r>
            <a:r>
              <a:rPr lang="en-US" altLang="ko-KR" dirty="0"/>
              <a:t>)</a:t>
            </a:r>
          </a:p>
          <a:p>
            <a:r>
              <a:rPr lang="en-US" altLang="ko-KR" b="1" u="sng" dirty="0">
                <a:solidFill>
                  <a:srgbClr val="660033"/>
                </a:solidFill>
              </a:rPr>
              <a:t>Banked</a:t>
            </a:r>
            <a:r>
              <a:rPr lang="ko-KR" altLang="en-US" b="1" u="sng" dirty="0">
                <a:solidFill>
                  <a:srgbClr val="660033"/>
                </a:solidFill>
              </a:rPr>
              <a:t> 방식 사용 이유</a:t>
            </a:r>
            <a:r>
              <a:rPr lang="en-US" altLang="ko-KR" b="1" u="sng" dirty="0">
                <a:solidFill>
                  <a:srgbClr val="660033"/>
                </a:solidFill>
              </a:rPr>
              <a:t>? </a:t>
            </a:r>
            <a:r>
              <a:rPr lang="ko-KR" altLang="en-US" b="1" u="sng" dirty="0">
                <a:solidFill>
                  <a:srgbClr val="660033"/>
                </a:solidFill>
              </a:rPr>
              <a:t>속도 때문</a:t>
            </a:r>
            <a:endParaRPr lang="en-US" altLang="ko-KR" b="1" u="sng" dirty="0">
              <a:solidFill>
                <a:srgbClr val="660033"/>
              </a:solidFill>
            </a:endParaRPr>
          </a:p>
          <a:p>
            <a:pPr lvl="1"/>
            <a:r>
              <a:rPr lang="en-US" altLang="ko-KR" dirty="0"/>
              <a:t>R13 </a:t>
            </a:r>
            <a:r>
              <a:rPr lang="ko-KR" altLang="en-US" dirty="0"/>
              <a:t>하나만을 이용한다고 가정하면 이 경우 뭔가 다른 동작을 수행하려고 하면 스텍에 모든 것을 저장하고 복구하는 과정을 수행하지 않을 수 없다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하지만 이것을 </a:t>
            </a:r>
            <a:r>
              <a:rPr lang="en-US" altLang="ko-KR" dirty="0"/>
              <a:t>2</a:t>
            </a:r>
            <a:r>
              <a:rPr lang="ko-KR" altLang="en-US" dirty="0"/>
              <a:t>개를 만들어 놓음으로써 </a:t>
            </a:r>
            <a:r>
              <a:rPr lang="en-US" altLang="ko-KR" dirty="0"/>
              <a:t>PSP</a:t>
            </a:r>
            <a:r>
              <a:rPr lang="ko-KR" altLang="en-US" dirty="0"/>
              <a:t>로 동작 중이다가 </a:t>
            </a:r>
            <a:r>
              <a:rPr lang="en-US" altLang="ko-KR" dirty="0"/>
              <a:t>MSP</a:t>
            </a:r>
            <a:r>
              <a:rPr lang="ko-KR" altLang="en-US" dirty="0"/>
              <a:t>를 사용해야 하는 시점이 되었을 때 레지스터 접근만을 변경해서 </a:t>
            </a:r>
            <a:r>
              <a:rPr lang="en-US" altLang="ko-KR" dirty="0"/>
              <a:t>PSP</a:t>
            </a:r>
            <a:r>
              <a:rPr lang="ko-KR" altLang="en-US" dirty="0"/>
              <a:t>로 동작 중이던 스텍의 상태를 전혀 건드리지 않고</a:t>
            </a:r>
            <a:r>
              <a:rPr lang="en-US" altLang="ko-KR" dirty="0"/>
              <a:t>, </a:t>
            </a:r>
            <a:r>
              <a:rPr lang="ko-KR" altLang="en-US" dirty="0"/>
              <a:t>나중에 </a:t>
            </a:r>
            <a:r>
              <a:rPr lang="en-US" altLang="ko-KR" b="1" u="sng" dirty="0"/>
              <a:t>MSP </a:t>
            </a:r>
            <a:r>
              <a:rPr lang="ko-KR" altLang="en-US" b="1" u="sng" dirty="0"/>
              <a:t>사용을 끝내고 다시 </a:t>
            </a:r>
            <a:r>
              <a:rPr lang="en-US" altLang="ko-KR" b="1" u="sng" dirty="0"/>
              <a:t>PSP</a:t>
            </a:r>
            <a:r>
              <a:rPr lang="ko-KR" altLang="en-US" b="1" u="sng" dirty="0"/>
              <a:t>로 돌아왔을 때 아무런 복구 작업 없이 수행이 가능</a:t>
            </a:r>
            <a:r>
              <a:rPr lang="ko-KR" altLang="en-US" dirty="0"/>
              <a:t>해지게 되는 것이다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 Stack</a:t>
            </a:r>
            <a:r>
              <a:rPr lang="ko-KR" altLang="en-US" dirty="0"/>
              <a:t>과 </a:t>
            </a:r>
            <a:r>
              <a:rPr lang="en-US" altLang="ko-KR" dirty="0"/>
              <a:t>Process Stack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스텍은 </a:t>
            </a:r>
            <a:r>
              <a:rPr lang="en-US" altLang="ko-KR" dirty="0"/>
              <a:t>Main Stack</a:t>
            </a:r>
            <a:r>
              <a:rPr lang="ko-KR" altLang="en-US" dirty="0"/>
              <a:t>과 </a:t>
            </a:r>
            <a:r>
              <a:rPr lang="en-US" altLang="ko-KR" dirty="0"/>
              <a:t>Process Stack</a:t>
            </a:r>
            <a:r>
              <a:rPr lang="ko-KR" altLang="en-US" dirty="0"/>
              <a:t>이 있고</a:t>
            </a:r>
            <a:r>
              <a:rPr lang="en-US" altLang="ko-KR" dirty="0"/>
              <a:t>, Privilege level</a:t>
            </a:r>
            <a:r>
              <a:rPr lang="ko-KR" altLang="en-US" dirty="0"/>
              <a:t>과 </a:t>
            </a:r>
            <a:r>
              <a:rPr lang="en-US" altLang="ko-KR" dirty="0"/>
              <a:t>Unprivileged level</a:t>
            </a:r>
            <a:r>
              <a:rPr lang="ko-KR" altLang="en-US" dirty="0"/>
              <a:t>처럼 </a:t>
            </a:r>
            <a:r>
              <a:rPr lang="en-US" altLang="ko-KR" dirty="0"/>
              <a:t>Thread mode</a:t>
            </a:r>
            <a:r>
              <a:rPr lang="ko-KR" altLang="en-US" dirty="0"/>
              <a:t>에서는 둘 다 사용이 가능하고 </a:t>
            </a:r>
            <a:r>
              <a:rPr lang="en-US" altLang="ko-KR" dirty="0"/>
              <a:t>Handler mode</a:t>
            </a:r>
            <a:r>
              <a:rPr lang="ko-KR" altLang="en-US" dirty="0"/>
              <a:t>에서는 </a:t>
            </a:r>
            <a:r>
              <a:rPr lang="en-US" altLang="ko-KR" dirty="0"/>
              <a:t>Main Stack</a:t>
            </a:r>
            <a:r>
              <a:rPr lang="ko-KR" altLang="en-US" dirty="0"/>
              <a:t>만 사용</a:t>
            </a:r>
            <a:endParaRPr lang="en-US" altLang="ko-KR" dirty="0"/>
          </a:p>
          <a:p>
            <a:pPr lvl="1"/>
            <a:r>
              <a:rPr lang="ko-KR" altLang="en-US" dirty="0"/>
              <a:t>이를 구분하는 것은 </a:t>
            </a:r>
            <a:r>
              <a:rPr lang="en-US" altLang="ko-KR" dirty="0"/>
              <a:t>CONTROL register</a:t>
            </a:r>
            <a:r>
              <a:rPr lang="ko-KR" altLang="en-US" dirty="0"/>
              <a:t>의 비트 </a:t>
            </a:r>
            <a:r>
              <a:rPr lang="en-US" altLang="ko-KR" dirty="0"/>
              <a:t>1</a:t>
            </a:r>
            <a:r>
              <a:rPr lang="ko-KR" altLang="en-US" dirty="0"/>
              <a:t>번</a:t>
            </a:r>
            <a:endParaRPr lang="en-US" altLang="ko-KR" dirty="0"/>
          </a:p>
          <a:p>
            <a:pPr lvl="1"/>
            <a:r>
              <a:rPr lang="ko-KR" altLang="en-US" dirty="0"/>
              <a:t>이 값이 </a:t>
            </a:r>
            <a:r>
              <a:rPr lang="en-US" altLang="ko-KR" dirty="0"/>
              <a:t>0</a:t>
            </a:r>
            <a:r>
              <a:rPr lang="ko-KR" altLang="en-US" dirty="0"/>
              <a:t>이면 </a:t>
            </a:r>
            <a:r>
              <a:rPr lang="en-US" altLang="ko-KR" dirty="0"/>
              <a:t>Main Stack Pointer (MSP)</a:t>
            </a:r>
            <a:r>
              <a:rPr lang="ko-KR" altLang="en-US" dirty="0"/>
              <a:t>를 사용하는 것이고</a:t>
            </a:r>
            <a:endParaRPr lang="en-US" altLang="ko-KR" dirty="0"/>
          </a:p>
          <a:p>
            <a:pPr lvl="1"/>
            <a:r>
              <a:rPr lang="ko-KR" altLang="en-US" dirty="0"/>
              <a:t>이 값이 </a:t>
            </a:r>
            <a:r>
              <a:rPr lang="en-US" altLang="ko-KR" dirty="0"/>
              <a:t>1</a:t>
            </a:r>
            <a:r>
              <a:rPr lang="ko-KR" altLang="en-US" dirty="0"/>
              <a:t>이면 </a:t>
            </a:r>
            <a:r>
              <a:rPr lang="en-US" altLang="ko-KR" dirty="0"/>
              <a:t>Process Stack Pointer (PSP)</a:t>
            </a:r>
            <a:r>
              <a:rPr lang="ko-KR" altLang="en-US" dirty="0"/>
              <a:t>를 사용하는 것</a:t>
            </a:r>
            <a:endParaRPr lang="en-US" altLang="ko-KR" dirty="0"/>
          </a:p>
          <a:p>
            <a:r>
              <a:rPr lang="ko-KR" altLang="en-US" dirty="0"/>
              <a:t>프로세서가 리셋 된 초기 상태에서 항상 </a:t>
            </a:r>
            <a:r>
              <a:rPr lang="en-US" altLang="ko-KR" dirty="0"/>
              <a:t>Main Stack Pointer (MSP)</a:t>
            </a:r>
            <a:r>
              <a:rPr lang="ko-KR" altLang="en-US" dirty="0"/>
              <a:t>를 사용하게 된다</a:t>
            </a:r>
            <a:endParaRPr lang="en-US" altLang="ko-KR" dirty="0"/>
          </a:p>
          <a:p>
            <a:pPr lvl="1"/>
            <a:r>
              <a:rPr lang="ko-KR" altLang="en-US" b="1" u="sng" dirty="0">
                <a:solidFill>
                  <a:srgbClr val="660033"/>
                </a:solidFill>
              </a:rPr>
              <a:t>리셋 시 프로세서는 </a:t>
            </a:r>
            <a:r>
              <a:rPr lang="en-US" altLang="ko-KR" b="1" u="sng" dirty="0">
                <a:solidFill>
                  <a:srgbClr val="660033"/>
                </a:solidFill>
              </a:rPr>
              <a:t>address 0x00000000</a:t>
            </a:r>
            <a:r>
              <a:rPr lang="ko-KR" altLang="en-US" b="1" u="sng" dirty="0">
                <a:solidFill>
                  <a:srgbClr val="660033"/>
                </a:solidFill>
              </a:rPr>
              <a:t>의 값을 </a:t>
            </a:r>
            <a:r>
              <a:rPr lang="en-US" altLang="ko-KR" b="1" u="sng" dirty="0">
                <a:solidFill>
                  <a:srgbClr val="660033"/>
                </a:solidFill>
              </a:rPr>
              <a:t>MSP</a:t>
            </a:r>
            <a:r>
              <a:rPr lang="ko-KR" altLang="en-US" b="1" u="sng" dirty="0">
                <a:solidFill>
                  <a:srgbClr val="660033"/>
                </a:solidFill>
              </a:rPr>
              <a:t>에 로딩</a:t>
            </a:r>
            <a:r>
              <a:rPr lang="ko-KR" altLang="en-US" dirty="0"/>
              <a:t>해서 사용</a:t>
            </a:r>
            <a:endParaRPr lang="en-US" altLang="ko-KR" dirty="0"/>
          </a:p>
          <a:p>
            <a:pPr lvl="1"/>
            <a:r>
              <a:rPr lang="en-US" altLang="ko-KR" dirty="0"/>
              <a:t>address 0x00000000</a:t>
            </a:r>
            <a:r>
              <a:rPr lang="ko-KR" altLang="en-US" dirty="0"/>
              <a:t>의 값을 적절히 변화시키면 쉽게 </a:t>
            </a:r>
            <a:r>
              <a:rPr lang="en-US" altLang="ko-KR" dirty="0"/>
              <a:t>Stack</a:t>
            </a:r>
            <a:r>
              <a:rPr lang="ko-KR" altLang="en-US" dirty="0"/>
              <a:t>의 위치를 변화시킬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Main Stack Pointer (MSP)</a:t>
            </a:r>
            <a:r>
              <a:rPr lang="ko-KR" altLang="en-US" dirty="0"/>
              <a:t>는 </a:t>
            </a:r>
            <a:r>
              <a:rPr lang="en-US" altLang="ko-KR" dirty="0"/>
              <a:t>Default Stack Pointer</a:t>
            </a:r>
          </a:p>
          <a:p>
            <a:pPr lvl="1"/>
            <a:r>
              <a:rPr lang="en-US" altLang="ko-KR" dirty="0"/>
              <a:t>SP_main</a:t>
            </a:r>
            <a:r>
              <a:rPr lang="ko-KR" altLang="en-US" dirty="0"/>
              <a:t>으로 불린다</a:t>
            </a:r>
            <a:r>
              <a:rPr lang="en-US" altLang="ko-KR" dirty="0"/>
              <a:t>. OS Kernel</a:t>
            </a:r>
            <a:r>
              <a:rPr lang="ko-KR" altLang="en-US" dirty="0"/>
              <a:t>과 </a:t>
            </a:r>
            <a:r>
              <a:rPr lang="en-US" altLang="ko-KR" dirty="0"/>
              <a:t>Exception Handler</a:t>
            </a:r>
            <a:r>
              <a:rPr lang="ko-KR" altLang="en-US" dirty="0"/>
              <a:t>에 의해서 사용</a:t>
            </a:r>
            <a:endParaRPr lang="en-US" altLang="ko-KR" dirty="0"/>
          </a:p>
          <a:p>
            <a:pPr lvl="1"/>
            <a:r>
              <a:rPr lang="en-US" altLang="ko-KR" dirty="0"/>
              <a:t>Privilege level</a:t>
            </a:r>
            <a:r>
              <a:rPr lang="ko-KR" altLang="en-US" dirty="0"/>
              <a:t>에서 동작하는 </a:t>
            </a:r>
            <a:r>
              <a:rPr lang="en-US" altLang="ko-KR" dirty="0"/>
              <a:t>Application</a:t>
            </a:r>
            <a:r>
              <a:rPr lang="ko-KR" altLang="en-US" dirty="0"/>
              <a:t>에 의해서 사용</a:t>
            </a:r>
            <a:endParaRPr lang="en-US" altLang="ko-KR" dirty="0"/>
          </a:p>
          <a:p>
            <a:r>
              <a:rPr lang="en-US" altLang="ko-KR" dirty="0"/>
              <a:t>Process Stack Pointer (PSP)</a:t>
            </a:r>
            <a:r>
              <a:rPr lang="ko-KR" altLang="en-US" dirty="0"/>
              <a:t>는 사용자 </a:t>
            </a:r>
            <a:r>
              <a:rPr lang="en-US" altLang="ko-KR" dirty="0"/>
              <a:t>Application code</a:t>
            </a:r>
            <a:r>
              <a:rPr lang="ko-KR" altLang="en-US" dirty="0"/>
              <a:t>에서 사용</a:t>
            </a:r>
            <a:endParaRPr lang="en-US" altLang="ko-KR" dirty="0"/>
          </a:p>
          <a:p>
            <a:pPr lvl="1"/>
            <a:r>
              <a:rPr lang="en-US" altLang="ko-KR" dirty="0"/>
              <a:t>SP_process</a:t>
            </a:r>
            <a:r>
              <a:rPr lang="ko-KR" altLang="en-US" dirty="0"/>
              <a:t>라 불린다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Stack Pointer - Full-Descending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5143512"/>
            <a:ext cx="8858250" cy="1285884"/>
          </a:xfrm>
        </p:spPr>
        <p:txBody>
          <a:bodyPr/>
          <a:lstStyle/>
          <a:p>
            <a:r>
              <a:rPr lang="en-US" altLang="ko-KR" dirty="0"/>
              <a:t>Stack Operation</a:t>
            </a:r>
            <a:r>
              <a:rPr lang="ko-KR" altLang="en-US" dirty="0"/>
              <a:t>에 대해서 구분하는 것은 </a:t>
            </a:r>
            <a:r>
              <a:rPr lang="en-US" altLang="ko-KR" dirty="0"/>
              <a:t>4</a:t>
            </a:r>
            <a:r>
              <a:rPr lang="ko-KR" altLang="en-US" dirty="0"/>
              <a:t>가지</a:t>
            </a:r>
            <a:endParaRPr lang="en-US" altLang="ko-KR" dirty="0"/>
          </a:p>
          <a:p>
            <a:pPr lvl="1"/>
            <a:r>
              <a:rPr lang="en-US" altLang="ko-KR" dirty="0"/>
              <a:t>Full</a:t>
            </a:r>
            <a:r>
              <a:rPr lang="ko-KR" altLang="en-US" dirty="0"/>
              <a:t>이냐 </a:t>
            </a:r>
            <a:r>
              <a:rPr lang="en-US" altLang="ko-KR" dirty="0"/>
              <a:t>Empty</a:t>
            </a:r>
            <a:r>
              <a:rPr lang="ko-KR" altLang="en-US" dirty="0"/>
              <a:t>이냐를 구분하는 것</a:t>
            </a:r>
            <a:endParaRPr lang="en-US" altLang="ko-KR" dirty="0"/>
          </a:p>
          <a:p>
            <a:pPr lvl="1"/>
            <a:r>
              <a:rPr lang="en-US" altLang="ko-KR" dirty="0"/>
              <a:t>Ascending</a:t>
            </a:r>
            <a:r>
              <a:rPr lang="ko-KR" altLang="en-US" dirty="0"/>
              <a:t>이냐 </a:t>
            </a:r>
            <a:r>
              <a:rPr lang="en-US" altLang="ko-KR" dirty="0"/>
              <a:t>Descending</a:t>
            </a:r>
            <a:r>
              <a:rPr lang="ko-KR" altLang="en-US" dirty="0"/>
              <a:t>이냐를 구분하는 것</a:t>
            </a:r>
          </a:p>
        </p:txBody>
      </p:sp>
      <p:pic>
        <p:nvPicPr>
          <p:cNvPr id="3074" name="Picture 2" descr="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785794"/>
            <a:ext cx="6041274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ko-KR" dirty="0"/>
              <a:t>CMSIS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ko-KR" dirty="0"/>
              <a:t>Cortex microcontroller software interface standard (CMSIS)</a:t>
            </a:r>
          </a:p>
          <a:p>
            <a:r>
              <a:rPr lang="en-US" altLang="ko-KR" dirty="0"/>
              <a:t>ARM</a:t>
            </a:r>
            <a:r>
              <a:rPr lang="ko-KR" altLang="en-US" dirty="0"/>
              <a:t>사 제시 표준</a:t>
            </a:r>
            <a:r>
              <a:rPr lang="en-US" altLang="ko-KR" dirty="0"/>
              <a:t>. </a:t>
            </a:r>
            <a:r>
              <a:rPr lang="ko-KR" altLang="en-US" dirty="0"/>
              <a:t>권고 사항</a:t>
            </a:r>
            <a:r>
              <a:rPr lang="en-US" altLang="ko-KR" dirty="0"/>
              <a:t>. </a:t>
            </a:r>
            <a:r>
              <a:rPr lang="ko-KR" altLang="en-US" dirty="0"/>
              <a:t>반드시 따라야 하는 규정은 아니다</a:t>
            </a:r>
            <a:endParaRPr lang="en-US" altLang="ko-KR" dirty="0"/>
          </a:p>
          <a:p>
            <a:pPr lvl="1"/>
            <a:r>
              <a:rPr lang="en-US" altLang="ko-KR" dirty="0"/>
              <a:t>M3 Core</a:t>
            </a:r>
            <a:r>
              <a:rPr lang="ko-KR" altLang="en-US" dirty="0"/>
              <a:t>을 사용하는 반도체 회사들 간의 </a:t>
            </a:r>
            <a:r>
              <a:rPr lang="en-US" altLang="ko-KR" dirty="0"/>
              <a:t>Firmware</a:t>
            </a:r>
            <a:r>
              <a:rPr lang="ko-KR" altLang="en-US" dirty="0"/>
              <a:t> 호환성을 높임</a:t>
            </a:r>
            <a:endParaRPr lang="en-US" altLang="ko-KR" dirty="0"/>
          </a:p>
          <a:p>
            <a:pPr lvl="1"/>
            <a:r>
              <a:rPr lang="ko-KR" altLang="en-US" dirty="0"/>
              <a:t>현재 모든 제조사들은 모든 예제 코드들을 </a:t>
            </a:r>
            <a:r>
              <a:rPr lang="en-US" altLang="ko-KR" dirty="0"/>
              <a:t>CMSIS</a:t>
            </a:r>
            <a:r>
              <a:rPr lang="ko-KR" altLang="en-US" dirty="0"/>
              <a:t>에 맞춰서 제공</a:t>
            </a:r>
            <a:endParaRPr lang="en-US" altLang="ko-KR" dirty="0"/>
          </a:p>
          <a:p>
            <a:pPr lvl="1"/>
            <a:r>
              <a:rPr lang="ko-KR" altLang="en-US" dirty="0"/>
              <a:t>사용자의 입장에서 다른 회사의 칩을 사용하더라도 코드를 재활용할수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Memory Map</a:t>
            </a:r>
            <a:r>
              <a:rPr lang="ko-KR" altLang="en-US" dirty="0"/>
              <a:t>에서도 하드웨어적으로 고정</a:t>
            </a:r>
            <a:r>
              <a:rPr lang="en-US" altLang="ko-KR" dirty="0"/>
              <a:t>. </a:t>
            </a:r>
            <a:r>
              <a:rPr lang="ko-KR" altLang="en-US" dirty="0"/>
              <a:t>호환성을 높이려는 시도</a:t>
            </a:r>
            <a:endParaRPr lang="en-US" altLang="ko-KR" dirty="0"/>
          </a:p>
          <a:p>
            <a:r>
              <a:rPr lang="en-US" altLang="ko-KR" dirty="0"/>
              <a:t>CMSIS</a:t>
            </a:r>
            <a:r>
              <a:rPr lang="ko-KR" altLang="en-US" dirty="0"/>
              <a:t> 사용 장점</a:t>
            </a:r>
            <a:endParaRPr lang="en-US" altLang="ko-KR" dirty="0"/>
          </a:p>
          <a:p>
            <a:pPr lvl="1"/>
            <a:r>
              <a:rPr lang="en-US" altLang="ko-KR" dirty="0"/>
              <a:t>peripheral registers</a:t>
            </a:r>
            <a:r>
              <a:rPr lang="ko-KR" altLang="en-US" dirty="0"/>
              <a:t>에 대한 접근을 할때 공통의 방법을 사용</a:t>
            </a:r>
            <a:endParaRPr lang="en-US" altLang="ko-KR" dirty="0"/>
          </a:p>
          <a:p>
            <a:pPr lvl="1"/>
            <a:r>
              <a:rPr lang="en-US" altLang="ko-KR" dirty="0"/>
              <a:t>exception vectors</a:t>
            </a:r>
            <a:r>
              <a:rPr lang="ko-KR" altLang="en-US" dirty="0"/>
              <a:t>의 정의에 대한 공통의 방법을 사용</a:t>
            </a:r>
            <a:endParaRPr lang="en-US" altLang="ko-KR" dirty="0"/>
          </a:p>
          <a:p>
            <a:pPr lvl="1"/>
            <a:r>
              <a:rPr lang="en-US" altLang="ko-KR" dirty="0"/>
              <a:t>core peripherals registers, core exception vectors</a:t>
            </a:r>
            <a:r>
              <a:rPr lang="ko-KR" altLang="en-US" dirty="0"/>
              <a:t> 이름 동일하게 사용</a:t>
            </a:r>
            <a:endParaRPr lang="en-US" altLang="ko-KR" dirty="0"/>
          </a:p>
          <a:p>
            <a:pPr lvl="1"/>
            <a:r>
              <a:rPr lang="en-US" altLang="ko-KR" dirty="0"/>
              <a:t>RTOS kernels</a:t>
            </a:r>
            <a:r>
              <a:rPr lang="ko-KR" altLang="en-US" dirty="0"/>
              <a:t> </a:t>
            </a:r>
            <a:r>
              <a:rPr lang="en-US" altLang="ko-KR" dirty="0"/>
              <a:t>interface</a:t>
            </a:r>
            <a:r>
              <a:rPr lang="ko-KR" altLang="en-US" dirty="0"/>
              <a:t>를 </a:t>
            </a:r>
            <a:r>
              <a:rPr lang="en-US" altLang="ko-KR" dirty="0"/>
              <a:t>device</a:t>
            </a:r>
            <a:r>
              <a:rPr lang="ko-KR" altLang="en-US" dirty="0"/>
              <a:t>와 독립적으로 구현할수 있게 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CMSIS</a:t>
            </a:r>
            <a:r>
              <a:rPr lang="ko-KR" altLang="en-US" dirty="0"/>
              <a:t>에 </a:t>
            </a:r>
            <a:r>
              <a:rPr lang="en-US" altLang="ko-KR" dirty="0"/>
              <a:t>compliant</a:t>
            </a:r>
            <a:r>
              <a:rPr lang="ko-KR" altLang="en-US" dirty="0"/>
              <a:t>하게 개발된 소프트웨어 컴포넌트들을 여러 </a:t>
            </a:r>
            <a:r>
              <a:rPr lang="en-US" altLang="ko-KR" dirty="0"/>
              <a:t>middleware </a:t>
            </a:r>
            <a:r>
              <a:rPr lang="ko-KR" altLang="en-US" dirty="0"/>
              <a:t>제조사로부터 받거나</a:t>
            </a:r>
            <a:r>
              <a:rPr lang="en-US" altLang="ko-KR" dirty="0"/>
              <a:t>, </a:t>
            </a:r>
            <a:r>
              <a:rPr lang="ko-KR" altLang="en-US" dirty="0"/>
              <a:t>혹은 이미 개발된 코드들을 조합해서 쉽게 재 사용이 가능하기 때문에 소프트웨어의 개발에 있어서 매우 높은 효율성을 가져다 주게 된다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Intrinsic functions – </a:t>
            </a:r>
            <a:r>
              <a:rPr lang="ko-KR" altLang="en-US" dirty="0"/>
              <a:t>표준화된 함수</a:t>
            </a:r>
          </a:p>
        </p:txBody>
      </p:sp>
      <p:pic>
        <p:nvPicPr>
          <p:cNvPr id="4098" name="Picture 2" descr="Snap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714356"/>
            <a:ext cx="5724525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 descr="Snap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71802" y="3214686"/>
            <a:ext cx="5724525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 결과</a:t>
            </a:r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611617"/>
              </p:ext>
            </p:extLst>
          </p:nvPr>
        </p:nvGraphicFramePr>
        <p:xfrm>
          <a:off x="428596" y="4149080"/>
          <a:ext cx="8286808" cy="2133600"/>
        </p:xfrm>
        <a:graphic>
          <a:graphicData uri="http://schemas.openxmlformats.org/drawingml/2006/table">
            <a:tbl>
              <a:tblPr/>
              <a:tblGrid>
                <a:gridCol w="8286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#define SP_PROCESS_SIZE             0x200  /* Process stack size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#define SP_PROCESS                  0x02   /* Process stack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#define SP_MAIN                     0x00   /* Main stack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#define THREAD_MODE_PRIVILEGED      0x00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            /* Thread mode has privileged access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#define THREAD_MODE_UNPRIVILEGED    0x01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            /* Thread mode has unprivileged access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FFA45919-FD9B-A173-3D1F-959DA7FEE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6" y="764703"/>
            <a:ext cx="3567340" cy="31657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소스 코드 분석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4357694"/>
            <a:ext cx="8858250" cy="2071702"/>
          </a:xfrm>
        </p:spPr>
        <p:txBody>
          <a:bodyPr/>
          <a:lstStyle/>
          <a:p>
            <a:r>
              <a:rPr lang="en-US" altLang="ko-KR" dirty="0"/>
              <a:t>IAR</a:t>
            </a:r>
            <a:r>
              <a:rPr lang="ko-KR" altLang="en-US" dirty="0"/>
              <a:t>로 빌드를 한 경우는 </a:t>
            </a:r>
            <a:r>
              <a:rPr lang="en-US" altLang="ko-KR" dirty="0"/>
              <a:t>__ICCARM__</a:t>
            </a:r>
            <a:r>
              <a:rPr lang="ko-KR" altLang="en-US" dirty="0"/>
              <a:t>가 </a:t>
            </a:r>
            <a:r>
              <a:rPr lang="en-US" altLang="ko-KR" dirty="0"/>
              <a:t>define</a:t>
            </a:r>
            <a:r>
              <a:rPr lang="ko-KR" altLang="en-US" dirty="0"/>
              <a:t>이 되어 있고 이 부분의 코드가 수행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RIDE7</a:t>
            </a:r>
            <a:r>
              <a:rPr lang="ko-KR" altLang="en-US" dirty="0"/>
              <a:t>으로 수행했을 경우는 </a:t>
            </a:r>
            <a:r>
              <a:rPr lang="en-US" altLang="ko-KR" dirty="0"/>
              <a:t>__GNUC__</a:t>
            </a:r>
            <a:r>
              <a:rPr lang="ko-KR" altLang="en-US" dirty="0"/>
              <a:t>가 </a:t>
            </a:r>
            <a:r>
              <a:rPr lang="en-US" altLang="ko-KR" dirty="0"/>
              <a:t>define </a:t>
            </a:r>
            <a:r>
              <a:rPr lang="ko-KR" altLang="en-US" dirty="0"/>
              <a:t>되어 있기 때문에 이 부분의 코드가 수행</a:t>
            </a:r>
            <a:endParaRPr lang="en-US" altLang="ko-KR" dirty="0"/>
          </a:p>
          <a:p>
            <a:r>
              <a:rPr lang="ko-KR" altLang="en-US" dirty="0"/>
              <a:t>컴파일러마다 조금씩 어셈블리를 표현하는 규칙이 다르기 때문에 이와 같은 조건부 컴파일을 사용해야 한다</a:t>
            </a:r>
            <a:r>
              <a:rPr lang="en-US" altLang="ko-KR" dirty="0"/>
              <a:t>.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500034" y="857232"/>
          <a:ext cx="8143932" cy="3352800"/>
        </p:xfrm>
        <a:graphic>
          <a:graphicData uri="http://schemas.openxmlformats.org/drawingml/2006/table">
            <a:tbl>
              <a:tblPr/>
              <a:tblGrid>
                <a:gridCol w="8143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#if defined ( __CC_ARM   )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__ASM void __SVC(void)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{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SVC 0x01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BX R14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}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#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elif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defined ( __ICCARM__ )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static __INLINE  void __SVC()          { __ASM ("svc 0x01");}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#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elif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defined   (  __GNUC__  )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static __INLINE void __SVC()           { __ASM volatile ("svc 0x01");}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#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endif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소스 코드 분석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2928934"/>
            <a:ext cx="8858250" cy="3500462"/>
          </a:xfrm>
        </p:spPr>
        <p:txBody>
          <a:bodyPr/>
          <a:lstStyle/>
          <a:p>
            <a:r>
              <a:rPr lang="en-US" altLang="ko-KR" dirty="0"/>
              <a:t>SVC, Supervisor Call </a:t>
            </a:r>
            <a:r>
              <a:rPr lang="ko-KR" altLang="en-US" dirty="0"/>
              <a:t>명령어</a:t>
            </a:r>
          </a:p>
          <a:p>
            <a:r>
              <a:rPr lang="ko-KR" altLang="en-US" dirty="0"/>
              <a:t>사용하는 방식은 </a:t>
            </a:r>
            <a:r>
              <a:rPr lang="en-US" altLang="ko-KR" dirty="0"/>
              <a:t>SVC{</a:t>
            </a:r>
            <a:r>
              <a:rPr lang="en-US" altLang="ko-KR" dirty="0" err="1"/>
              <a:t>cond</a:t>
            </a:r>
            <a:r>
              <a:rPr lang="en-US" altLang="ko-KR" dirty="0"/>
              <a:t>} #</a:t>
            </a:r>
            <a:r>
              <a:rPr lang="en-US" altLang="ko-KR" dirty="0" err="1"/>
              <a:t>imm</a:t>
            </a:r>
            <a:r>
              <a:rPr lang="en-US" altLang="ko-KR" dirty="0"/>
              <a:t> </a:t>
            </a:r>
            <a:r>
              <a:rPr lang="ko-KR" altLang="en-US" dirty="0"/>
              <a:t>의 형태</a:t>
            </a:r>
            <a:endParaRPr lang="en-US" altLang="ko-KR" dirty="0"/>
          </a:p>
          <a:p>
            <a:pPr lvl="1"/>
            <a:r>
              <a:rPr lang="en-US" altLang="ko-KR" dirty="0"/>
              <a:t>‘</a:t>
            </a:r>
            <a:r>
              <a:rPr lang="en-US" altLang="ko-KR" dirty="0" err="1"/>
              <a:t>cond</a:t>
            </a:r>
            <a:r>
              <a:rPr lang="en-US" altLang="ko-KR" dirty="0"/>
              <a:t>’</a:t>
            </a:r>
            <a:r>
              <a:rPr lang="ko-KR" altLang="en-US" dirty="0"/>
              <a:t>는 </a:t>
            </a:r>
            <a:r>
              <a:rPr lang="en-US" altLang="ko-KR" dirty="0"/>
              <a:t>optional condition code</a:t>
            </a:r>
          </a:p>
          <a:p>
            <a:pPr lvl="1"/>
            <a:r>
              <a:rPr lang="en-US" altLang="ko-KR" dirty="0"/>
              <a:t>‘</a:t>
            </a:r>
            <a:r>
              <a:rPr lang="en-US" altLang="ko-KR" dirty="0" err="1"/>
              <a:t>imm</a:t>
            </a:r>
            <a:r>
              <a:rPr lang="en-US" altLang="ko-KR" dirty="0"/>
              <a:t>’</a:t>
            </a:r>
            <a:r>
              <a:rPr lang="ko-KR" altLang="en-US" dirty="0"/>
              <a:t>은 </a:t>
            </a:r>
            <a:r>
              <a:rPr lang="en-US" altLang="ko-KR" dirty="0"/>
              <a:t>8 </a:t>
            </a:r>
            <a:r>
              <a:rPr lang="ko-KR" altLang="en-US" dirty="0"/>
              <a:t>비트의 </a:t>
            </a:r>
            <a:r>
              <a:rPr lang="en-US" altLang="ko-KR" dirty="0"/>
              <a:t>0</a:t>
            </a:r>
            <a:r>
              <a:rPr lang="ko-KR" altLang="en-US" dirty="0"/>
              <a:t>에서 </a:t>
            </a:r>
            <a:r>
              <a:rPr lang="en-US" altLang="ko-KR" dirty="0"/>
              <a:t>255</a:t>
            </a:r>
            <a:r>
              <a:rPr lang="ko-KR" altLang="en-US" dirty="0"/>
              <a:t>까지 값을 가질 수 있다</a:t>
            </a:r>
            <a:r>
              <a:rPr lang="en-US" altLang="ko-KR" dirty="0"/>
              <a:t>. </a:t>
            </a:r>
            <a:r>
              <a:rPr lang="ko-KR" altLang="en-US" dirty="0"/>
              <a:t>하지만 프로세서는 이 값을 무시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 값을 사용하려면 </a:t>
            </a:r>
            <a:r>
              <a:rPr lang="en-US" altLang="ko-KR" b="1" u="sng" dirty="0"/>
              <a:t>Stack </a:t>
            </a:r>
            <a:r>
              <a:rPr lang="ko-KR" altLang="en-US" b="1" u="sng" dirty="0"/>
              <a:t>되어 있는 </a:t>
            </a:r>
            <a:r>
              <a:rPr lang="en-US" altLang="ko-KR" b="1" u="sng" dirty="0"/>
              <a:t>PC </a:t>
            </a:r>
            <a:r>
              <a:rPr lang="ko-KR" altLang="en-US" b="1" u="sng" dirty="0"/>
              <a:t>값을 이용해서 추출</a:t>
            </a:r>
            <a:r>
              <a:rPr lang="ko-KR" altLang="en-US" dirty="0"/>
              <a:t> 해낼 수 있다</a:t>
            </a:r>
            <a:r>
              <a:rPr lang="en-US" altLang="ko-KR" dirty="0"/>
              <a:t>. </a:t>
            </a:r>
            <a:r>
              <a:rPr lang="ko-KR" altLang="en-US" dirty="0"/>
              <a:t>이러한 특별한 상황이 아니라면 뒤에 적히는 숫자는 큰 의미는 없다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__SVC </a:t>
            </a:r>
            <a:r>
              <a:rPr lang="ko-KR" altLang="en-US" dirty="0"/>
              <a:t>함수는 </a:t>
            </a:r>
            <a:r>
              <a:rPr lang="en-US" altLang="ko-KR" dirty="0"/>
              <a:t>SVC exception</a:t>
            </a:r>
            <a:r>
              <a:rPr lang="ko-KR" altLang="en-US" dirty="0"/>
              <a:t>이 발생하게 만들어서 </a:t>
            </a:r>
            <a:r>
              <a:rPr lang="en-US" altLang="ko-KR" dirty="0" err="1"/>
              <a:t>SVC_Handler</a:t>
            </a:r>
            <a:r>
              <a:rPr lang="ko-KR" altLang="en-US" dirty="0"/>
              <a:t>가 호출되도록 만든다</a:t>
            </a:r>
            <a:r>
              <a:rPr lang="en-US" altLang="ko-KR" dirty="0"/>
              <a:t>.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357158" y="1071546"/>
          <a:ext cx="6500858" cy="1524000"/>
        </p:xfrm>
        <a:graphic>
          <a:graphicData uri="http://schemas.openxmlformats.org/drawingml/2006/table">
            <a:tbl>
              <a:tblPr/>
              <a:tblGrid>
                <a:gridCol w="6500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void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SVC_Handler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(void)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{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/* Switch back Thread mode to privileged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맑은 고딕"/>
                          <a:ea typeface="맑은 고딕"/>
                          <a:cs typeface="Times New Roman"/>
                        </a:rPr>
                        <a:t>    __</a:t>
                      </a:r>
                      <a:r>
                        <a:rPr lang="en-US" sz="2000" b="1" kern="100" dirty="0" err="1">
                          <a:latin typeface="맑은 고딕"/>
                          <a:ea typeface="맑은 고딕"/>
                          <a:cs typeface="Times New Roman"/>
                        </a:rPr>
                        <a:t>set_CONTROL</a:t>
                      </a:r>
                      <a:r>
                        <a:rPr lang="en-US" sz="2000" b="1" kern="100" dirty="0">
                          <a:latin typeface="맑은 고딕"/>
                          <a:ea typeface="맑은 고딕"/>
                          <a:cs typeface="Times New Roman"/>
                        </a:rPr>
                        <a:t>(2);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}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소스 코드 분석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4357694"/>
            <a:ext cx="8858250" cy="2071702"/>
          </a:xfrm>
        </p:spPr>
        <p:txBody>
          <a:bodyPr/>
          <a:lstStyle/>
          <a:p>
            <a:r>
              <a:rPr lang="en-US" altLang="ko-KR" dirty="0" err="1"/>
              <a:t>PSPMemAlloc</a:t>
            </a:r>
            <a:r>
              <a:rPr lang="ko-KR" altLang="en-US" dirty="0"/>
              <a:t>에 들어있는 모든 내용을 </a:t>
            </a:r>
            <a:r>
              <a:rPr lang="en-US" altLang="ko-KR" dirty="0"/>
              <a:t>0</a:t>
            </a:r>
            <a:r>
              <a:rPr lang="ko-KR" altLang="en-US" dirty="0"/>
              <a:t>으로 초기화 한 이후에 그 주소값을 찍어 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현재 </a:t>
            </a:r>
            <a:r>
              <a:rPr lang="en-US" altLang="ko-KR" dirty="0"/>
              <a:t>Stack Pointer</a:t>
            </a:r>
            <a:r>
              <a:rPr lang="ko-KR" altLang="en-US" dirty="0"/>
              <a:t>와 </a:t>
            </a:r>
            <a:r>
              <a:rPr lang="en-US" altLang="ko-KR" dirty="0"/>
              <a:t>Thread Mode</a:t>
            </a:r>
            <a:r>
              <a:rPr lang="ko-KR" altLang="en-US" dirty="0"/>
              <a:t>에 대한 내용 출력</a:t>
            </a:r>
            <a:endParaRPr lang="en-US" altLang="ko-KR" dirty="0"/>
          </a:p>
          <a:p>
            <a:r>
              <a:rPr lang="ko-KR" altLang="en-US" dirty="0"/>
              <a:t>리셋 후 처음 동작을 수행하는 것은 </a:t>
            </a:r>
            <a:r>
              <a:rPr lang="en-US" altLang="ko-KR" dirty="0"/>
              <a:t>MSP</a:t>
            </a:r>
            <a:r>
              <a:rPr lang="ko-KR" altLang="en-US" dirty="0"/>
              <a:t>를 사용하게 되고 </a:t>
            </a:r>
            <a:r>
              <a:rPr lang="en-US" altLang="ko-KR" dirty="0"/>
              <a:t>privileged </a:t>
            </a:r>
            <a:r>
              <a:rPr lang="ko-KR" altLang="en-US" dirty="0"/>
              <a:t>레벨이 된다</a:t>
            </a:r>
            <a:r>
              <a:rPr lang="en-US" altLang="ko-KR" dirty="0"/>
              <a:t>.</a:t>
            </a:r>
            <a:endParaRPr lang="en-US" altLang="ko-KR" dirty="0" err="1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388367"/>
              </p:ext>
            </p:extLst>
          </p:nvPr>
        </p:nvGraphicFramePr>
        <p:xfrm>
          <a:off x="285720" y="862018"/>
          <a:ext cx="8572560" cy="3352800"/>
        </p:xfrm>
        <a:graphic>
          <a:graphicData uri="http://schemas.openxmlformats.org/drawingml/2006/table">
            <a:tbl>
              <a:tblPr/>
              <a:tblGrid>
                <a:gridCol w="857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/* Switch Thread mode Stack from Main to Process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/* Initialize memory reserved for Process Stack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for(Index = 0; Index &lt; SP_PROCESS_SIZE; Index++)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{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   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PSPMemAlloc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[Index] = 0x00;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}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printf("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PSPMemAlloc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address = 0x%0X\n",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PSPMemAlloc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printf("(1)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%d,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%d\n",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      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Get_Current_Stack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(),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Get_Current_ThreadMode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());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PSPMemAlloc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address = </a:t>
                      </a:r>
                      <a:r>
                        <a:rPr lang="en-US" sz="2000" b="1" kern="100" dirty="0">
                          <a:solidFill>
                            <a:srgbClr val="660033"/>
                          </a:solidFill>
                          <a:latin typeface="맑은 고딕"/>
                          <a:ea typeface="맑은 고딕"/>
                          <a:cs typeface="Times New Roman"/>
                        </a:rPr>
                        <a:t>0x200000CC</a:t>
                      </a:r>
                      <a:endParaRPr lang="ko-KR" sz="2000" b="1" kern="100" dirty="0">
                        <a:solidFill>
                          <a:srgbClr val="660033"/>
                        </a:solidFill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(1)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0,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0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소스 코드 분석 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2357430"/>
            <a:ext cx="8858250" cy="4071966"/>
          </a:xfrm>
        </p:spPr>
        <p:txBody>
          <a:bodyPr/>
          <a:lstStyle/>
          <a:p>
            <a:r>
              <a:rPr lang="en-US" altLang="ko-KR" dirty="0"/>
              <a:t>__</a:t>
            </a:r>
            <a:r>
              <a:rPr lang="en-US" altLang="ko-KR" dirty="0" err="1"/>
              <a:t>set_PSP</a:t>
            </a:r>
            <a:r>
              <a:rPr lang="en-US" altLang="ko-KR" dirty="0"/>
              <a:t>()</a:t>
            </a:r>
            <a:r>
              <a:rPr lang="ko-KR" altLang="en-US" dirty="0"/>
              <a:t>는 </a:t>
            </a:r>
            <a:r>
              <a:rPr lang="en-US" altLang="ko-KR" dirty="0"/>
              <a:t>MSR </a:t>
            </a:r>
            <a:r>
              <a:rPr lang="ko-KR" altLang="en-US" dirty="0"/>
              <a:t>명령을 통해서 </a:t>
            </a:r>
            <a:r>
              <a:rPr lang="en-US" altLang="ko-KR" dirty="0"/>
              <a:t>PSP </a:t>
            </a:r>
            <a:r>
              <a:rPr lang="ko-KR" altLang="en-US" dirty="0"/>
              <a:t>레지스터에 값을 저장</a:t>
            </a:r>
            <a:endParaRPr lang="en-US" altLang="ko-KR" dirty="0"/>
          </a:p>
          <a:p>
            <a:pPr lvl="1"/>
            <a:r>
              <a:rPr lang="ko-KR" altLang="en-US" dirty="0"/>
              <a:t>전달되는 값을 그저 복사하는 작업 외에는 수행하지 않는다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현 상태가 </a:t>
            </a:r>
            <a:r>
              <a:rPr lang="en-US" altLang="ko-KR" dirty="0"/>
              <a:t>privileged </a:t>
            </a:r>
            <a:r>
              <a:rPr lang="ko-KR" altLang="en-US" dirty="0"/>
              <a:t>레벨이기 때문에 </a:t>
            </a:r>
            <a:r>
              <a:rPr lang="en-US" altLang="ko-KR" dirty="0"/>
              <a:t>PSP </a:t>
            </a:r>
            <a:r>
              <a:rPr lang="ko-KR" altLang="en-US" dirty="0"/>
              <a:t>레지스터 값을 변경하는 것은 가능하지만 </a:t>
            </a:r>
            <a:r>
              <a:rPr lang="en-US" altLang="ko-KR" dirty="0"/>
              <a:t>Stack Pointer</a:t>
            </a:r>
            <a:r>
              <a:rPr lang="ko-KR" altLang="en-US" dirty="0"/>
              <a:t>와 </a:t>
            </a:r>
            <a:r>
              <a:rPr lang="en-US" altLang="ko-KR" dirty="0"/>
              <a:t>Thread Mode</a:t>
            </a:r>
            <a:r>
              <a:rPr lang="ko-KR" altLang="en-US" dirty="0"/>
              <a:t>에 대한 내용은 변한 것이 없다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PSP</a:t>
            </a:r>
            <a:r>
              <a:rPr lang="ko-KR" altLang="en-US" dirty="0"/>
              <a:t> 값을 변경시킬 수는 있지만 이것이 실제로 사용하는 </a:t>
            </a:r>
            <a:r>
              <a:rPr lang="en-US" altLang="ko-KR" dirty="0"/>
              <a:t>Stack Pointer</a:t>
            </a:r>
            <a:r>
              <a:rPr lang="ko-KR" altLang="en-US" dirty="0"/>
              <a:t>나 </a:t>
            </a:r>
            <a:r>
              <a:rPr lang="en-US" altLang="ko-KR" dirty="0"/>
              <a:t>privileged </a:t>
            </a:r>
            <a:r>
              <a:rPr lang="ko-KR" altLang="en-US" dirty="0"/>
              <a:t>레벨을 변화시킬 수는 없다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PSP</a:t>
            </a:r>
            <a:r>
              <a:rPr lang="ko-KR" altLang="en-US" dirty="0"/>
              <a:t>에 저장하는 값이 </a:t>
            </a:r>
            <a:r>
              <a:rPr lang="en-US" altLang="ko-KR" dirty="0"/>
              <a:t>SP_PROCESS_SIZE</a:t>
            </a:r>
            <a:r>
              <a:rPr lang="ko-KR" altLang="en-US" dirty="0"/>
              <a:t>를 더해서 저장하는 이유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Cortex-M3</a:t>
            </a:r>
            <a:r>
              <a:rPr lang="ko-KR" altLang="en-US" dirty="0"/>
              <a:t>의 </a:t>
            </a:r>
            <a:r>
              <a:rPr lang="en-US" altLang="ko-KR" dirty="0"/>
              <a:t>Stack</a:t>
            </a:r>
            <a:r>
              <a:rPr lang="ko-KR" altLang="en-US" dirty="0"/>
              <a:t>이 </a:t>
            </a:r>
            <a:r>
              <a:rPr lang="en-US" altLang="ko-KR" dirty="0"/>
              <a:t>Full-Descending </a:t>
            </a:r>
            <a:r>
              <a:rPr lang="ko-KR" altLang="en-US" dirty="0"/>
              <a:t>방식을 이용하고 있기 때문</a:t>
            </a:r>
            <a:endParaRPr lang="en-US" altLang="ko-KR" dirty="0"/>
          </a:p>
          <a:p>
            <a:pPr lvl="1">
              <a:buNone/>
            </a:pPr>
            <a:r>
              <a:rPr lang="en-US" altLang="ko-KR" b="1" dirty="0">
                <a:solidFill>
                  <a:srgbClr val="660033"/>
                </a:solidFill>
              </a:rPr>
              <a:t>__IO uint8_t </a:t>
            </a:r>
            <a:r>
              <a:rPr lang="en-US" altLang="ko-KR" b="1" dirty="0" err="1">
                <a:solidFill>
                  <a:srgbClr val="660033"/>
                </a:solidFill>
              </a:rPr>
              <a:t>PSPMemAlloc</a:t>
            </a:r>
            <a:r>
              <a:rPr lang="en-US" altLang="ko-KR" b="1" dirty="0">
                <a:solidFill>
                  <a:srgbClr val="660033"/>
                </a:solidFill>
              </a:rPr>
              <a:t>[SP_PROCESS_SIZE];</a:t>
            </a:r>
            <a:endParaRPr lang="ko-KR" altLang="ko-KR" b="1" dirty="0">
              <a:solidFill>
                <a:srgbClr val="660033"/>
              </a:solidFill>
            </a:endParaRPr>
          </a:p>
          <a:p>
            <a:pPr lvl="1"/>
            <a:r>
              <a:rPr lang="ko-KR" altLang="ko-KR" dirty="0"/>
              <a:t>위 데이타 구조를</a:t>
            </a:r>
            <a:r>
              <a:rPr lang="en-US" altLang="ko-KR" dirty="0"/>
              <a:t> Process Stack</a:t>
            </a:r>
            <a:r>
              <a:rPr lang="ko-KR" altLang="ko-KR" dirty="0"/>
              <a:t>으로 이용</a:t>
            </a:r>
            <a:r>
              <a:rPr lang="en-US" altLang="ko-KR" dirty="0"/>
              <a:t>. </a:t>
            </a:r>
            <a:r>
              <a:rPr lang="en-US" altLang="ko-KR" dirty="0" err="1"/>
              <a:t>PSPMemAlloc</a:t>
            </a:r>
            <a:r>
              <a:rPr lang="en-US" altLang="ko-KR" dirty="0"/>
              <a:t> + SP_PROCESS_SIZE</a:t>
            </a:r>
            <a:r>
              <a:rPr lang="ko-KR" altLang="en-US" dirty="0"/>
              <a:t>는</a:t>
            </a:r>
            <a:r>
              <a:rPr lang="ko-KR" altLang="ko-KR" dirty="0"/>
              <a:t> 위 공간을 벗어나는 위치</a:t>
            </a:r>
            <a:r>
              <a:rPr lang="en-US" altLang="ko-KR" dirty="0"/>
              <a:t>. </a:t>
            </a:r>
            <a:r>
              <a:rPr lang="ko-KR" altLang="ko-KR" dirty="0"/>
              <a:t>하지만 이렇게</a:t>
            </a:r>
            <a:r>
              <a:rPr lang="en-US" altLang="ko-KR" dirty="0"/>
              <a:t> </a:t>
            </a:r>
            <a:r>
              <a:rPr lang="ko-KR" altLang="ko-KR" dirty="0"/>
              <a:t>값을 설정해야</a:t>
            </a:r>
            <a:r>
              <a:rPr lang="en-US" altLang="ko-KR" dirty="0"/>
              <a:t> Full-Descending </a:t>
            </a:r>
            <a:r>
              <a:rPr lang="ko-KR" altLang="ko-KR" dirty="0"/>
              <a:t>방식</a:t>
            </a:r>
            <a:r>
              <a:rPr lang="ko-KR" altLang="en-US" dirty="0"/>
              <a:t>을</a:t>
            </a:r>
            <a:r>
              <a:rPr lang="ko-KR" altLang="ko-KR" dirty="0"/>
              <a:t> 이용</a:t>
            </a:r>
            <a:r>
              <a:rPr lang="ko-KR" altLang="en-US" dirty="0"/>
              <a:t>해서 </a:t>
            </a:r>
            <a:r>
              <a:rPr lang="ko-KR" altLang="ko-KR" dirty="0"/>
              <a:t>스텍에 저장하기 전에</a:t>
            </a:r>
            <a:r>
              <a:rPr lang="en-US" altLang="ko-KR" dirty="0"/>
              <a:t> Stack Pointer </a:t>
            </a:r>
            <a:r>
              <a:rPr lang="ko-KR" altLang="ko-KR" dirty="0"/>
              <a:t>값을 먼저 줄이고 그 줄인</a:t>
            </a:r>
            <a:r>
              <a:rPr lang="en-US" altLang="ko-KR" dirty="0"/>
              <a:t> Stack Pointer </a:t>
            </a:r>
            <a:r>
              <a:rPr lang="ko-KR" altLang="ko-KR" dirty="0"/>
              <a:t>값의 위치에 값을 저장</a:t>
            </a:r>
            <a:endParaRPr lang="en-US" altLang="ko-KR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28596" y="761992"/>
          <a:ext cx="8215370" cy="1524000"/>
        </p:xfrm>
        <a:graphic>
          <a:graphicData uri="http://schemas.openxmlformats.org/drawingml/2006/table">
            <a:tbl>
              <a:tblPr/>
              <a:tblGrid>
                <a:gridCol w="8215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/* Set Process stack value */ 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__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set_PSP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((uint32_t)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PSPMemAlloc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+ </a:t>
                      </a:r>
                      <a:r>
                        <a:rPr lang="en-US" sz="2000" b="1" kern="100" dirty="0">
                          <a:latin typeface="맑은 고딕"/>
                          <a:ea typeface="맑은 고딕"/>
                          <a:cs typeface="Times New Roman"/>
                        </a:rPr>
                        <a:t>SP_PROCESS_SIZE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printf("(2)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%d,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%d\n",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      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Get_Current_Stack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(),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Get_Current_ThreadMode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());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(2) </a:t>
                      </a:r>
                      <a:r>
                        <a:rPr lang="en-US" sz="2000" b="1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b="1" kern="100" dirty="0">
                          <a:latin typeface="맑은 고딕"/>
                          <a:ea typeface="맑은 고딕"/>
                          <a:cs typeface="Times New Roman"/>
                        </a:rPr>
                        <a:t> = 0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0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소스 코드 분석 </a:t>
            </a:r>
            <a:r>
              <a:rPr lang="en-US" altLang="ko-KR" dirty="0"/>
              <a:t>(5)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2928934"/>
            <a:ext cx="8858250" cy="3500462"/>
          </a:xfrm>
        </p:spPr>
        <p:txBody>
          <a:bodyPr/>
          <a:lstStyle/>
          <a:p>
            <a:r>
              <a:rPr lang="ko-KR" altLang="ko-KR" dirty="0"/>
              <a:t>드디어 </a:t>
            </a:r>
            <a:r>
              <a:rPr lang="en-US" altLang="ko-KR" b="1" u="sng" dirty="0">
                <a:solidFill>
                  <a:srgbClr val="660033"/>
                </a:solidFill>
              </a:rPr>
              <a:t>__</a:t>
            </a:r>
            <a:r>
              <a:rPr lang="en-US" altLang="ko-KR" b="1" u="sng" dirty="0" err="1">
                <a:solidFill>
                  <a:srgbClr val="660033"/>
                </a:solidFill>
              </a:rPr>
              <a:t>set_CONTROL</a:t>
            </a:r>
            <a:r>
              <a:rPr lang="ko-KR" altLang="ko-KR" b="1" u="sng" dirty="0">
                <a:solidFill>
                  <a:srgbClr val="660033"/>
                </a:solidFill>
              </a:rPr>
              <a:t>을 통해서 사용하는</a:t>
            </a:r>
            <a:r>
              <a:rPr lang="en-US" altLang="ko-KR" b="1" u="sng" dirty="0">
                <a:solidFill>
                  <a:srgbClr val="660033"/>
                </a:solidFill>
              </a:rPr>
              <a:t> Stack Pointer</a:t>
            </a:r>
            <a:r>
              <a:rPr lang="ko-KR" altLang="ko-KR" b="1" u="sng" dirty="0">
                <a:solidFill>
                  <a:srgbClr val="660033"/>
                </a:solidFill>
              </a:rPr>
              <a:t>를</a:t>
            </a:r>
            <a:r>
              <a:rPr lang="en-US" altLang="ko-KR" b="1" u="sng" dirty="0">
                <a:solidFill>
                  <a:srgbClr val="660033"/>
                </a:solidFill>
              </a:rPr>
              <a:t> PSP</a:t>
            </a:r>
            <a:r>
              <a:rPr lang="ko-KR" altLang="ko-KR" b="1" u="sng" dirty="0">
                <a:solidFill>
                  <a:srgbClr val="660033"/>
                </a:solidFill>
              </a:rPr>
              <a:t>로 변경</a:t>
            </a:r>
            <a:r>
              <a:rPr lang="ko-KR" altLang="ko-KR" dirty="0"/>
              <a:t>하는 작업을 수행</a:t>
            </a:r>
            <a:endParaRPr lang="en-US" altLang="ko-KR" dirty="0"/>
          </a:p>
          <a:p>
            <a:r>
              <a:rPr lang="en-US" altLang="ko-KR" dirty="0"/>
              <a:t>SP_PROCESS</a:t>
            </a:r>
            <a:r>
              <a:rPr lang="ko-KR" altLang="ko-KR" dirty="0"/>
              <a:t>는 </a:t>
            </a:r>
            <a:r>
              <a:rPr lang="en-US" altLang="ko-KR" dirty="0"/>
              <a:t>0x02</a:t>
            </a:r>
            <a:r>
              <a:rPr lang="ko-KR" altLang="ko-KR" dirty="0"/>
              <a:t>로 정의되어 있고</a:t>
            </a:r>
            <a:r>
              <a:rPr lang="en-US" altLang="ko-KR" dirty="0"/>
              <a:t>, </a:t>
            </a:r>
            <a:r>
              <a:rPr lang="ko-KR" altLang="ko-KR" dirty="0"/>
              <a:t>이것은</a:t>
            </a:r>
            <a:r>
              <a:rPr lang="en-US" altLang="ko-KR" dirty="0"/>
              <a:t> Stack Pointer</a:t>
            </a:r>
            <a:r>
              <a:rPr lang="ko-KR" altLang="ko-KR" dirty="0"/>
              <a:t>를</a:t>
            </a:r>
            <a:r>
              <a:rPr lang="en-US" altLang="ko-KR" dirty="0"/>
              <a:t> PSP</a:t>
            </a:r>
            <a:r>
              <a:rPr lang="ko-KR" altLang="ko-KR" dirty="0"/>
              <a:t>로 변경하게 </a:t>
            </a:r>
            <a:r>
              <a:rPr lang="ko-KR" altLang="en-US" dirty="0"/>
              <a:t>된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/>
              <a:t>결과를 보면 </a:t>
            </a:r>
            <a:r>
              <a:rPr lang="en-US" altLang="ko-KR" dirty="0" err="1"/>
              <a:t>CurrentStack</a:t>
            </a:r>
            <a:r>
              <a:rPr lang="ko-KR" altLang="ko-KR" dirty="0"/>
              <a:t>이</a:t>
            </a:r>
            <a:r>
              <a:rPr lang="en-US" altLang="ko-KR" dirty="0"/>
              <a:t> 2</a:t>
            </a:r>
            <a:r>
              <a:rPr lang="ko-KR" altLang="ko-KR" dirty="0"/>
              <a:t>로 바뀌어 있다</a:t>
            </a:r>
            <a:r>
              <a:rPr lang="en-US" altLang="ko-KR" dirty="0"/>
              <a:t>.</a:t>
            </a:r>
            <a:endParaRPr lang="ko-KR" altLang="ko-KR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28596" y="1000108"/>
          <a:ext cx="8286808" cy="1524000"/>
        </p:xfrm>
        <a:graphic>
          <a:graphicData uri="http://schemas.openxmlformats.org/drawingml/2006/table">
            <a:tbl>
              <a:tblPr/>
              <a:tblGrid>
                <a:gridCol w="8286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/* Select Process Stack as Thread mode Stack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__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set_CONTROL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en-US" sz="2000" b="1" kern="100" dirty="0">
                          <a:latin typeface="맑은 고딕"/>
                          <a:ea typeface="맑은 고딕"/>
                          <a:cs typeface="Times New Roman"/>
                        </a:rPr>
                        <a:t>SP_PROCESS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printf("(3)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%d,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%d\n",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      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Get_Current_Stack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(),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Get_Current_ThreadMode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());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(3) </a:t>
                      </a:r>
                      <a:r>
                        <a:rPr lang="en-US" sz="2000" b="1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b="1" kern="100" dirty="0">
                          <a:latin typeface="맑은 고딕"/>
                          <a:ea typeface="맑은 고딕"/>
                          <a:cs typeface="Times New Roman"/>
                        </a:rPr>
                        <a:t> = 2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0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소스 코드 분석 </a:t>
            </a:r>
            <a:r>
              <a:rPr lang="en-US" altLang="ko-KR" dirty="0"/>
              <a:t>(6)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857628"/>
            <a:ext cx="8858250" cy="2571768"/>
          </a:xfrm>
        </p:spPr>
        <p:txBody>
          <a:bodyPr/>
          <a:lstStyle/>
          <a:p>
            <a:r>
              <a:rPr lang="ko-KR" altLang="ko-KR" dirty="0"/>
              <a:t>동작과는 무관하게 현재의 상태를 읽어본 것</a:t>
            </a:r>
            <a:endParaRPr lang="en-US" altLang="ko-KR" dirty="0"/>
          </a:p>
          <a:p>
            <a:r>
              <a:rPr lang="ko-KR" altLang="ko-KR" dirty="0"/>
              <a:t>현재</a:t>
            </a:r>
            <a:r>
              <a:rPr lang="en-US" altLang="ko-KR" dirty="0"/>
              <a:t> Stack</a:t>
            </a:r>
            <a:r>
              <a:rPr lang="ko-KR" altLang="ko-KR" dirty="0"/>
              <a:t>이</a:t>
            </a:r>
            <a:r>
              <a:rPr lang="en-US" altLang="ko-KR" dirty="0"/>
              <a:t> Process Stack</a:t>
            </a:r>
            <a:r>
              <a:rPr lang="ko-KR" altLang="ko-KR" dirty="0"/>
              <a:t>임을 알수 있고</a:t>
            </a:r>
            <a:r>
              <a:rPr lang="en-US" altLang="ko-KR" dirty="0"/>
              <a:t>, __</a:t>
            </a:r>
            <a:r>
              <a:rPr lang="en-US" altLang="ko-KR" dirty="0" err="1"/>
              <a:t>get_PSP</a:t>
            </a:r>
            <a:r>
              <a:rPr lang="ko-KR" altLang="ko-KR" dirty="0"/>
              <a:t>를 통해서</a:t>
            </a:r>
            <a:r>
              <a:rPr lang="en-US" altLang="ko-KR" dirty="0"/>
              <a:t> PSP</a:t>
            </a:r>
            <a:r>
              <a:rPr lang="ko-KR" altLang="ko-KR" dirty="0"/>
              <a:t>의 값을 읽어보고 있다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en-US" altLang="ko-KR" dirty="0"/>
              <a:t>__</a:t>
            </a:r>
            <a:r>
              <a:rPr lang="en-US" altLang="ko-KR" dirty="0" err="1"/>
              <a:t>get_PSP</a:t>
            </a:r>
            <a:r>
              <a:rPr lang="ko-KR" altLang="ko-KR" dirty="0"/>
              <a:t>는</a:t>
            </a:r>
            <a:r>
              <a:rPr lang="en-US" altLang="ko-KR" dirty="0"/>
              <a:t> MRS</a:t>
            </a:r>
            <a:r>
              <a:rPr lang="ko-KR" altLang="ko-KR" dirty="0"/>
              <a:t>를 통해서</a:t>
            </a:r>
            <a:r>
              <a:rPr lang="en-US" altLang="ko-KR" dirty="0"/>
              <a:t> PSP </a:t>
            </a:r>
            <a:r>
              <a:rPr lang="ko-KR" altLang="ko-KR" dirty="0"/>
              <a:t>레지스터의 값을 전달해 주는 역할</a:t>
            </a:r>
            <a:endParaRPr lang="en-US" altLang="ko-KR" dirty="0"/>
          </a:p>
          <a:p>
            <a:r>
              <a:rPr lang="ko-KR" altLang="ko-KR" dirty="0"/>
              <a:t>읽은 값은 </a:t>
            </a:r>
            <a:r>
              <a:rPr lang="en-US" altLang="ko-KR" dirty="0"/>
              <a:t>0x200000CC. </a:t>
            </a:r>
            <a:r>
              <a:rPr lang="en-US" altLang="ko-KR" dirty="0" err="1"/>
              <a:t>PSPMemAlloc</a:t>
            </a:r>
            <a:r>
              <a:rPr lang="en-US" altLang="ko-KR" dirty="0"/>
              <a:t> </a:t>
            </a:r>
            <a:r>
              <a:rPr lang="ko-KR" altLang="ko-KR" dirty="0"/>
              <a:t>주소를 읽어본 적이 있었고</a:t>
            </a:r>
            <a:r>
              <a:rPr lang="en-US" altLang="ko-KR" dirty="0"/>
              <a:t>, </a:t>
            </a:r>
            <a:r>
              <a:rPr lang="ko-KR" altLang="ko-KR" dirty="0"/>
              <a:t>그 값은 </a:t>
            </a:r>
            <a:r>
              <a:rPr lang="en-US" altLang="ko-KR" dirty="0"/>
              <a:t>0x200002CC. </a:t>
            </a:r>
            <a:r>
              <a:rPr lang="en-US" altLang="ko-KR" b="1" u="sng" dirty="0">
                <a:solidFill>
                  <a:srgbClr val="0000FF"/>
                </a:solidFill>
              </a:rPr>
              <a:t>0x200</a:t>
            </a:r>
            <a:r>
              <a:rPr lang="ko-KR" altLang="ko-KR" b="1" u="sng" dirty="0">
                <a:solidFill>
                  <a:srgbClr val="0000FF"/>
                </a:solidFill>
              </a:rPr>
              <a:t>만큼 차이</a:t>
            </a:r>
            <a:r>
              <a:rPr lang="ko-KR" altLang="ko-KR" dirty="0"/>
              <a:t>가 나는 것을 알수 있다</a:t>
            </a:r>
            <a:r>
              <a:rPr lang="en-US" altLang="ko-KR" dirty="0"/>
              <a:t>. </a:t>
            </a:r>
            <a:r>
              <a:rPr lang="ko-KR" altLang="ko-KR" dirty="0"/>
              <a:t>설정한 값 그대로 </a:t>
            </a:r>
            <a:r>
              <a:rPr lang="ko-KR" altLang="en-US" dirty="0"/>
              <a:t>이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  <a:endParaRPr lang="ko-KR" altLang="ko-KR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398237"/>
              </p:ext>
            </p:extLst>
          </p:nvPr>
        </p:nvGraphicFramePr>
        <p:xfrm>
          <a:off x="285720" y="738190"/>
          <a:ext cx="8501122" cy="3048000"/>
        </p:xfrm>
        <a:graphic>
          <a:graphicData uri="http://schemas.openxmlformats.org/drawingml/2006/table">
            <a:tbl>
              <a:tblPr/>
              <a:tblGrid>
                <a:gridCol w="8501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/* Get the Thread mode stack used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if(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Get_Current_Stack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() == SP_MAIN) {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    printf("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is Main Stack\n");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} else {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    printf("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is Process Stack\n");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    /* Get process stack pointer value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    printf("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PSPValue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0x%0X\n", __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get_PSP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());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}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is </a:t>
                      </a:r>
                      <a:r>
                        <a:rPr lang="en-US" sz="2000" b="1" kern="100" dirty="0">
                          <a:latin typeface="맑은 고딕"/>
                          <a:ea typeface="맑은 고딕"/>
                          <a:cs typeface="Times New Roman"/>
                        </a:rPr>
                        <a:t>Process Stack</a:t>
                      </a:r>
                      <a:endParaRPr lang="ko-KR" sz="2000" b="1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PSPValue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0x200002CC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소스 코드 분석 </a:t>
            </a:r>
            <a:r>
              <a:rPr lang="en-US" altLang="ko-KR" dirty="0"/>
              <a:t>(7)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4143380"/>
            <a:ext cx="8858250" cy="2286016"/>
          </a:xfrm>
        </p:spPr>
        <p:txBody>
          <a:bodyPr/>
          <a:lstStyle/>
          <a:p>
            <a:r>
              <a:rPr lang="ko-KR" altLang="ko-KR" dirty="0"/>
              <a:t>이제 </a:t>
            </a:r>
            <a:r>
              <a:rPr lang="en-US" altLang="ko-KR" dirty="0"/>
              <a:t>privileged </a:t>
            </a:r>
            <a:r>
              <a:rPr lang="ko-KR" altLang="ko-KR" dirty="0"/>
              <a:t>레벨을 </a:t>
            </a:r>
            <a:r>
              <a:rPr lang="en-US" altLang="ko-KR" b="1" u="sng" dirty="0">
                <a:solidFill>
                  <a:srgbClr val="660033"/>
                </a:solidFill>
              </a:rPr>
              <a:t>unprivileged</a:t>
            </a:r>
            <a:r>
              <a:rPr lang="ko-KR" altLang="ko-KR" b="1" u="sng" dirty="0">
                <a:solidFill>
                  <a:srgbClr val="660033"/>
                </a:solidFill>
              </a:rPr>
              <a:t>로 변경</a:t>
            </a:r>
            <a:endParaRPr lang="en-US" altLang="ko-KR" b="1" u="sng" dirty="0">
              <a:solidFill>
                <a:srgbClr val="660033"/>
              </a:solidFill>
            </a:endParaRPr>
          </a:p>
          <a:p>
            <a:r>
              <a:rPr lang="ko-KR" altLang="ko-KR" dirty="0"/>
              <a:t>현재 상태가 </a:t>
            </a:r>
            <a:r>
              <a:rPr lang="en-US" altLang="ko-KR" dirty="0"/>
              <a:t>privileged </a:t>
            </a:r>
            <a:r>
              <a:rPr lang="ko-KR" altLang="ko-KR" dirty="0"/>
              <a:t>레벨이기 때문에 아무런 문제 없이 이 작업을 수행할 수 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ThreadMode</a:t>
            </a:r>
            <a:r>
              <a:rPr lang="ko-KR" altLang="ko-KR" dirty="0"/>
              <a:t>가</a:t>
            </a:r>
            <a:r>
              <a:rPr lang="en-US" altLang="ko-KR" dirty="0"/>
              <a:t> 1</a:t>
            </a:r>
            <a:r>
              <a:rPr lang="ko-KR" altLang="ko-KR" dirty="0"/>
              <a:t>로 변경된 것을 확인 할 수 있다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357158" y="881066"/>
          <a:ext cx="8358246" cy="3048000"/>
        </p:xfrm>
        <a:graphic>
          <a:graphicData uri="http://schemas.openxmlformats.org/drawingml/2006/table">
            <a:tbl>
              <a:tblPr/>
              <a:tblGrid>
                <a:gridCol w="8358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/* Switch Thread mode from privileged to unprivileged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/* Thread mode has unprivileged access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__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set_CONTROL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en-US" sz="2000" b="1" kern="100" dirty="0">
                          <a:latin typeface="맑은 고딕"/>
                          <a:ea typeface="맑은 고딕"/>
                          <a:cs typeface="Times New Roman"/>
                        </a:rPr>
                        <a:t>THREAD_MODE_UNPRIVILEGED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| SP_PROCESS);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/* Unprivileged access mainly affect ability to: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- Use or not use certain instructions such as MSR fields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- Access System Control Space (SCS) registers such as NVIC and SysTick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printf("(4)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%d,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%d\n",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      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Get_Current_Stack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(),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Get_Current_ThreadMode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());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(4</a:t>
                      </a:r>
                      <a:r>
                        <a:rPr lang="en-US" sz="2000" b="0" kern="100" dirty="0">
                          <a:latin typeface="맑은 고딕"/>
                          <a:ea typeface="맑은 고딕"/>
                          <a:cs typeface="Times New Roman"/>
                        </a:rPr>
                        <a:t>) </a:t>
                      </a:r>
                      <a:r>
                        <a:rPr lang="en-US" sz="2000" b="0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b="0" kern="100" dirty="0">
                          <a:latin typeface="맑은 고딕"/>
                          <a:ea typeface="맑은 고딕"/>
                          <a:cs typeface="Times New Roman"/>
                        </a:rPr>
                        <a:t> = 2</a:t>
                      </a:r>
                      <a:r>
                        <a:rPr lang="en-US" sz="2000" b="1" kern="100" dirty="0">
                          <a:latin typeface="맑은 고딕"/>
                          <a:ea typeface="맑은 고딕"/>
                          <a:cs typeface="Times New Roman"/>
                        </a:rPr>
                        <a:t>, </a:t>
                      </a:r>
                      <a:r>
                        <a:rPr lang="en-US" sz="2000" b="1" kern="100" dirty="0" err="1">
                          <a:latin typeface="맑은 고딕"/>
                          <a:ea typeface="맑은 고딕"/>
                          <a:cs typeface="Times New Roman"/>
                        </a:rPr>
                        <a:t>ThreadMode</a:t>
                      </a:r>
                      <a:r>
                        <a:rPr lang="en-US" sz="2000" b="1" kern="100" dirty="0">
                          <a:latin typeface="맑은 고딕"/>
                          <a:ea typeface="맑은 고딕"/>
                          <a:cs typeface="Times New Roman"/>
                        </a:rPr>
                        <a:t> = 1</a:t>
                      </a:r>
                      <a:endParaRPr lang="ko-KR" sz="2000" b="1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소스 코드 분석 </a:t>
            </a:r>
            <a:r>
              <a:rPr lang="en-US" altLang="ko-KR" dirty="0"/>
              <a:t>(8)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571876"/>
            <a:ext cx="8858250" cy="2857520"/>
          </a:xfrm>
        </p:spPr>
        <p:txBody>
          <a:bodyPr/>
          <a:lstStyle/>
          <a:p>
            <a:r>
              <a:rPr lang="ko-KR" altLang="ko-KR" dirty="0"/>
              <a:t>위 코드는 </a:t>
            </a:r>
            <a:r>
              <a:rPr lang="en-US" altLang="ko-KR" dirty="0"/>
              <a:t>privileged </a:t>
            </a:r>
            <a:r>
              <a:rPr lang="ko-KR" altLang="ko-KR" dirty="0"/>
              <a:t>레벨을 </a:t>
            </a:r>
            <a:r>
              <a:rPr lang="en-US" altLang="ko-KR" dirty="0"/>
              <a:t>privileged</a:t>
            </a:r>
            <a:r>
              <a:rPr lang="ko-KR" altLang="ko-KR" dirty="0"/>
              <a:t>로 변경하려고 시도 </a:t>
            </a:r>
            <a:r>
              <a:rPr lang="ko-KR" altLang="en-US" dirty="0"/>
              <a:t>한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</a:p>
          <a:p>
            <a:r>
              <a:rPr lang="ko-KR" altLang="ko-KR" dirty="0"/>
              <a:t>하지만 이 시도는 실패할 수밖에 없다</a:t>
            </a:r>
            <a:r>
              <a:rPr lang="en-US" altLang="ko-KR" dirty="0"/>
              <a:t>.</a:t>
            </a:r>
          </a:p>
          <a:p>
            <a:r>
              <a:rPr lang="ko-KR" altLang="ko-KR" dirty="0"/>
              <a:t>왜냐하면 위에서 </a:t>
            </a:r>
            <a:r>
              <a:rPr lang="ko-KR" altLang="ko-KR" b="1" u="sng" dirty="0">
                <a:solidFill>
                  <a:srgbClr val="660033"/>
                </a:solidFill>
              </a:rPr>
              <a:t>이미 상태를 </a:t>
            </a:r>
            <a:r>
              <a:rPr lang="en-US" altLang="ko-KR" b="1" u="sng" dirty="0">
                <a:solidFill>
                  <a:srgbClr val="660033"/>
                </a:solidFill>
              </a:rPr>
              <a:t>unprivileged</a:t>
            </a:r>
            <a:r>
              <a:rPr lang="ko-KR" altLang="ko-KR" b="1" u="sng" dirty="0">
                <a:solidFill>
                  <a:srgbClr val="660033"/>
                </a:solidFill>
              </a:rPr>
              <a:t>로 변경했기 때문에 이제 다시는 </a:t>
            </a:r>
            <a:r>
              <a:rPr lang="en-US" altLang="ko-KR" b="1" u="sng" dirty="0">
                <a:solidFill>
                  <a:srgbClr val="660033"/>
                </a:solidFill>
              </a:rPr>
              <a:t>privileged</a:t>
            </a:r>
            <a:r>
              <a:rPr lang="ko-KR" altLang="ko-KR" b="1" u="sng" dirty="0">
                <a:solidFill>
                  <a:srgbClr val="660033"/>
                </a:solidFill>
              </a:rPr>
              <a:t>로 돌아갈 수 없기 때문</a:t>
            </a:r>
            <a:r>
              <a:rPr lang="ko-KR" altLang="en-US" dirty="0"/>
              <a:t>이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</a:p>
          <a:p>
            <a:r>
              <a:rPr lang="ko-KR" altLang="ko-KR" dirty="0"/>
              <a:t>결국 찍어보면 전혀 변하지 않은 것을 알수 있다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28596" y="919162"/>
          <a:ext cx="8286808" cy="2438400"/>
        </p:xfrm>
        <a:graphic>
          <a:graphicData uri="http://schemas.openxmlformats.org/drawingml/2006/table">
            <a:tbl>
              <a:tblPr/>
              <a:tblGrid>
                <a:gridCol w="8286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/* Switch back Thread mode from unprivileged to privileged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/* Try to switch back Thread mode to privileged (Not possible, this can be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done only in Handler mode)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__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set_CONTROL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en-US" sz="2000" b="1" kern="100" dirty="0">
                          <a:latin typeface="맑은 고딕"/>
                          <a:ea typeface="맑은 고딕"/>
                          <a:cs typeface="Times New Roman"/>
                        </a:rPr>
                        <a:t>THREAD_MODE_PRIVILEGED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| SP_PROCESS);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printf("(5)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%d,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%d\n",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      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Get_Current_Stack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(),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Get_Current_ThreadMode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());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(5)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2, </a:t>
                      </a:r>
                      <a:r>
                        <a:rPr lang="en-US" sz="2000" b="1" kern="100" dirty="0" err="1">
                          <a:latin typeface="맑은 고딕"/>
                          <a:ea typeface="맑은 고딕"/>
                          <a:cs typeface="Times New Roman"/>
                        </a:rPr>
                        <a:t>ThreadMode</a:t>
                      </a:r>
                      <a:r>
                        <a:rPr lang="en-US" sz="2000" b="1" kern="100" dirty="0">
                          <a:latin typeface="맑은 고딕"/>
                          <a:ea typeface="맑은 고딕"/>
                          <a:cs typeface="Times New Roman"/>
                        </a:rPr>
                        <a:t> = 1</a:t>
                      </a:r>
                      <a:endParaRPr lang="ko-KR" sz="2000" b="1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소스 코드 분석 </a:t>
            </a:r>
            <a:r>
              <a:rPr lang="en-US" altLang="ko-KR" dirty="0"/>
              <a:t>(9)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500438"/>
            <a:ext cx="8858250" cy="2928958"/>
          </a:xfrm>
        </p:spPr>
        <p:txBody>
          <a:bodyPr/>
          <a:lstStyle/>
          <a:p>
            <a:r>
              <a:rPr lang="ko-KR" altLang="ko-KR" dirty="0"/>
              <a:t>여기서 </a:t>
            </a:r>
            <a:r>
              <a:rPr lang="en-US" altLang="ko-KR" b="1" u="sng" dirty="0">
                <a:solidFill>
                  <a:srgbClr val="660033"/>
                </a:solidFill>
              </a:rPr>
              <a:t>__SVC()</a:t>
            </a:r>
            <a:r>
              <a:rPr lang="ko-KR" altLang="ko-KR" b="1" u="sng" dirty="0">
                <a:solidFill>
                  <a:srgbClr val="660033"/>
                </a:solidFill>
              </a:rPr>
              <a:t>를 호출</a:t>
            </a:r>
            <a:r>
              <a:rPr lang="ko-KR" altLang="en-US" dirty="0"/>
              <a:t>한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__SVC()</a:t>
            </a:r>
            <a:r>
              <a:rPr lang="ko-KR" altLang="ko-KR" dirty="0"/>
              <a:t>는 </a:t>
            </a:r>
            <a:r>
              <a:rPr lang="en-US" altLang="ko-KR" dirty="0" err="1"/>
              <a:t>SVC_Handler</a:t>
            </a:r>
            <a:r>
              <a:rPr lang="ko-KR" altLang="ko-KR" dirty="0"/>
              <a:t>가 불리도록 만들어 주게 되고  </a:t>
            </a:r>
            <a:r>
              <a:rPr lang="en-US" altLang="ko-KR" dirty="0" err="1"/>
              <a:t>SVC_Handler</a:t>
            </a:r>
            <a:r>
              <a:rPr lang="ko-KR" altLang="ko-KR" dirty="0"/>
              <a:t>의 내용에 이미 </a:t>
            </a:r>
            <a:r>
              <a:rPr lang="en-US" altLang="ko-KR" dirty="0"/>
              <a:t>__</a:t>
            </a:r>
            <a:r>
              <a:rPr lang="en-US" altLang="ko-KR" dirty="0" err="1"/>
              <a:t>set_CONTROL</a:t>
            </a:r>
            <a:r>
              <a:rPr lang="en-US" altLang="ko-KR" dirty="0"/>
              <a:t>(2)</a:t>
            </a:r>
            <a:r>
              <a:rPr lang="ko-KR" altLang="ko-KR" dirty="0"/>
              <a:t>가 수행되도록 해놓았기 때문에 정상적으로 모드를 변경하는 작업을 할 수 있다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en-US" altLang="ko-KR" dirty="0"/>
              <a:t>__SVC()</a:t>
            </a:r>
            <a:r>
              <a:rPr lang="ko-KR" altLang="ko-KR" dirty="0"/>
              <a:t>를 호출한 이후에 다시 출력을 해보면 </a:t>
            </a:r>
            <a:r>
              <a:rPr lang="en-US" altLang="ko-KR" dirty="0" err="1"/>
              <a:t>ThreadMode</a:t>
            </a:r>
            <a:r>
              <a:rPr lang="ko-KR" altLang="ko-KR" dirty="0"/>
              <a:t>가</a:t>
            </a:r>
            <a:r>
              <a:rPr lang="en-US" altLang="ko-KR" dirty="0"/>
              <a:t> 0</a:t>
            </a:r>
            <a:r>
              <a:rPr lang="ko-KR" altLang="ko-KR" dirty="0"/>
              <a:t>으로 정상적으로 변한 것을 알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28596" y="1071546"/>
          <a:ext cx="8358246" cy="2133600"/>
        </p:xfrm>
        <a:graphic>
          <a:graphicData uri="http://schemas.openxmlformats.org/drawingml/2006/table">
            <a:tbl>
              <a:tblPr/>
              <a:tblGrid>
                <a:gridCol w="8358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맑은 고딕"/>
                          <a:ea typeface="맑은 고딕"/>
                          <a:cs typeface="Times New Roman"/>
                        </a:rPr>
                        <a:t>    /* Generate a system call exception, and in the ISR switch back Thread mode</a:t>
                      </a:r>
                      <a:endParaRPr lang="ko-KR" sz="2000" kern="10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맑은 고딕"/>
                          <a:ea typeface="맑은 고딕"/>
                          <a:cs typeface="Times New Roman"/>
                        </a:rPr>
                        <a:t>    to privileged */</a:t>
                      </a:r>
                      <a:endParaRPr lang="ko-KR" sz="2000" kern="10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맑은 고딕"/>
                          <a:ea typeface="맑은 고딕"/>
                          <a:cs typeface="Times New Roman"/>
                        </a:rPr>
                        <a:t>    __SVC();</a:t>
                      </a:r>
                      <a:endParaRPr lang="ko-KR" sz="2000" kern="10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맑은 고딕"/>
                          <a:ea typeface="맑은 고딕"/>
                          <a:cs typeface="Times New Roman"/>
                        </a:rPr>
                        <a:t>    printf("(6) CurrentStack = %d, ThreadMode = %d\n",</a:t>
                      </a:r>
                      <a:endParaRPr lang="ko-KR" sz="2000" kern="10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맑은 고딕"/>
                          <a:ea typeface="맑은 고딕"/>
                          <a:cs typeface="Times New Roman"/>
                        </a:rPr>
                        <a:t>           Get_Current_Stack(), Get_Current_ThreadMode());</a:t>
                      </a:r>
                      <a:endParaRPr lang="ko-KR" sz="20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(6)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2, </a:t>
                      </a:r>
                      <a:r>
                        <a:rPr lang="en-US" sz="2000" b="1" kern="100" dirty="0" err="1">
                          <a:latin typeface="맑은 고딕"/>
                          <a:ea typeface="맑은 고딕"/>
                          <a:cs typeface="Times New Roman"/>
                        </a:rPr>
                        <a:t>ThreadMode</a:t>
                      </a:r>
                      <a:r>
                        <a:rPr lang="en-US" sz="2000" b="1" kern="100" dirty="0">
                          <a:latin typeface="맑은 고딕"/>
                          <a:ea typeface="맑은 고딕"/>
                          <a:cs typeface="Times New Roman"/>
                        </a:rPr>
                        <a:t> = 0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소스 코드 분석 </a:t>
            </a:r>
            <a:r>
              <a:rPr lang="en-US" altLang="ko-KR" dirty="0"/>
              <a:t>(10)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000372"/>
            <a:ext cx="8858250" cy="3429024"/>
          </a:xfrm>
        </p:spPr>
        <p:txBody>
          <a:bodyPr/>
          <a:lstStyle/>
          <a:p>
            <a:r>
              <a:rPr lang="ko-KR" altLang="ko-KR" dirty="0"/>
              <a:t>이제 </a:t>
            </a:r>
            <a:r>
              <a:rPr lang="en-US" altLang="ko-KR" dirty="0"/>
              <a:t>test </a:t>
            </a:r>
            <a:r>
              <a:rPr lang="ko-KR" altLang="ko-KR" dirty="0"/>
              <a:t>함수를 벗어나기 전에 변경했던</a:t>
            </a:r>
            <a:r>
              <a:rPr lang="en-US" altLang="ko-KR" dirty="0"/>
              <a:t> Stack Pointer</a:t>
            </a:r>
            <a:r>
              <a:rPr lang="ko-KR" altLang="ko-KR" dirty="0"/>
              <a:t>를 다시</a:t>
            </a:r>
            <a:r>
              <a:rPr lang="en-US" altLang="ko-KR" dirty="0"/>
              <a:t> Main Stack</a:t>
            </a:r>
            <a:r>
              <a:rPr lang="ko-KR" altLang="ko-KR" dirty="0"/>
              <a:t>으로 환원</a:t>
            </a:r>
            <a:r>
              <a:rPr lang="ko-KR" altLang="en-US" dirty="0"/>
              <a:t>한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  <a:endParaRPr lang="ko-KR" altLang="ko-KR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357158" y="1000108"/>
          <a:ext cx="8143932" cy="1524000"/>
        </p:xfrm>
        <a:graphic>
          <a:graphicData uri="http://schemas.openxmlformats.org/drawingml/2006/table">
            <a:tbl>
              <a:tblPr/>
              <a:tblGrid>
                <a:gridCol w="8143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/* Select Main Stack */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__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set_CONTROL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(SP_MAIN);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printf("(7)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%d,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%d\n",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         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Get_Current_Stack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(),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Get_Current_ThreadMode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());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(7)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CurrentStack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0, </a:t>
                      </a:r>
                      <a:r>
                        <a:rPr lang="en-US" sz="2000" kern="100" dirty="0" err="1">
                          <a:latin typeface="맑은 고딕"/>
                          <a:ea typeface="맑은 고딕"/>
                          <a:cs typeface="Times New Roman"/>
                        </a:rPr>
                        <a:t>ThreadMode</a:t>
                      </a:r>
                      <a:r>
                        <a:rPr lang="en-US" sz="2000" kern="100" dirty="0">
                          <a:latin typeface="맑은 고딕"/>
                          <a:ea typeface="맑은 고딕"/>
                          <a:cs typeface="Times New Roman"/>
                        </a:rPr>
                        <a:t> = 0</a:t>
                      </a:r>
                      <a:endParaRPr lang="ko-KR" sz="2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17370</TotalTime>
  <Words>2268</Words>
  <Application>Microsoft Office PowerPoint</Application>
  <PresentationFormat>화면 슬라이드 쇼(4:3)</PresentationFormat>
  <Paragraphs>202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굴림</vt:lpstr>
      <vt:lpstr>맑은 고딕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Mode Privilege</vt:lpstr>
      <vt:lpstr>Processor mode와 Privilege level</vt:lpstr>
      <vt:lpstr>Unprivileged level 수행 소프트웨어</vt:lpstr>
      <vt:lpstr>Privilege level</vt:lpstr>
      <vt:lpstr>Main Stack과 Process Stack </vt:lpstr>
      <vt:lpstr>Banked Stack Pointer</vt:lpstr>
      <vt:lpstr>Main Stack과 Process Stack</vt:lpstr>
      <vt:lpstr>Stack Pointer - Full-Descending</vt:lpstr>
      <vt:lpstr>CMSIS</vt:lpstr>
      <vt:lpstr>Intrinsic functions – 표준화된 함수</vt:lpstr>
      <vt:lpstr>실행 결과</vt:lpstr>
      <vt:lpstr>소스 코드 분석 (1)</vt:lpstr>
      <vt:lpstr>소스 코드 분석 (2)</vt:lpstr>
      <vt:lpstr>소스 코드 분석 (3)</vt:lpstr>
      <vt:lpstr>소스 코드 분석 (4)</vt:lpstr>
      <vt:lpstr>소스 코드 분석 (5)</vt:lpstr>
      <vt:lpstr>소스 코드 분석 (6)</vt:lpstr>
      <vt:lpstr>소스 코드 분석 (7)</vt:lpstr>
      <vt:lpstr>소스 코드 분석 (8)</vt:lpstr>
      <vt:lpstr>소스 코드 분석 (9)</vt:lpstr>
      <vt:lpstr>소스 코드 분석 (10)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Oh Younghwan</cp:lastModifiedBy>
  <cp:revision>590</cp:revision>
  <dcterms:created xsi:type="dcterms:W3CDTF">2006-02-08T03:00:46Z</dcterms:created>
  <dcterms:modified xsi:type="dcterms:W3CDTF">2026-01-19T07:28:09Z</dcterms:modified>
</cp:coreProperties>
</file>