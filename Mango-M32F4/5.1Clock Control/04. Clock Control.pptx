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6"/>
  </p:notesMasterIdLst>
  <p:handoutMasterIdLst>
    <p:handoutMasterId r:id="rId17"/>
  </p:handoutMasterIdLst>
  <p:sldIdLst>
    <p:sldId id="308" r:id="rId2"/>
    <p:sldId id="309" r:id="rId3"/>
    <p:sldId id="323" r:id="rId4"/>
    <p:sldId id="324" r:id="rId5"/>
    <p:sldId id="325" r:id="rId6"/>
    <p:sldId id="327" r:id="rId7"/>
    <p:sldId id="311" r:id="rId8"/>
    <p:sldId id="326" r:id="rId9"/>
    <p:sldId id="328" r:id="rId10"/>
    <p:sldId id="329" r:id="rId11"/>
    <p:sldId id="314" r:id="rId12"/>
    <p:sldId id="315" r:id="rId13"/>
    <p:sldId id="330" r:id="rId14"/>
    <p:sldId id="316" r:id="rId15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44" autoAdjust="0"/>
    <p:restoredTop sz="84551" autoAdjust="0"/>
  </p:normalViewPr>
  <p:slideViewPr>
    <p:cSldViewPr snapToObjects="1">
      <p:cViewPr varScale="1">
        <p:scale>
          <a:sx n="88" d="100"/>
          <a:sy n="88" d="100"/>
        </p:scale>
        <p:origin x="1570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http://cafe.naver.com/embeddedcrazyboys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Clock Control</a:t>
            </a:r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/>
              <a:t>2026.01.19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861AA3-DEF3-082D-A742-E8C49509E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34" y="1794199"/>
            <a:ext cx="8841066" cy="3579017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0F7D8F9-F489-6561-8B1C-71832F629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25 MHz – PH0/OSC_IN, PH1/OSC_OUT</a:t>
            </a:r>
          </a:p>
          <a:p>
            <a:r>
              <a:rPr lang="en-US" altLang="ko-KR" dirty="0"/>
              <a:t>32.768 </a:t>
            </a:r>
            <a:r>
              <a:rPr lang="en-US" altLang="ko-KR" dirty="0" err="1"/>
              <a:t>KHz</a:t>
            </a:r>
            <a:r>
              <a:rPr lang="en-US" altLang="ko-KR" dirty="0"/>
              <a:t> – PC14/OSC32_IN, PC15/OSC32_OUT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E2F0D09-E2D9-541C-F97A-BF404BF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Clock </a:t>
            </a:r>
            <a:r>
              <a:rPr lang="ko-KR" altLang="en-US" dirty="0"/>
              <a:t>회로도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0F7D8F9-F489-6561-8B1C-71832F629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STM32CubeMX default clock: HSI 16 MHz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E2F0D09-E2D9-541C-F97A-BF404BF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STM32 Clock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C936F5-7635-1C8D-CA5A-918E1166C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7091817" cy="516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9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0F7D8F9-F489-6561-8B1C-71832F629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High-speed internal (HSI) default clock: 16 MHz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E2F0D09-E2D9-541C-F97A-BF404BF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STM32 Clock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72EFEC-6BE7-0B99-3995-E421C32FB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317118"/>
            <a:ext cx="7495238" cy="4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7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E2F0D09-E2D9-541C-F97A-BF404BF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STM32 Clock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9B8C916-7DA8-06D6-CCBF-F2E2609A6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08720"/>
            <a:ext cx="7580952" cy="5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58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E2F0D09-E2D9-541C-F97A-BF404BF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STM32 Clock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52D458-710D-1667-11FA-ACBCDBD4C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883493"/>
            <a:ext cx="8747185" cy="535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29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25M</a:t>
            </a:r>
            <a:r>
              <a:rPr lang="ko-KR" altLang="en-US" dirty="0"/>
              <a:t> </a:t>
            </a:r>
            <a:r>
              <a:rPr lang="en-US" altLang="ko-KR" dirty="0"/>
              <a:t>crystal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2928934"/>
            <a:ext cx="8858250" cy="3500462"/>
          </a:xfrm>
        </p:spPr>
        <p:txBody>
          <a:bodyPr/>
          <a:lstStyle/>
          <a:p>
            <a:r>
              <a:rPr lang="ko-KR" altLang="en-US" dirty="0"/>
              <a:t>망고보드의 외부에는 </a:t>
            </a:r>
            <a:r>
              <a:rPr lang="en-US" altLang="ko-KR" b="1" dirty="0">
                <a:solidFill>
                  <a:srgbClr val="0000FF"/>
                </a:solidFill>
              </a:rPr>
              <a:t>25M</a:t>
            </a:r>
            <a:r>
              <a:rPr lang="ko-KR" altLang="en-US" dirty="0"/>
              <a:t>의 </a:t>
            </a:r>
            <a:r>
              <a:rPr lang="en-US" altLang="ko-KR" dirty="0"/>
              <a:t>crystal</a:t>
            </a:r>
            <a:r>
              <a:rPr lang="ko-KR" altLang="en-US" dirty="0"/>
              <a:t>이 달려있다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외부에 이러한 </a:t>
            </a:r>
            <a:r>
              <a:rPr lang="en-US" altLang="ko-KR" dirty="0"/>
              <a:t>clock</a:t>
            </a:r>
            <a:r>
              <a:rPr lang="ko-KR" altLang="en-US" dirty="0"/>
              <a:t>을 달아 놓은 것은 </a:t>
            </a:r>
            <a:r>
              <a:rPr lang="en-US" altLang="ko-KR" b="1" u="sng" dirty="0">
                <a:solidFill>
                  <a:srgbClr val="0000FF"/>
                </a:solidFill>
              </a:rPr>
              <a:t>USB</a:t>
            </a:r>
            <a:r>
              <a:rPr lang="en-US" altLang="ko-KR" dirty="0"/>
              <a:t> </a:t>
            </a:r>
            <a:r>
              <a:rPr lang="ko-KR" altLang="en-US" dirty="0"/>
              <a:t>때문이다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USB</a:t>
            </a:r>
            <a:r>
              <a:rPr lang="ko-KR" altLang="en-US" dirty="0"/>
              <a:t>를 위한 </a:t>
            </a:r>
            <a:r>
              <a:rPr lang="en-US" altLang="ko-KR" dirty="0"/>
              <a:t>48 MHz Clock</a:t>
            </a:r>
            <a:r>
              <a:rPr lang="ko-KR" altLang="en-US" dirty="0"/>
              <a:t>은 </a:t>
            </a:r>
            <a:r>
              <a:rPr lang="en-US" altLang="ko-KR" dirty="0"/>
              <a:t>main PLL</a:t>
            </a:r>
            <a:r>
              <a:rPr lang="ko-KR" altLang="en-US" dirty="0"/>
              <a:t>에서 생성되는데 이를 위한 </a:t>
            </a:r>
            <a:r>
              <a:rPr lang="en-US" altLang="ko-KR" dirty="0"/>
              <a:t>clock source</a:t>
            </a:r>
            <a:r>
              <a:rPr lang="ko-KR" altLang="en-US" dirty="0"/>
              <a:t>는 반드시 </a:t>
            </a:r>
            <a:r>
              <a:rPr lang="en-US" altLang="ko-KR" dirty="0"/>
              <a:t>HSE crystal oscillator</a:t>
            </a:r>
            <a:r>
              <a:rPr lang="ko-KR" altLang="en-US" dirty="0"/>
              <a:t>를 사용해야만 한다</a:t>
            </a:r>
            <a:endParaRPr lang="en-US" altLang="ko-KR" dirty="0"/>
          </a:p>
          <a:p>
            <a:r>
              <a:rPr lang="ko-KR" altLang="en-US" dirty="0"/>
              <a:t>내부에 기본적으로 들어있는 </a:t>
            </a:r>
            <a:r>
              <a:rPr lang="en-US" altLang="ko-KR" dirty="0"/>
              <a:t>HSI oscillator</a:t>
            </a:r>
            <a:r>
              <a:rPr lang="ko-KR" altLang="en-US" dirty="0"/>
              <a:t>의 정확도는 </a:t>
            </a:r>
            <a:r>
              <a:rPr lang="en-US" altLang="ko-KR" dirty="0"/>
              <a:t>USB </a:t>
            </a:r>
            <a:r>
              <a:rPr lang="ko-KR" altLang="en-US" dirty="0"/>
              <a:t>규격을 만족시킬 수 있을 만큼 정확하지 않다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-US" altLang="ko-KR" dirty="0"/>
              <a:t>USB</a:t>
            </a:r>
            <a:r>
              <a:rPr lang="ko-KR" altLang="en-US" dirty="0"/>
              <a:t>를 사용하기 위해서는 내부 </a:t>
            </a:r>
            <a:r>
              <a:rPr lang="en-US" altLang="ko-KR" dirty="0"/>
              <a:t>HSI</a:t>
            </a:r>
            <a:r>
              <a:rPr lang="ko-KR" altLang="en-US" dirty="0"/>
              <a:t>를 사용할 수 없고 외부에 보다 정확한 </a:t>
            </a:r>
            <a:r>
              <a:rPr lang="en-US" altLang="ko-KR" dirty="0"/>
              <a:t>crystal</a:t>
            </a:r>
            <a:r>
              <a:rPr lang="ko-KR" altLang="en-US" dirty="0"/>
              <a:t>을 달아서 이용할 수밖에 없는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5EF877-5878-A941-5D47-9B1D36125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52356"/>
            <a:ext cx="5504762" cy="14095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0F7D8F9-F489-6561-8B1C-71832F629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System Core &gt; RCC</a:t>
            </a:r>
          </a:p>
          <a:p>
            <a:r>
              <a:rPr lang="en-US" altLang="ko-KR" dirty="0"/>
              <a:t>High Speed Clock (HSE): Crystal/Ceramic Resonator </a:t>
            </a:r>
            <a:r>
              <a:rPr lang="ko-KR" altLang="en-US" dirty="0"/>
              <a:t>설정</a:t>
            </a:r>
            <a:endParaRPr lang="en-US" altLang="ko-KR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E2F0D09-E2D9-541C-F97A-BF404BF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Clock RCC </a:t>
            </a:r>
            <a:r>
              <a:rPr lang="ko-KR" altLang="en-US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8758AB-5C3B-C3F2-A59F-A66DA1CF5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577958"/>
            <a:ext cx="7646316" cy="483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77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0F7D8F9-F489-6561-8B1C-71832F629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PLLCLK </a:t>
            </a:r>
            <a:r>
              <a:rPr lang="ko-KR" altLang="en-US" dirty="0"/>
              <a:t>선택</a:t>
            </a:r>
            <a:endParaRPr lang="en-US" altLang="ko-KR" dirty="0"/>
          </a:p>
          <a:p>
            <a:r>
              <a:rPr lang="en-US" altLang="ko-KR" dirty="0"/>
              <a:t>System Clock 150 MHz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E2F0D09-E2D9-541C-F97A-BF404BF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Clock Configuration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0BC576-89C0-3344-2511-774274DA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08" y="1916832"/>
            <a:ext cx="8680492" cy="404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79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0F7D8F9-F489-6561-8B1C-71832F629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37725"/>
            <a:ext cx="8858250" cy="5643603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/>
              <a:t>void </a:t>
            </a:r>
            <a:r>
              <a:rPr lang="en-US" altLang="ko-KR" sz="1600" b="1" dirty="0" err="1"/>
              <a:t>SystemClock_Config</a:t>
            </a:r>
            <a:r>
              <a:rPr lang="en-US" altLang="ko-KR" sz="1600" dirty="0"/>
              <a:t>(void) {</a:t>
            </a:r>
          </a:p>
          <a:p>
            <a:pPr marL="0" indent="0">
              <a:buNone/>
            </a:pPr>
            <a:r>
              <a:rPr lang="en-US" altLang="ko-KR" sz="1600" dirty="0"/>
              <a:t>… … … … … …</a:t>
            </a:r>
          </a:p>
          <a:p>
            <a:pPr marL="0" indent="0"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RCC_OscInitStruct.OscillatorType</a:t>
            </a:r>
            <a:r>
              <a:rPr lang="en-US" altLang="ko-KR" sz="1600" dirty="0"/>
              <a:t> = RCC_OSCILLATORTYPE_HS</a:t>
            </a:r>
            <a:r>
              <a:rPr lang="en-US" altLang="ko-KR" sz="1600" b="1" dirty="0">
                <a:solidFill>
                  <a:srgbClr val="0000FF"/>
                </a:solidFill>
              </a:rPr>
              <a:t>E</a:t>
            </a:r>
            <a:r>
              <a:rPr lang="en-US" altLang="ko-KR" sz="1600" dirty="0"/>
              <a:t>;</a:t>
            </a:r>
          </a:p>
          <a:p>
            <a:pPr marL="0" indent="0"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RCC_OscInitStruct.HSEState</a:t>
            </a:r>
            <a:r>
              <a:rPr lang="en-US" altLang="ko-KR" sz="1600" dirty="0"/>
              <a:t> = RCC_</a:t>
            </a:r>
            <a:r>
              <a:rPr lang="en-US" altLang="ko-KR" sz="1600" b="1" dirty="0">
                <a:solidFill>
                  <a:srgbClr val="0000FF"/>
                </a:solidFill>
              </a:rPr>
              <a:t>HSE_ON</a:t>
            </a:r>
            <a:r>
              <a:rPr lang="en-US" altLang="ko-KR" sz="1600" dirty="0"/>
              <a:t>;</a:t>
            </a:r>
          </a:p>
          <a:p>
            <a:pPr marL="0" indent="0"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RCC_OscInitStruct.PLL.PLLState</a:t>
            </a:r>
            <a:r>
              <a:rPr lang="en-US" altLang="ko-KR" sz="1600" dirty="0"/>
              <a:t> = RCC_</a:t>
            </a:r>
            <a:r>
              <a:rPr lang="en-US" altLang="ko-KR" sz="1600" b="1" dirty="0">
                <a:solidFill>
                  <a:srgbClr val="0000FF"/>
                </a:solidFill>
              </a:rPr>
              <a:t>PLL_ON</a:t>
            </a:r>
            <a:r>
              <a:rPr lang="en-US" altLang="ko-KR" sz="1600" dirty="0"/>
              <a:t>;</a:t>
            </a:r>
          </a:p>
          <a:p>
            <a:pPr marL="0" indent="0"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RCC_OscInitStruct.PLL.PLLSource</a:t>
            </a:r>
            <a:r>
              <a:rPr lang="en-US" altLang="ko-KR" sz="1600" dirty="0"/>
              <a:t> = RCC_</a:t>
            </a:r>
            <a:r>
              <a:rPr lang="en-US" altLang="ko-KR" sz="1600" b="1" dirty="0">
                <a:solidFill>
                  <a:srgbClr val="0000FF"/>
                </a:solidFill>
              </a:rPr>
              <a:t>PLLSOURCE_HSE</a:t>
            </a:r>
            <a:r>
              <a:rPr lang="en-US" altLang="ko-KR" sz="1600" dirty="0"/>
              <a:t>;</a:t>
            </a:r>
          </a:p>
          <a:p>
            <a:pPr marL="0" indent="0"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RCC_OscInitStruct.PLL.PLLM</a:t>
            </a:r>
            <a:r>
              <a:rPr lang="en-US" altLang="ko-KR" sz="1600" dirty="0"/>
              <a:t> = </a:t>
            </a:r>
            <a:r>
              <a:rPr lang="en-US" altLang="ko-KR" sz="1600" b="1" dirty="0">
                <a:solidFill>
                  <a:srgbClr val="0000FF"/>
                </a:solidFill>
              </a:rPr>
              <a:t>16</a:t>
            </a:r>
            <a:r>
              <a:rPr lang="en-US" altLang="ko-KR" sz="1600" dirty="0"/>
              <a:t>;</a:t>
            </a:r>
          </a:p>
          <a:p>
            <a:pPr marL="0" indent="0"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RCC_OscInitStruct.PLL.PLLN</a:t>
            </a:r>
            <a:r>
              <a:rPr lang="en-US" altLang="ko-KR" sz="1600" dirty="0"/>
              <a:t> = </a:t>
            </a:r>
            <a:r>
              <a:rPr lang="en-US" altLang="ko-KR" sz="1600" b="1" dirty="0">
                <a:solidFill>
                  <a:srgbClr val="0000FF"/>
                </a:solidFill>
              </a:rPr>
              <a:t>192</a:t>
            </a:r>
            <a:r>
              <a:rPr lang="en-US" altLang="ko-KR" sz="1600" dirty="0"/>
              <a:t>;</a:t>
            </a:r>
          </a:p>
          <a:p>
            <a:pPr marL="0" indent="0"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RCC_OscInitStruct.PLL.PLLP</a:t>
            </a:r>
            <a:r>
              <a:rPr lang="en-US" altLang="ko-KR" sz="1600" dirty="0"/>
              <a:t> = RCC_PLLP_</a:t>
            </a:r>
            <a:r>
              <a:rPr lang="en-US" altLang="ko-KR" sz="1600" b="1" dirty="0">
                <a:solidFill>
                  <a:srgbClr val="0000FF"/>
                </a:solidFill>
              </a:rPr>
              <a:t>DIV2</a:t>
            </a:r>
            <a:r>
              <a:rPr lang="en-US" altLang="ko-KR" sz="1600" dirty="0"/>
              <a:t>;</a:t>
            </a:r>
          </a:p>
          <a:p>
            <a:pPr marL="0" indent="0"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RCC_OscInitStruct.PLL.PLLQ</a:t>
            </a:r>
            <a:r>
              <a:rPr lang="en-US" altLang="ko-KR" sz="1600" dirty="0"/>
              <a:t> = </a:t>
            </a:r>
            <a:r>
              <a:rPr lang="en-US" altLang="ko-KR" sz="1600" b="1" dirty="0">
                <a:solidFill>
                  <a:srgbClr val="0000FF"/>
                </a:solidFill>
              </a:rPr>
              <a:t>4</a:t>
            </a:r>
            <a:r>
              <a:rPr lang="en-US" altLang="ko-KR" sz="1600" dirty="0"/>
              <a:t>;</a:t>
            </a:r>
          </a:p>
          <a:p>
            <a:pPr marL="0" indent="0">
              <a:buNone/>
            </a:pPr>
            <a:r>
              <a:rPr lang="en-US" altLang="ko-KR" sz="1600" dirty="0"/>
              <a:t>… … … … … …</a:t>
            </a:r>
          </a:p>
          <a:p>
            <a:pPr marL="0" indent="0"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RCC_ClkInitStruct.ClockType</a:t>
            </a:r>
            <a:r>
              <a:rPr lang="en-US" altLang="ko-KR" sz="1600" dirty="0"/>
              <a:t> = RCC_CLOCKTYPE_HCLK|RCC_CLOCKTYPE_SYSCLK</a:t>
            </a:r>
          </a:p>
          <a:p>
            <a:pPr marL="0" indent="0">
              <a:buNone/>
            </a:pPr>
            <a:r>
              <a:rPr lang="en-US" altLang="ko-KR" sz="1600" dirty="0"/>
              <a:t>                              |RCC_CLOCKTYPE_PCLK1|RCC_CLOCKTYPE_PCLK2;</a:t>
            </a:r>
          </a:p>
          <a:p>
            <a:pPr marL="0" indent="0"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RCC_ClkInitStruct.SYSCLKSource</a:t>
            </a:r>
            <a:r>
              <a:rPr lang="en-US" altLang="ko-KR" sz="1600" dirty="0"/>
              <a:t> = RCC_SYSCLKSOURCE_</a:t>
            </a:r>
            <a:r>
              <a:rPr lang="en-US" altLang="ko-KR" sz="1600" b="1" dirty="0">
                <a:solidFill>
                  <a:srgbClr val="0000FF"/>
                </a:solidFill>
              </a:rPr>
              <a:t>PLLCLK</a:t>
            </a:r>
            <a:r>
              <a:rPr lang="en-US" altLang="ko-KR" sz="1600" dirty="0"/>
              <a:t>;</a:t>
            </a:r>
          </a:p>
          <a:p>
            <a:pPr marL="0" indent="0"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RCC_ClkInitStruct.AHBCLKDivider</a:t>
            </a:r>
            <a:r>
              <a:rPr lang="en-US" altLang="ko-KR" sz="1600" dirty="0"/>
              <a:t> = RCC_SYSCLK_DIV1;</a:t>
            </a:r>
          </a:p>
          <a:p>
            <a:pPr marL="0" indent="0">
              <a:buNone/>
            </a:pPr>
            <a:r>
              <a:rPr lang="en-US" altLang="ko-KR" sz="1600" dirty="0"/>
              <a:t>  RCC_ClkInitStruct.APB1CLKDivider = RCC_HCLK_DIV4;</a:t>
            </a:r>
          </a:p>
          <a:p>
            <a:pPr marL="0" indent="0">
              <a:buNone/>
            </a:pPr>
            <a:r>
              <a:rPr lang="en-US" altLang="ko-KR" sz="1600" dirty="0"/>
              <a:t>  RCC_ClkInitStruct.APB2CLKDivider = RCC_HCLK_DIV2;</a:t>
            </a:r>
          </a:p>
          <a:p>
            <a:pPr marL="0" indent="0">
              <a:buNone/>
            </a:pPr>
            <a:r>
              <a:rPr lang="en-US" altLang="ko-KR" sz="1600" dirty="0"/>
              <a:t>  if (</a:t>
            </a:r>
            <a:r>
              <a:rPr lang="en-US" altLang="ko-KR" sz="1600" dirty="0" err="1"/>
              <a:t>HAL_RCC_ClockConfig</a:t>
            </a:r>
            <a:r>
              <a:rPr lang="en-US" altLang="ko-KR" sz="1600" dirty="0"/>
              <a:t>(&amp;</a:t>
            </a:r>
            <a:r>
              <a:rPr lang="en-US" altLang="ko-KR" sz="1600" dirty="0" err="1"/>
              <a:t>RCC_ClkInitStruct</a:t>
            </a:r>
            <a:r>
              <a:rPr lang="en-US" altLang="ko-KR" sz="1600" dirty="0"/>
              <a:t>, </a:t>
            </a:r>
            <a:r>
              <a:rPr lang="en-US" altLang="ko-KR" sz="1600" b="1" dirty="0">
                <a:solidFill>
                  <a:srgbClr val="0000FF"/>
                </a:solidFill>
              </a:rPr>
              <a:t>FLASH_LATENCY_4</a:t>
            </a:r>
            <a:r>
              <a:rPr lang="en-US" altLang="ko-KR" sz="1600" dirty="0"/>
              <a:t>) != HAL_OK)</a:t>
            </a:r>
          </a:p>
          <a:p>
            <a:pPr marL="0" indent="0">
              <a:buNone/>
            </a:pPr>
            <a:r>
              <a:rPr lang="en-US" altLang="ko-KR" sz="1600" dirty="0"/>
              <a:t>… … … … … …</a:t>
            </a:r>
          </a:p>
          <a:p>
            <a:pPr marL="0" indent="0">
              <a:buNone/>
            </a:pPr>
            <a:r>
              <a:rPr lang="en-US" altLang="ko-KR" sz="1600" dirty="0"/>
              <a:t>}</a:t>
            </a:r>
          </a:p>
          <a:p>
            <a:pPr marL="0" indent="0">
              <a:buNone/>
            </a:pPr>
            <a:endParaRPr lang="en-US" altLang="ko-KR" sz="16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E2F0D09-E2D9-541C-F97A-BF404BF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 err="1"/>
              <a:t>SystemClock_Config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9575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Flash access Latency </a:t>
            </a:r>
            <a:r>
              <a:rPr lang="ko-KR" altLang="en-US" dirty="0"/>
              <a:t>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2204864"/>
            <a:ext cx="8858250" cy="4224532"/>
          </a:xfrm>
        </p:spPr>
        <p:txBody>
          <a:bodyPr/>
          <a:lstStyle/>
          <a:p>
            <a:pPr>
              <a:buNone/>
            </a:pPr>
            <a:r>
              <a:rPr lang="en-US" altLang="ko-KR" sz="1800" dirty="0">
                <a:solidFill>
                  <a:srgbClr val="002060"/>
                </a:solidFill>
              </a:rPr>
              <a:t>#define FLASH_ACR_LATENCY_4WS          0x00000004U </a:t>
            </a:r>
          </a:p>
          <a:p>
            <a:pPr>
              <a:buNone/>
            </a:pPr>
            <a:r>
              <a:rPr lang="en-US" altLang="ko-KR" sz="1800" dirty="0">
                <a:solidFill>
                  <a:srgbClr val="002060"/>
                </a:solidFill>
              </a:rPr>
              <a:t>#define </a:t>
            </a:r>
            <a:r>
              <a:rPr lang="en-US" altLang="ko-KR" sz="1800" b="1" dirty="0">
                <a:solidFill>
                  <a:srgbClr val="002060"/>
                </a:solidFill>
              </a:rPr>
              <a:t>FLASH_LATENCY_4</a:t>
            </a:r>
            <a:r>
              <a:rPr lang="en-US" altLang="ko-KR" sz="1800" dirty="0">
                <a:solidFill>
                  <a:srgbClr val="002060"/>
                </a:solidFill>
              </a:rPr>
              <a:t>                FLASH_ACR_LATENCY_4WS</a:t>
            </a:r>
          </a:p>
          <a:p>
            <a:pPr>
              <a:buNone/>
            </a:pPr>
            <a:r>
              <a:rPr lang="en-US" altLang="ko-KR" sz="1800" dirty="0">
                <a:solidFill>
                  <a:srgbClr val="002060"/>
                </a:solidFill>
              </a:rPr>
              <a:t>#define __HAL_FLASH_SET_LATENCY(__LATENCY__) (*(__IO uint8_t *)ACR_BYTE0_ADDRESS = (uint8_t)(__LATENCY__))</a:t>
            </a:r>
          </a:p>
          <a:p>
            <a:pPr>
              <a:buNone/>
            </a:pPr>
            <a:endParaRPr lang="en-US" altLang="ko-KR" dirty="0"/>
          </a:p>
          <a:p>
            <a:r>
              <a:rPr lang="ko-KR" altLang="en-US" dirty="0"/>
              <a:t>지금까지는 내부 </a:t>
            </a:r>
            <a:r>
              <a:rPr lang="en-US" altLang="ko-KR" dirty="0"/>
              <a:t>HSI 16 MHz</a:t>
            </a:r>
            <a:r>
              <a:rPr lang="ko-KR" altLang="en-US" dirty="0"/>
              <a:t>를 사용했다</a:t>
            </a:r>
            <a:r>
              <a:rPr lang="en-US" altLang="ko-KR" dirty="0"/>
              <a:t>. </a:t>
            </a:r>
            <a:r>
              <a:rPr lang="ko-KR" altLang="en-US" dirty="0"/>
              <a:t>이 경우 클럭이 느리기 때문에 </a:t>
            </a:r>
            <a:r>
              <a:rPr lang="en-US" altLang="ko-KR" dirty="0"/>
              <a:t>Flash</a:t>
            </a:r>
            <a:r>
              <a:rPr lang="ko-KR" altLang="en-US" dirty="0"/>
              <a:t>를 </a:t>
            </a:r>
            <a:r>
              <a:rPr lang="en-US" altLang="ko-KR" dirty="0"/>
              <a:t>access</a:t>
            </a:r>
            <a:r>
              <a:rPr lang="ko-KR" altLang="en-US" dirty="0"/>
              <a:t>하기 위해서 기다릴 필요가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클럭을 올리면 클럭이 빠르기 때문에 정상적으로 </a:t>
            </a:r>
            <a:r>
              <a:rPr lang="en-US" altLang="ko-KR" dirty="0"/>
              <a:t>Flash access</a:t>
            </a:r>
            <a:r>
              <a:rPr lang="ko-KR" altLang="en-US" dirty="0"/>
              <a:t>를 할 수가 없다</a:t>
            </a:r>
            <a:r>
              <a:rPr lang="en-US" altLang="ko-KR" dirty="0"/>
              <a:t>. </a:t>
            </a:r>
            <a:r>
              <a:rPr lang="ko-KR" altLang="en-US" dirty="0"/>
              <a:t>적절하게 기다리는 시간이 필요하게 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Bits 2:0 </a:t>
            </a:r>
            <a:r>
              <a:rPr lang="en-US" altLang="ko-KR" b="1" dirty="0"/>
              <a:t>LATENCY[2:0]: </a:t>
            </a:r>
            <a:r>
              <a:rPr lang="en-US" altLang="ko-KR" dirty="0"/>
              <a:t>Latency</a:t>
            </a:r>
          </a:p>
          <a:p>
            <a:pPr marL="457200" lvl="1" indent="0">
              <a:buNone/>
            </a:pPr>
            <a:r>
              <a:rPr lang="en-US" altLang="ko-KR" dirty="0"/>
              <a:t>…</a:t>
            </a:r>
          </a:p>
          <a:p>
            <a:pPr lvl="1"/>
            <a:r>
              <a:rPr lang="en-US" altLang="ko-KR" dirty="0"/>
              <a:t>100: Four wait states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500258-F1DD-7928-A1C6-91181BF59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8" y="764704"/>
            <a:ext cx="8447619" cy="12952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HCLK, PCLK1, PCLK2 </a:t>
            </a:r>
            <a:r>
              <a:rPr lang="ko-KR" altLang="en-US" dirty="0"/>
              <a:t>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3717032"/>
            <a:ext cx="8784530" cy="2712364"/>
          </a:xfrm>
        </p:spPr>
        <p:txBody>
          <a:bodyPr/>
          <a:lstStyle/>
          <a:p>
            <a:r>
              <a:rPr lang="en-US" altLang="ko-KR" dirty="0"/>
              <a:t>SYSCLK</a:t>
            </a:r>
            <a:r>
              <a:rPr lang="ko-KR" altLang="en-US" dirty="0"/>
              <a:t>는 </a:t>
            </a:r>
            <a:r>
              <a:rPr lang="en-US" altLang="ko-KR" dirty="0"/>
              <a:t>150 MHz</a:t>
            </a:r>
            <a:r>
              <a:rPr lang="ko-KR" altLang="en-US" dirty="0"/>
              <a:t>로 설정</a:t>
            </a:r>
            <a:endParaRPr lang="en-US" altLang="ko-KR" dirty="0"/>
          </a:p>
          <a:p>
            <a:r>
              <a:rPr lang="en-US" altLang="ko-KR" dirty="0"/>
              <a:t>HCLK</a:t>
            </a:r>
            <a:r>
              <a:rPr lang="ko-KR" altLang="en-US" dirty="0"/>
              <a:t>는 역시 </a:t>
            </a:r>
            <a:r>
              <a:rPr lang="en-US" altLang="ko-KR" dirty="0"/>
              <a:t>150 MHz</a:t>
            </a:r>
            <a:r>
              <a:rPr lang="ko-KR" altLang="en-US" dirty="0"/>
              <a:t>로 설정</a:t>
            </a:r>
            <a:endParaRPr lang="en-US" altLang="ko-KR" dirty="0"/>
          </a:p>
          <a:p>
            <a:r>
              <a:rPr lang="en-US" altLang="ko-KR" dirty="0"/>
              <a:t>PCLK1</a:t>
            </a:r>
            <a:r>
              <a:rPr lang="ko-KR" altLang="en-US" dirty="0"/>
              <a:t>은 </a:t>
            </a:r>
            <a:r>
              <a:rPr lang="en-US" altLang="ko-KR" dirty="0"/>
              <a:t>37.5 MHz</a:t>
            </a:r>
            <a:r>
              <a:rPr lang="ko-KR" altLang="en-US" dirty="0"/>
              <a:t>로 설정</a:t>
            </a:r>
            <a:endParaRPr lang="en-US" altLang="ko-KR" dirty="0"/>
          </a:p>
          <a:p>
            <a:r>
              <a:rPr lang="en-US" altLang="ko-KR" dirty="0"/>
              <a:t>PCLK2</a:t>
            </a:r>
            <a:r>
              <a:rPr lang="ko-KR" altLang="en-US" dirty="0"/>
              <a:t>는 </a:t>
            </a:r>
            <a:r>
              <a:rPr lang="en-US" altLang="ko-KR" dirty="0"/>
              <a:t>75 MHz</a:t>
            </a:r>
            <a:r>
              <a:rPr lang="ko-KR" altLang="en-US" dirty="0"/>
              <a:t>로 설정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C2E1E0-746D-CB6E-5310-FC7D0287D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80728"/>
            <a:ext cx="5742857" cy="25523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0F7D8F9-F489-6561-8B1C-71832F629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37725"/>
            <a:ext cx="8858250" cy="5643603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System_Information</a:t>
            </a:r>
            <a:r>
              <a:rPr lang="en-US" altLang="ko-KR" sz="1600" dirty="0"/>
              <a:t>(void)</a:t>
            </a:r>
          </a:p>
          <a:p>
            <a:pPr marL="0" indent="0">
              <a:buNone/>
            </a:pPr>
            <a:r>
              <a:rPr lang="en-US" altLang="ko-KR" sz="1600" dirty="0"/>
              <a:t>{</a:t>
            </a:r>
          </a:p>
          <a:p>
            <a:pPr marL="0" indent="0"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printf</a:t>
            </a:r>
            <a:r>
              <a:rPr lang="en-US" altLang="ko-KR" sz="1600" dirty="0"/>
              <a:t>("</a:t>
            </a:r>
            <a:r>
              <a:rPr lang="en-US" altLang="ko-KR" sz="1600" dirty="0" err="1"/>
              <a:t>SYSCLK_Frequency</a:t>
            </a:r>
            <a:r>
              <a:rPr lang="en-US" altLang="ko-KR" sz="1600" dirty="0"/>
              <a:t> = %d\n", </a:t>
            </a:r>
            <a:r>
              <a:rPr lang="en-US" altLang="ko-KR" sz="1600" dirty="0" err="1"/>
              <a:t>HAL_RCC_</a:t>
            </a:r>
            <a:r>
              <a:rPr lang="en-US" altLang="ko-KR" sz="1600" b="1" dirty="0" err="1"/>
              <a:t>GetSysClockFreq</a:t>
            </a:r>
            <a:r>
              <a:rPr lang="en-US" altLang="ko-KR" sz="1600" dirty="0"/>
              <a:t>());</a:t>
            </a:r>
          </a:p>
          <a:p>
            <a:pPr marL="0" indent="0"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printf</a:t>
            </a:r>
            <a:r>
              <a:rPr lang="en-US" altLang="ko-KR" sz="1600" dirty="0"/>
              <a:t>("</a:t>
            </a:r>
            <a:r>
              <a:rPr lang="en-US" altLang="ko-KR" sz="1600" dirty="0" err="1"/>
              <a:t>HCLK_Frequency</a:t>
            </a:r>
            <a:r>
              <a:rPr lang="en-US" altLang="ko-KR" sz="1600" dirty="0"/>
              <a:t> = %d\n", </a:t>
            </a:r>
            <a:r>
              <a:rPr lang="en-US" altLang="ko-KR" sz="1600" dirty="0" err="1"/>
              <a:t>HAL_RCC_</a:t>
            </a:r>
            <a:r>
              <a:rPr lang="en-US" altLang="ko-KR" sz="1600" b="1" dirty="0" err="1"/>
              <a:t>GetHCLKFreq</a:t>
            </a:r>
            <a:r>
              <a:rPr lang="en-US" altLang="ko-KR" sz="1600" dirty="0"/>
              <a:t>());</a:t>
            </a:r>
          </a:p>
          <a:p>
            <a:pPr marL="0" indent="0"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printf</a:t>
            </a:r>
            <a:r>
              <a:rPr lang="en-US" altLang="ko-KR" sz="1600" dirty="0"/>
              <a:t>("PCLK1_Frequency = %d\n", HAL_RCC_</a:t>
            </a:r>
            <a:r>
              <a:rPr lang="en-US" altLang="ko-KR" sz="1600" b="1" dirty="0"/>
              <a:t>GetPCLK1Freq</a:t>
            </a:r>
            <a:r>
              <a:rPr lang="en-US" altLang="ko-KR" sz="1600" dirty="0"/>
              <a:t>());</a:t>
            </a:r>
          </a:p>
          <a:p>
            <a:pPr marL="0" indent="0"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printf</a:t>
            </a:r>
            <a:r>
              <a:rPr lang="en-US" altLang="ko-KR" sz="1600" dirty="0"/>
              <a:t>("PCLK2_Frequency = %d\n", HAL_RCC_</a:t>
            </a:r>
            <a:r>
              <a:rPr lang="en-US" altLang="ko-KR" sz="1600" b="1" dirty="0"/>
              <a:t>GetPCLK2Freq</a:t>
            </a:r>
            <a:r>
              <a:rPr lang="en-US" altLang="ko-KR" sz="1600" dirty="0"/>
              <a:t>());</a:t>
            </a:r>
          </a:p>
          <a:p>
            <a:pPr marL="0" indent="0">
              <a:buNone/>
            </a:pPr>
            <a:r>
              <a:rPr lang="en-US" altLang="ko-KR" sz="1600" dirty="0"/>
              <a:t>}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int main(void)</a:t>
            </a:r>
          </a:p>
          <a:p>
            <a:pPr marL="0" indent="0">
              <a:buNone/>
            </a:pPr>
            <a:r>
              <a:rPr lang="en-US" altLang="ko-KR" sz="1600" dirty="0"/>
              <a:t>{</a:t>
            </a:r>
          </a:p>
          <a:p>
            <a:pPr marL="0" indent="0">
              <a:buNone/>
            </a:pPr>
            <a:r>
              <a:rPr lang="en-US" altLang="ko-KR" sz="1600" dirty="0"/>
              <a:t>… … … … … …</a:t>
            </a:r>
          </a:p>
          <a:p>
            <a:pPr marL="0" indent="0">
              <a:buNone/>
            </a:pPr>
            <a:r>
              <a:rPr lang="en-US" altLang="ko-KR" sz="1600" dirty="0"/>
              <a:t>  while (1)</a:t>
            </a:r>
          </a:p>
          <a:p>
            <a:pPr marL="0" indent="0">
              <a:buNone/>
            </a:pPr>
            <a:r>
              <a:rPr lang="en-US" altLang="ko-KR" sz="1600" dirty="0"/>
              <a:t>  {</a:t>
            </a:r>
          </a:p>
          <a:p>
            <a:pPr marL="0" indent="0"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printf</a:t>
            </a:r>
            <a:r>
              <a:rPr lang="en-US" altLang="ko-KR" sz="1600" dirty="0"/>
              <a:t>("Hello World! - Mango ^)^\n");</a:t>
            </a:r>
          </a:p>
          <a:p>
            <a:pPr marL="0" indent="0">
              <a:buNone/>
            </a:pPr>
            <a:r>
              <a:rPr lang="en-US" altLang="ko-KR" sz="1600" dirty="0"/>
              <a:t>    </a:t>
            </a:r>
            <a:r>
              <a:rPr lang="en-US" altLang="ko-KR" sz="1600" b="1" dirty="0" err="1"/>
              <a:t>System_Information</a:t>
            </a:r>
            <a:r>
              <a:rPr lang="en-US" altLang="ko-KR" sz="1600" dirty="0"/>
              <a:t>();</a:t>
            </a:r>
          </a:p>
          <a:p>
            <a:pPr marL="0" indent="0"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HAL_Delay</a:t>
            </a:r>
            <a:r>
              <a:rPr lang="en-US" altLang="ko-KR" sz="1600" dirty="0"/>
              <a:t>(1000);</a:t>
            </a:r>
          </a:p>
          <a:p>
            <a:pPr marL="0" indent="0">
              <a:buNone/>
            </a:pPr>
            <a:r>
              <a:rPr lang="en-US" altLang="ko-KR" sz="1600" dirty="0"/>
              <a:t>… … … … … …</a:t>
            </a:r>
          </a:p>
          <a:p>
            <a:pPr marL="0" indent="0">
              <a:buNone/>
            </a:pPr>
            <a:r>
              <a:rPr lang="en-US" altLang="ko-KR" sz="1600" dirty="0"/>
              <a:t>  }</a:t>
            </a:r>
          </a:p>
          <a:p>
            <a:pPr marL="0" indent="0">
              <a:buNone/>
            </a:pPr>
            <a:r>
              <a:rPr lang="en-US" altLang="ko-KR" sz="1600" dirty="0"/>
              <a:t>}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E2F0D09-E2D9-541C-F97A-BF404BF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Clock </a:t>
            </a:r>
            <a:r>
              <a:rPr lang="ko-KR" altLang="en-US" dirty="0"/>
              <a:t>정보 출력</a:t>
            </a:r>
          </a:p>
        </p:txBody>
      </p:sp>
    </p:spTree>
    <p:extLst>
      <p:ext uri="{BB962C8B-B14F-4D97-AF65-F5344CB8AC3E}">
        <p14:creationId xmlns:p14="http://schemas.microsoft.com/office/powerpoint/2010/main" val="2987504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057BAC-749D-75F3-38C4-BD928752B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764704"/>
            <a:ext cx="5552381" cy="56666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17221</TotalTime>
  <Words>690</Words>
  <Application>Microsoft Office PowerPoint</Application>
  <PresentationFormat>화면 슬라이드 쇼(4:3)</PresentationFormat>
  <Paragraphs>80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Clock Control</vt:lpstr>
      <vt:lpstr>Clock 회로도</vt:lpstr>
      <vt:lpstr>STM32 Clock</vt:lpstr>
      <vt:lpstr>STM32 Clock</vt:lpstr>
      <vt:lpstr>STM32 Clock</vt:lpstr>
      <vt:lpstr>STM32 Clock</vt:lpstr>
      <vt:lpstr>25M crystal</vt:lpstr>
      <vt:lpstr>Clock RCC 설정</vt:lpstr>
      <vt:lpstr>Clock Configuration</vt:lpstr>
      <vt:lpstr>SystemClock_Config</vt:lpstr>
      <vt:lpstr>Flash access Latency 설정</vt:lpstr>
      <vt:lpstr>HCLK, PCLK1, PCLK2 설정</vt:lpstr>
      <vt:lpstr>Clock 정보 출력</vt:lpstr>
      <vt:lpstr>실행 결과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585</cp:revision>
  <dcterms:created xsi:type="dcterms:W3CDTF">2006-02-08T03:00:46Z</dcterms:created>
  <dcterms:modified xsi:type="dcterms:W3CDTF">2026-01-19T02:38:21Z</dcterms:modified>
</cp:coreProperties>
</file>