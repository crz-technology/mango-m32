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4"/>
  </p:notesMasterIdLst>
  <p:handoutMasterIdLst>
    <p:handoutMasterId r:id="rId25"/>
  </p:handoutMasterIdLst>
  <p:sldIdLst>
    <p:sldId id="308" r:id="rId2"/>
    <p:sldId id="331" r:id="rId3"/>
    <p:sldId id="332" r:id="rId4"/>
    <p:sldId id="340" r:id="rId5"/>
    <p:sldId id="341" r:id="rId6"/>
    <p:sldId id="342" r:id="rId7"/>
    <p:sldId id="343" r:id="rId8"/>
    <p:sldId id="344" r:id="rId9"/>
    <p:sldId id="333" r:id="rId10"/>
    <p:sldId id="345" r:id="rId11"/>
    <p:sldId id="334" r:id="rId12"/>
    <p:sldId id="335" r:id="rId13"/>
    <p:sldId id="336" r:id="rId14"/>
    <p:sldId id="309" r:id="rId15"/>
    <p:sldId id="310" r:id="rId16"/>
    <p:sldId id="346" r:id="rId17"/>
    <p:sldId id="347" r:id="rId18"/>
    <p:sldId id="320" r:id="rId19"/>
    <p:sldId id="321" r:id="rId20"/>
    <p:sldId id="322" r:id="rId21"/>
    <p:sldId id="337" r:id="rId22"/>
    <p:sldId id="338" r:id="rId23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020719-73D0-4513-A193-81B22DF98892}" type="doc">
      <dgm:prSet loTypeId="urn:microsoft.com/office/officeart/2005/8/layout/cycle1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C5822D-D9D6-4B90-B5D5-9666E1AEB75C}">
      <dgm:prSet/>
      <dgm:spPr/>
      <dgm:t>
        <a:bodyPr/>
        <a:lstStyle/>
        <a:p>
          <a:r>
            <a:rPr lang="en-US" dirty="0"/>
            <a:t>STM32CubeMX + STM32CubeIDE 2.0 </a:t>
          </a:r>
          <a:r>
            <a:rPr lang="en-US" dirty="0" err="1"/>
            <a:t>기반</a:t>
          </a:r>
          <a:r>
            <a:rPr lang="en-US" dirty="0"/>
            <a:t> </a:t>
          </a:r>
          <a:r>
            <a:rPr lang="en-US" dirty="0" err="1"/>
            <a:t>워크플로우</a:t>
          </a:r>
          <a:endParaRPr lang="en-US" dirty="0"/>
        </a:p>
      </dgm:t>
    </dgm:pt>
    <dgm:pt modelId="{B10AA643-EFC5-4ED1-BBA2-BFCFA8BCB881}" type="parTrans" cxnId="{004577D8-4974-47D9-8AD4-7CCDC6FCC557}">
      <dgm:prSet/>
      <dgm:spPr/>
      <dgm:t>
        <a:bodyPr/>
        <a:lstStyle/>
        <a:p>
          <a:endParaRPr lang="en-US"/>
        </a:p>
      </dgm:t>
    </dgm:pt>
    <dgm:pt modelId="{EE2E74B9-968D-467E-81ED-D2DC5B5647C6}" type="sibTrans" cxnId="{004577D8-4974-47D9-8AD4-7CCDC6FCC557}">
      <dgm:prSet/>
      <dgm:spPr/>
      <dgm:t>
        <a:bodyPr/>
        <a:lstStyle/>
        <a:p>
          <a:endParaRPr lang="en-US"/>
        </a:p>
      </dgm:t>
    </dgm:pt>
    <dgm:pt modelId="{88846845-D25C-4789-88AE-4E3DF81BDDC4}">
      <dgm:prSet/>
      <dgm:spPr/>
      <dgm:t>
        <a:bodyPr/>
        <a:lstStyle/>
        <a:p>
          <a:r>
            <a:rPr lang="en-US" dirty="0"/>
            <a:t>Mango-M32F4 </a:t>
          </a:r>
          <a:r>
            <a:rPr lang="en-US" dirty="0" err="1"/>
            <a:t>기준</a:t>
          </a:r>
          <a:endParaRPr lang="en-US" dirty="0"/>
        </a:p>
      </dgm:t>
    </dgm:pt>
    <dgm:pt modelId="{3EE450FF-6BED-4D25-B291-DB1D0DD9AB76}" type="parTrans" cxnId="{631B2C9E-D85E-432D-9F82-4EFF736F2702}">
      <dgm:prSet/>
      <dgm:spPr/>
      <dgm:t>
        <a:bodyPr/>
        <a:lstStyle/>
        <a:p>
          <a:endParaRPr lang="en-US"/>
        </a:p>
      </dgm:t>
    </dgm:pt>
    <dgm:pt modelId="{98E93298-18F1-4171-98C2-7C954BD4DC45}" type="sibTrans" cxnId="{631B2C9E-D85E-432D-9F82-4EFF736F2702}">
      <dgm:prSet/>
      <dgm:spPr/>
      <dgm:t>
        <a:bodyPr/>
        <a:lstStyle/>
        <a:p>
          <a:endParaRPr lang="en-US"/>
        </a:p>
      </dgm:t>
    </dgm:pt>
    <dgm:pt modelId="{3CCE987C-14B9-4282-9FD0-5B45EB3B4DF3}" type="pres">
      <dgm:prSet presAssocID="{62020719-73D0-4513-A193-81B22DF98892}" presName="cycle" presStyleCnt="0">
        <dgm:presLayoutVars>
          <dgm:dir/>
          <dgm:resizeHandles val="exact"/>
        </dgm:presLayoutVars>
      </dgm:prSet>
      <dgm:spPr/>
    </dgm:pt>
    <dgm:pt modelId="{FC0F15BB-20C5-4289-8DF9-A84033CAC4A4}" type="pres">
      <dgm:prSet presAssocID="{5AC5822D-D9D6-4B90-B5D5-9666E1AEB75C}" presName="dummy" presStyleCnt="0"/>
      <dgm:spPr/>
    </dgm:pt>
    <dgm:pt modelId="{89EB7CE8-B643-4D48-9E93-C1F5AF2F2603}" type="pres">
      <dgm:prSet presAssocID="{5AC5822D-D9D6-4B90-B5D5-9666E1AEB75C}" presName="node" presStyleLbl="revTx" presStyleIdx="0" presStyleCnt="2">
        <dgm:presLayoutVars>
          <dgm:bulletEnabled val="1"/>
        </dgm:presLayoutVars>
      </dgm:prSet>
      <dgm:spPr/>
    </dgm:pt>
    <dgm:pt modelId="{6BCEDA54-F772-4754-815B-A39B17784A01}" type="pres">
      <dgm:prSet presAssocID="{EE2E74B9-968D-467E-81ED-D2DC5B5647C6}" presName="sibTrans" presStyleLbl="node1" presStyleIdx="0" presStyleCnt="2"/>
      <dgm:spPr/>
    </dgm:pt>
    <dgm:pt modelId="{F547831D-82BC-45A6-9C6E-C37F68479807}" type="pres">
      <dgm:prSet presAssocID="{88846845-D25C-4789-88AE-4E3DF81BDDC4}" presName="dummy" presStyleCnt="0"/>
      <dgm:spPr/>
    </dgm:pt>
    <dgm:pt modelId="{B03B601A-91FC-4DBD-B240-D96B338A0692}" type="pres">
      <dgm:prSet presAssocID="{88846845-D25C-4789-88AE-4E3DF81BDDC4}" presName="node" presStyleLbl="revTx" presStyleIdx="1" presStyleCnt="2" custScaleX="157064">
        <dgm:presLayoutVars>
          <dgm:bulletEnabled val="1"/>
        </dgm:presLayoutVars>
      </dgm:prSet>
      <dgm:spPr/>
    </dgm:pt>
    <dgm:pt modelId="{40A08D5F-3557-481B-A2A7-7E9F9FC23416}" type="pres">
      <dgm:prSet presAssocID="{98E93298-18F1-4171-98C2-7C954BD4DC45}" presName="sibTrans" presStyleLbl="node1" presStyleIdx="1" presStyleCnt="2"/>
      <dgm:spPr/>
    </dgm:pt>
  </dgm:ptLst>
  <dgm:cxnLst>
    <dgm:cxn modelId="{D999EB09-BA3D-4B2B-A372-86475CFA3192}" type="presOf" srcId="{98E93298-18F1-4171-98C2-7C954BD4DC45}" destId="{40A08D5F-3557-481B-A2A7-7E9F9FC23416}" srcOrd="0" destOrd="0" presId="urn:microsoft.com/office/officeart/2005/8/layout/cycle1"/>
    <dgm:cxn modelId="{E9993218-F975-48D5-B407-639903C15C4F}" type="presOf" srcId="{5AC5822D-D9D6-4B90-B5D5-9666E1AEB75C}" destId="{89EB7CE8-B643-4D48-9E93-C1F5AF2F2603}" srcOrd="0" destOrd="0" presId="urn:microsoft.com/office/officeart/2005/8/layout/cycle1"/>
    <dgm:cxn modelId="{3328E290-4102-4EB5-BE8F-62C3ECC50B61}" type="presOf" srcId="{88846845-D25C-4789-88AE-4E3DF81BDDC4}" destId="{B03B601A-91FC-4DBD-B240-D96B338A0692}" srcOrd="0" destOrd="0" presId="urn:microsoft.com/office/officeart/2005/8/layout/cycle1"/>
    <dgm:cxn modelId="{631B2C9E-D85E-432D-9F82-4EFF736F2702}" srcId="{62020719-73D0-4513-A193-81B22DF98892}" destId="{88846845-D25C-4789-88AE-4E3DF81BDDC4}" srcOrd="1" destOrd="0" parTransId="{3EE450FF-6BED-4D25-B291-DB1D0DD9AB76}" sibTransId="{98E93298-18F1-4171-98C2-7C954BD4DC45}"/>
    <dgm:cxn modelId="{82C332D0-1DF1-4253-9898-B9F6C79E95B8}" type="presOf" srcId="{EE2E74B9-968D-467E-81ED-D2DC5B5647C6}" destId="{6BCEDA54-F772-4754-815B-A39B17784A01}" srcOrd="0" destOrd="0" presId="urn:microsoft.com/office/officeart/2005/8/layout/cycle1"/>
    <dgm:cxn modelId="{004577D8-4974-47D9-8AD4-7CCDC6FCC557}" srcId="{62020719-73D0-4513-A193-81B22DF98892}" destId="{5AC5822D-D9D6-4B90-B5D5-9666E1AEB75C}" srcOrd="0" destOrd="0" parTransId="{B10AA643-EFC5-4ED1-BBA2-BFCFA8BCB881}" sibTransId="{EE2E74B9-968D-467E-81ED-D2DC5B5647C6}"/>
    <dgm:cxn modelId="{9DAFC4E5-364F-4A46-BDD6-78C9F19E1617}" type="presOf" srcId="{62020719-73D0-4513-A193-81B22DF98892}" destId="{3CCE987C-14B9-4282-9FD0-5B45EB3B4DF3}" srcOrd="0" destOrd="0" presId="urn:microsoft.com/office/officeart/2005/8/layout/cycle1"/>
    <dgm:cxn modelId="{274E6EE4-0005-47B6-9CDD-B779DCCBF5AA}" type="presParOf" srcId="{3CCE987C-14B9-4282-9FD0-5B45EB3B4DF3}" destId="{FC0F15BB-20C5-4289-8DF9-A84033CAC4A4}" srcOrd="0" destOrd="0" presId="urn:microsoft.com/office/officeart/2005/8/layout/cycle1"/>
    <dgm:cxn modelId="{5A213627-0BB0-4C83-A951-72E0E714C3EC}" type="presParOf" srcId="{3CCE987C-14B9-4282-9FD0-5B45EB3B4DF3}" destId="{89EB7CE8-B643-4D48-9E93-C1F5AF2F2603}" srcOrd="1" destOrd="0" presId="urn:microsoft.com/office/officeart/2005/8/layout/cycle1"/>
    <dgm:cxn modelId="{CACEC6DA-18FD-4B75-8E75-437EBCD58DCB}" type="presParOf" srcId="{3CCE987C-14B9-4282-9FD0-5B45EB3B4DF3}" destId="{6BCEDA54-F772-4754-815B-A39B17784A01}" srcOrd="2" destOrd="0" presId="urn:microsoft.com/office/officeart/2005/8/layout/cycle1"/>
    <dgm:cxn modelId="{C841688F-2158-4C69-B54A-1480F730BD88}" type="presParOf" srcId="{3CCE987C-14B9-4282-9FD0-5B45EB3B4DF3}" destId="{F547831D-82BC-45A6-9C6E-C37F68479807}" srcOrd="3" destOrd="0" presId="urn:microsoft.com/office/officeart/2005/8/layout/cycle1"/>
    <dgm:cxn modelId="{2D3C9E12-2166-456F-A572-8C25B4F5A62A}" type="presParOf" srcId="{3CCE987C-14B9-4282-9FD0-5B45EB3B4DF3}" destId="{B03B601A-91FC-4DBD-B240-D96B338A0692}" srcOrd="4" destOrd="0" presId="urn:microsoft.com/office/officeart/2005/8/layout/cycle1"/>
    <dgm:cxn modelId="{CB0E7666-0AEF-47C0-B440-46A124FFAF6D}" type="presParOf" srcId="{3CCE987C-14B9-4282-9FD0-5B45EB3B4DF3}" destId="{40A08D5F-3557-481B-A2A7-7E9F9FC23416}" srcOrd="5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A9B4CB-2E73-48D8-9B2D-821BFB976923}" type="doc">
      <dgm:prSet loTypeId="urn:microsoft.com/office/officeart/2008/layout/LinedList" loCatId="list" qsTypeId="urn:microsoft.com/office/officeart/2005/8/quickstyle/simple5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D751AA01-0F58-4577-8D22-2C9493F07167}">
      <dgm:prSet custT="1"/>
      <dgm:spPr/>
      <dgm:t>
        <a:bodyPr/>
        <a:lstStyle/>
        <a:p>
          <a:r>
            <a:rPr lang="en-US" sz="2400" dirty="0"/>
            <a:t>• STM32 </a:t>
          </a:r>
          <a:r>
            <a:rPr lang="en-US" sz="2400" dirty="0" err="1"/>
            <a:t>개발환경</a:t>
          </a:r>
          <a:r>
            <a:rPr lang="en-US" sz="2400" dirty="0"/>
            <a:t> </a:t>
          </a:r>
          <a:r>
            <a:rPr lang="en-US" sz="2400" dirty="0" err="1"/>
            <a:t>최신</a:t>
          </a:r>
          <a:r>
            <a:rPr lang="en-US" sz="2400" dirty="0"/>
            <a:t> </a:t>
          </a:r>
          <a:r>
            <a:rPr lang="en-US" sz="2400" dirty="0" err="1"/>
            <a:t>구조</a:t>
          </a:r>
          <a:r>
            <a:rPr lang="en-US" sz="2400" dirty="0"/>
            <a:t> </a:t>
          </a:r>
          <a:r>
            <a:rPr lang="en-US" sz="2400" dirty="0" err="1"/>
            <a:t>이해</a:t>
          </a:r>
          <a:endParaRPr lang="en-US" sz="2400" dirty="0"/>
        </a:p>
      </dgm:t>
    </dgm:pt>
    <dgm:pt modelId="{11E1D29C-7567-4E72-BD80-95CD069A1E2F}" type="parTrans" cxnId="{95E0DE9F-F748-41E4-9A27-C33118F1D2C2}">
      <dgm:prSet/>
      <dgm:spPr/>
      <dgm:t>
        <a:bodyPr/>
        <a:lstStyle/>
        <a:p>
          <a:endParaRPr lang="en-US"/>
        </a:p>
      </dgm:t>
    </dgm:pt>
    <dgm:pt modelId="{BF52EB41-9EAF-4CB9-8D4D-2E7731D86E63}" type="sibTrans" cxnId="{95E0DE9F-F748-41E4-9A27-C33118F1D2C2}">
      <dgm:prSet/>
      <dgm:spPr/>
      <dgm:t>
        <a:bodyPr/>
        <a:lstStyle/>
        <a:p>
          <a:endParaRPr lang="en-US"/>
        </a:p>
      </dgm:t>
    </dgm:pt>
    <dgm:pt modelId="{E07E283B-E430-47E1-BC32-1EC0B032BDD3}">
      <dgm:prSet custT="1"/>
      <dgm:spPr/>
      <dgm:t>
        <a:bodyPr/>
        <a:lstStyle/>
        <a:p>
          <a:r>
            <a:rPr lang="en-US" sz="2400" dirty="0"/>
            <a:t>• </a:t>
          </a:r>
          <a:r>
            <a:rPr lang="en-US" sz="2400" dirty="0" err="1"/>
            <a:t>CubeMX와</a:t>
          </a:r>
          <a:r>
            <a:rPr lang="en-US" sz="2400" dirty="0"/>
            <a:t> </a:t>
          </a:r>
          <a:r>
            <a:rPr lang="en-US" sz="2400" dirty="0" err="1"/>
            <a:t>CubeIDE</a:t>
          </a:r>
          <a:r>
            <a:rPr lang="en-US" sz="2400" dirty="0"/>
            <a:t> </a:t>
          </a:r>
          <a:r>
            <a:rPr lang="en-US" sz="2400" dirty="0" err="1"/>
            <a:t>역할</a:t>
          </a:r>
          <a:r>
            <a:rPr lang="en-US" sz="2400" dirty="0"/>
            <a:t> </a:t>
          </a:r>
          <a:r>
            <a:rPr lang="en-US" sz="2400" dirty="0" err="1"/>
            <a:t>분리</a:t>
          </a:r>
          <a:r>
            <a:rPr lang="en-US" sz="2400" dirty="0"/>
            <a:t> </a:t>
          </a:r>
          <a:r>
            <a:rPr lang="en-US" sz="2400" dirty="0" err="1"/>
            <a:t>개념</a:t>
          </a:r>
          <a:r>
            <a:rPr lang="en-US" sz="2400" dirty="0"/>
            <a:t> </a:t>
          </a:r>
          <a:r>
            <a:rPr lang="en-US" sz="2400" dirty="0" err="1"/>
            <a:t>정리</a:t>
          </a:r>
          <a:endParaRPr lang="en-US" sz="2400" dirty="0"/>
        </a:p>
      </dgm:t>
    </dgm:pt>
    <dgm:pt modelId="{963EDF13-5A8F-4D53-8D47-D3F4149C4050}" type="parTrans" cxnId="{6840BEC6-4E1D-4048-8DE5-F61C8E6CEE41}">
      <dgm:prSet/>
      <dgm:spPr/>
      <dgm:t>
        <a:bodyPr/>
        <a:lstStyle/>
        <a:p>
          <a:endParaRPr lang="en-US"/>
        </a:p>
      </dgm:t>
    </dgm:pt>
    <dgm:pt modelId="{EA352E4D-3B77-4833-8703-8B99141D38C4}" type="sibTrans" cxnId="{6840BEC6-4E1D-4048-8DE5-F61C8E6CEE41}">
      <dgm:prSet/>
      <dgm:spPr/>
      <dgm:t>
        <a:bodyPr/>
        <a:lstStyle/>
        <a:p>
          <a:endParaRPr lang="en-US"/>
        </a:p>
      </dgm:t>
    </dgm:pt>
    <dgm:pt modelId="{3BDE7B1B-CCA8-4A5F-B4DF-53E7648B9FB3}">
      <dgm:prSet custT="1"/>
      <dgm:spPr/>
      <dgm:t>
        <a:bodyPr/>
        <a:lstStyle/>
        <a:p>
          <a:r>
            <a:rPr lang="en-US" sz="2400" dirty="0"/>
            <a:t>• </a:t>
          </a:r>
          <a:r>
            <a:rPr lang="en-US" sz="2400" dirty="0" err="1"/>
            <a:t>실제</a:t>
          </a:r>
          <a:r>
            <a:rPr lang="en-US" sz="2400" dirty="0"/>
            <a:t> </a:t>
          </a:r>
          <a:r>
            <a:rPr lang="en-US" sz="2400" dirty="0" err="1"/>
            <a:t>개발환경</a:t>
          </a:r>
          <a:r>
            <a:rPr lang="en-US" sz="2400" dirty="0"/>
            <a:t> </a:t>
          </a:r>
          <a:r>
            <a:rPr lang="en-US" sz="2400" dirty="0" err="1"/>
            <a:t>구축</a:t>
          </a:r>
          <a:r>
            <a:rPr lang="en-US" sz="2400" dirty="0"/>
            <a:t> </a:t>
          </a:r>
          <a:r>
            <a:rPr lang="en-US" sz="2400" dirty="0" err="1"/>
            <a:t>전체</a:t>
          </a:r>
          <a:r>
            <a:rPr lang="en-US" sz="2400" dirty="0"/>
            <a:t> </a:t>
          </a:r>
          <a:r>
            <a:rPr lang="en-US" sz="2400" dirty="0" err="1"/>
            <a:t>흐름</a:t>
          </a:r>
          <a:r>
            <a:rPr lang="en-US" sz="2400" dirty="0"/>
            <a:t> </a:t>
          </a:r>
          <a:r>
            <a:rPr lang="en-US" sz="2400" dirty="0" err="1"/>
            <a:t>소개</a:t>
          </a:r>
          <a:endParaRPr lang="en-US" sz="2400" dirty="0"/>
        </a:p>
      </dgm:t>
    </dgm:pt>
    <dgm:pt modelId="{6A5245DA-56CA-436B-964C-7331C4E9F2FF}" type="parTrans" cxnId="{1062497B-2BCA-445A-BF45-AB616FADB46F}">
      <dgm:prSet/>
      <dgm:spPr/>
      <dgm:t>
        <a:bodyPr/>
        <a:lstStyle/>
        <a:p>
          <a:endParaRPr lang="en-US"/>
        </a:p>
      </dgm:t>
    </dgm:pt>
    <dgm:pt modelId="{9F397FD0-164C-444E-8116-E1830C8413AA}" type="sibTrans" cxnId="{1062497B-2BCA-445A-BF45-AB616FADB46F}">
      <dgm:prSet/>
      <dgm:spPr/>
      <dgm:t>
        <a:bodyPr/>
        <a:lstStyle/>
        <a:p>
          <a:endParaRPr lang="en-US"/>
        </a:p>
      </dgm:t>
    </dgm:pt>
    <dgm:pt modelId="{D49A67F0-4402-4634-A5C4-86700C8D0F67}" type="pres">
      <dgm:prSet presAssocID="{78A9B4CB-2E73-48D8-9B2D-821BFB976923}" presName="vert0" presStyleCnt="0">
        <dgm:presLayoutVars>
          <dgm:dir/>
          <dgm:animOne val="branch"/>
          <dgm:animLvl val="lvl"/>
        </dgm:presLayoutVars>
      </dgm:prSet>
      <dgm:spPr/>
    </dgm:pt>
    <dgm:pt modelId="{38CC1FD8-EFBD-4B62-BEFE-7D051F541B17}" type="pres">
      <dgm:prSet presAssocID="{D751AA01-0F58-4577-8D22-2C9493F07167}" presName="thickLine" presStyleLbl="alignNode1" presStyleIdx="0" presStyleCnt="3"/>
      <dgm:spPr/>
    </dgm:pt>
    <dgm:pt modelId="{49B55888-C0B1-4C85-A2C6-13BD88578198}" type="pres">
      <dgm:prSet presAssocID="{D751AA01-0F58-4577-8D22-2C9493F07167}" presName="horz1" presStyleCnt="0"/>
      <dgm:spPr/>
    </dgm:pt>
    <dgm:pt modelId="{6B07E05F-5D29-4DDC-A057-9BE52483121D}" type="pres">
      <dgm:prSet presAssocID="{D751AA01-0F58-4577-8D22-2C9493F07167}" presName="tx1" presStyleLbl="revTx" presStyleIdx="0" presStyleCnt="3"/>
      <dgm:spPr/>
    </dgm:pt>
    <dgm:pt modelId="{08B493D9-3897-4AD9-A049-8EF8745B8AB1}" type="pres">
      <dgm:prSet presAssocID="{D751AA01-0F58-4577-8D22-2C9493F07167}" presName="vert1" presStyleCnt="0"/>
      <dgm:spPr/>
    </dgm:pt>
    <dgm:pt modelId="{3A1329EF-8123-4004-AE98-E5DCAAA70923}" type="pres">
      <dgm:prSet presAssocID="{E07E283B-E430-47E1-BC32-1EC0B032BDD3}" presName="thickLine" presStyleLbl="alignNode1" presStyleIdx="1" presStyleCnt="3"/>
      <dgm:spPr/>
    </dgm:pt>
    <dgm:pt modelId="{57E0BAFC-98C6-412F-B733-B47A2ECF2FBD}" type="pres">
      <dgm:prSet presAssocID="{E07E283B-E430-47E1-BC32-1EC0B032BDD3}" presName="horz1" presStyleCnt="0"/>
      <dgm:spPr/>
    </dgm:pt>
    <dgm:pt modelId="{B2B396E6-B43E-4ECB-B052-8FE21CE40B26}" type="pres">
      <dgm:prSet presAssocID="{E07E283B-E430-47E1-BC32-1EC0B032BDD3}" presName="tx1" presStyleLbl="revTx" presStyleIdx="1" presStyleCnt="3"/>
      <dgm:spPr/>
    </dgm:pt>
    <dgm:pt modelId="{6420DB6E-6E20-4903-94B8-D63980CC04E8}" type="pres">
      <dgm:prSet presAssocID="{E07E283B-E430-47E1-BC32-1EC0B032BDD3}" presName="vert1" presStyleCnt="0"/>
      <dgm:spPr/>
    </dgm:pt>
    <dgm:pt modelId="{C1334E5F-C2EB-4731-876A-16672B2B1A5A}" type="pres">
      <dgm:prSet presAssocID="{3BDE7B1B-CCA8-4A5F-B4DF-53E7648B9FB3}" presName="thickLine" presStyleLbl="alignNode1" presStyleIdx="2" presStyleCnt="3"/>
      <dgm:spPr/>
    </dgm:pt>
    <dgm:pt modelId="{41A633B5-D9F7-45E3-8595-D594F19FB15F}" type="pres">
      <dgm:prSet presAssocID="{3BDE7B1B-CCA8-4A5F-B4DF-53E7648B9FB3}" presName="horz1" presStyleCnt="0"/>
      <dgm:spPr/>
    </dgm:pt>
    <dgm:pt modelId="{E2E43707-E3E0-41DA-979E-7381D3F9353D}" type="pres">
      <dgm:prSet presAssocID="{3BDE7B1B-CCA8-4A5F-B4DF-53E7648B9FB3}" presName="tx1" presStyleLbl="revTx" presStyleIdx="2" presStyleCnt="3"/>
      <dgm:spPr/>
    </dgm:pt>
    <dgm:pt modelId="{7F375310-F883-4809-938E-FAD4F0D7CF48}" type="pres">
      <dgm:prSet presAssocID="{3BDE7B1B-CCA8-4A5F-B4DF-53E7648B9FB3}" presName="vert1" presStyleCnt="0"/>
      <dgm:spPr/>
    </dgm:pt>
  </dgm:ptLst>
  <dgm:cxnLst>
    <dgm:cxn modelId="{1062497B-2BCA-445A-BF45-AB616FADB46F}" srcId="{78A9B4CB-2E73-48D8-9B2D-821BFB976923}" destId="{3BDE7B1B-CCA8-4A5F-B4DF-53E7648B9FB3}" srcOrd="2" destOrd="0" parTransId="{6A5245DA-56CA-436B-964C-7331C4E9F2FF}" sibTransId="{9F397FD0-164C-444E-8116-E1830C8413AA}"/>
    <dgm:cxn modelId="{95E0DE9F-F748-41E4-9A27-C33118F1D2C2}" srcId="{78A9B4CB-2E73-48D8-9B2D-821BFB976923}" destId="{D751AA01-0F58-4577-8D22-2C9493F07167}" srcOrd="0" destOrd="0" parTransId="{11E1D29C-7567-4E72-BD80-95CD069A1E2F}" sibTransId="{BF52EB41-9EAF-4CB9-8D4D-2E7731D86E63}"/>
    <dgm:cxn modelId="{2EC43DB8-7C91-4430-A8E4-F8D2FFADE713}" type="presOf" srcId="{D751AA01-0F58-4577-8D22-2C9493F07167}" destId="{6B07E05F-5D29-4DDC-A057-9BE52483121D}" srcOrd="0" destOrd="0" presId="urn:microsoft.com/office/officeart/2008/layout/LinedList"/>
    <dgm:cxn modelId="{6840BEC6-4E1D-4048-8DE5-F61C8E6CEE41}" srcId="{78A9B4CB-2E73-48D8-9B2D-821BFB976923}" destId="{E07E283B-E430-47E1-BC32-1EC0B032BDD3}" srcOrd="1" destOrd="0" parTransId="{963EDF13-5A8F-4D53-8D47-D3F4149C4050}" sibTransId="{EA352E4D-3B77-4833-8703-8B99141D38C4}"/>
    <dgm:cxn modelId="{773AA5DD-72FD-44B5-8982-8D0C0F2DE910}" type="presOf" srcId="{3BDE7B1B-CCA8-4A5F-B4DF-53E7648B9FB3}" destId="{E2E43707-E3E0-41DA-979E-7381D3F9353D}" srcOrd="0" destOrd="0" presId="urn:microsoft.com/office/officeart/2008/layout/LinedList"/>
    <dgm:cxn modelId="{6D8A0BE2-636C-40AA-9C79-88C6C25D1FD9}" type="presOf" srcId="{78A9B4CB-2E73-48D8-9B2D-821BFB976923}" destId="{D49A67F0-4402-4634-A5C4-86700C8D0F67}" srcOrd="0" destOrd="0" presId="urn:microsoft.com/office/officeart/2008/layout/LinedList"/>
    <dgm:cxn modelId="{E679DFF5-9CAA-42C6-8464-518981A32412}" type="presOf" srcId="{E07E283B-E430-47E1-BC32-1EC0B032BDD3}" destId="{B2B396E6-B43E-4ECB-B052-8FE21CE40B26}" srcOrd="0" destOrd="0" presId="urn:microsoft.com/office/officeart/2008/layout/LinedList"/>
    <dgm:cxn modelId="{A696DF66-B466-44D2-B2BB-4D81E4976ADD}" type="presParOf" srcId="{D49A67F0-4402-4634-A5C4-86700C8D0F67}" destId="{38CC1FD8-EFBD-4B62-BEFE-7D051F541B17}" srcOrd="0" destOrd="0" presId="urn:microsoft.com/office/officeart/2008/layout/LinedList"/>
    <dgm:cxn modelId="{3DC7804E-8E6F-47EA-928F-2B3C2CC5EA4F}" type="presParOf" srcId="{D49A67F0-4402-4634-A5C4-86700C8D0F67}" destId="{49B55888-C0B1-4C85-A2C6-13BD88578198}" srcOrd="1" destOrd="0" presId="urn:microsoft.com/office/officeart/2008/layout/LinedList"/>
    <dgm:cxn modelId="{788C02B6-FF81-46BC-AC88-278C45DDF268}" type="presParOf" srcId="{49B55888-C0B1-4C85-A2C6-13BD88578198}" destId="{6B07E05F-5D29-4DDC-A057-9BE52483121D}" srcOrd="0" destOrd="0" presId="urn:microsoft.com/office/officeart/2008/layout/LinedList"/>
    <dgm:cxn modelId="{3BDB4451-A29D-49C3-9100-A754B93801F0}" type="presParOf" srcId="{49B55888-C0B1-4C85-A2C6-13BD88578198}" destId="{08B493D9-3897-4AD9-A049-8EF8745B8AB1}" srcOrd="1" destOrd="0" presId="urn:microsoft.com/office/officeart/2008/layout/LinedList"/>
    <dgm:cxn modelId="{E239C10C-28A3-4165-9EF2-64E6CD5E8116}" type="presParOf" srcId="{D49A67F0-4402-4634-A5C4-86700C8D0F67}" destId="{3A1329EF-8123-4004-AE98-E5DCAAA70923}" srcOrd="2" destOrd="0" presId="urn:microsoft.com/office/officeart/2008/layout/LinedList"/>
    <dgm:cxn modelId="{E6363831-4E35-4C5E-8BA9-603483BAF5BD}" type="presParOf" srcId="{D49A67F0-4402-4634-A5C4-86700C8D0F67}" destId="{57E0BAFC-98C6-412F-B733-B47A2ECF2FBD}" srcOrd="3" destOrd="0" presId="urn:microsoft.com/office/officeart/2008/layout/LinedList"/>
    <dgm:cxn modelId="{58D783A5-054B-4557-AE0F-11356DDE2572}" type="presParOf" srcId="{57E0BAFC-98C6-412F-B733-B47A2ECF2FBD}" destId="{B2B396E6-B43E-4ECB-B052-8FE21CE40B26}" srcOrd="0" destOrd="0" presId="urn:microsoft.com/office/officeart/2008/layout/LinedList"/>
    <dgm:cxn modelId="{F949560E-B7F3-447E-B433-AB3764889CEF}" type="presParOf" srcId="{57E0BAFC-98C6-412F-B733-B47A2ECF2FBD}" destId="{6420DB6E-6E20-4903-94B8-D63980CC04E8}" srcOrd="1" destOrd="0" presId="urn:microsoft.com/office/officeart/2008/layout/LinedList"/>
    <dgm:cxn modelId="{0C8B2905-43B9-41FA-97D1-AD58588C7DE4}" type="presParOf" srcId="{D49A67F0-4402-4634-A5C4-86700C8D0F67}" destId="{C1334E5F-C2EB-4731-876A-16672B2B1A5A}" srcOrd="4" destOrd="0" presId="urn:microsoft.com/office/officeart/2008/layout/LinedList"/>
    <dgm:cxn modelId="{827AC9EF-8010-4E35-9498-5231042C07B2}" type="presParOf" srcId="{D49A67F0-4402-4634-A5C4-86700C8D0F67}" destId="{41A633B5-D9F7-45E3-8595-D594F19FB15F}" srcOrd="5" destOrd="0" presId="urn:microsoft.com/office/officeart/2008/layout/LinedList"/>
    <dgm:cxn modelId="{44073B3C-41D8-4254-95C1-D465F42E29A5}" type="presParOf" srcId="{41A633B5-D9F7-45E3-8595-D594F19FB15F}" destId="{E2E43707-E3E0-41DA-979E-7381D3F9353D}" srcOrd="0" destOrd="0" presId="urn:microsoft.com/office/officeart/2008/layout/LinedList"/>
    <dgm:cxn modelId="{8A9233AC-4577-422E-A0D9-6147FB30A170}" type="presParOf" srcId="{41A633B5-D9F7-45E3-8595-D594F19FB15F}" destId="{7F375310-F883-4809-938E-FAD4F0D7CF4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EB7CE8-B643-4D48-9E93-C1F5AF2F2603}">
      <dsp:nvSpPr>
        <dsp:cNvPr id="0" name=""/>
        <dsp:cNvSpPr/>
      </dsp:nvSpPr>
      <dsp:spPr>
        <a:xfrm>
          <a:off x="4916974" y="1116663"/>
          <a:ext cx="2118010" cy="2118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STM32CubeMX + STM32CubeIDE 2.0 </a:t>
          </a:r>
          <a:r>
            <a:rPr lang="en-US" sz="2300" kern="1200" dirty="0" err="1"/>
            <a:t>기반</a:t>
          </a:r>
          <a:r>
            <a:rPr lang="en-US" sz="2300" kern="1200" dirty="0"/>
            <a:t> </a:t>
          </a:r>
          <a:r>
            <a:rPr lang="en-US" sz="2300" kern="1200" dirty="0" err="1"/>
            <a:t>워크플로우</a:t>
          </a:r>
          <a:endParaRPr lang="en-US" sz="2300" kern="1200" dirty="0"/>
        </a:p>
      </dsp:txBody>
      <dsp:txXfrm>
        <a:off x="4916974" y="1116663"/>
        <a:ext cx="2118010" cy="2118010"/>
      </dsp:txXfrm>
    </dsp:sp>
    <dsp:sp modelId="{6BCEDA54-F772-4754-815B-A39B17784A01}">
      <dsp:nvSpPr>
        <dsp:cNvPr id="0" name=""/>
        <dsp:cNvSpPr/>
      </dsp:nvSpPr>
      <dsp:spPr>
        <a:xfrm>
          <a:off x="2067601" y="-2235"/>
          <a:ext cx="4355808" cy="4355808"/>
        </a:xfrm>
        <a:prstGeom prst="circularArrow">
          <a:avLst>
            <a:gd name="adj1" fmla="val 9482"/>
            <a:gd name="adj2" fmla="val 684871"/>
            <a:gd name="adj3" fmla="val 7851188"/>
            <a:gd name="adj4" fmla="val 2263942"/>
            <a:gd name="adj5" fmla="val 11062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03B601A-91FC-4DBD-B240-D96B338A0692}">
      <dsp:nvSpPr>
        <dsp:cNvPr id="0" name=""/>
        <dsp:cNvSpPr/>
      </dsp:nvSpPr>
      <dsp:spPr>
        <a:xfrm>
          <a:off x="851714" y="1116663"/>
          <a:ext cx="3326631" cy="2118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Mango-M32F4 </a:t>
          </a:r>
          <a:r>
            <a:rPr lang="en-US" sz="2300" kern="1200" dirty="0" err="1"/>
            <a:t>기준</a:t>
          </a:r>
          <a:endParaRPr lang="en-US" sz="2300" kern="1200" dirty="0"/>
        </a:p>
      </dsp:txBody>
      <dsp:txXfrm>
        <a:off x="851714" y="1116663"/>
        <a:ext cx="3326631" cy="2118010"/>
      </dsp:txXfrm>
    </dsp:sp>
    <dsp:sp modelId="{40A08D5F-3557-481B-A2A7-7E9F9FC23416}">
      <dsp:nvSpPr>
        <dsp:cNvPr id="0" name=""/>
        <dsp:cNvSpPr/>
      </dsp:nvSpPr>
      <dsp:spPr>
        <a:xfrm>
          <a:off x="2067601" y="-2235"/>
          <a:ext cx="4355808" cy="4355808"/>
        </a:xfrm>
        <a:prstGeom prst="circularArrow">
          <a:avLst>
            <a:gd name="adj1" fmla="val 9482"/>
            <a:gd name="adj2" fmla="val 684871"/>
            <a:gd name="adj3" fmla="val 18651188"/>
            <a:gd name="adj4" fmla="val 13063942"/>
            <a:gd name="adj5" fmla="val 11062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CC1FD8-EFBD-4B62-BEFE-7D051F541B17}">
      <dsp:nvSpPr>
        <dsp:cNvPr id="0" name=""/>
        <dsp:cNvSpPr/>
      </dsp:nvSpPr>
      <dsp:spPr>
        <a:xfrm>
          <a:off x="0" y="2124"/>
          <a:ext cx="820891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07E05F-5D29-4DDC-A057-9BE52483121D}">
      <dsp:nvSpPr>
        <dsp:cNvPr id="0" name=""/>
        <dsp:cNvSpPr/>
      </dsp:nvSpPr>
      <dsp:spPr>
        <a:xfrm>
          <a:off x="0" y="2124"/>
          <a:ext cx="8208912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STM32 </a:t>
          </a:r>
          <a:r>
            <a:rPr lang="en-US" sz="2400" kern="1200" dirty="0" err="1"/>
            <a:t>개발환경</a:t>
          </a:r>
          <a:r>
            <a:rPr lang="en-US" sz="2400" kern="1200" dirty="0"/>
            <a:t> </a:t>
          </a:r>
          <a:r>
            <a:rPr lang="en-US" sz="2400" kern="1200" dirty="0" err="1"/>
            <a:t>최신</a:t>
          </a:r>
          <a:r>
            <a:rPr lang="en-US" sz="2400" kern="1200" dirty="0"/>
            <a:t> </a:t>
          </a:r>
          <a:r>
            <a:rPr lang="en-US" sz="2400" kern="1200" dirty="0" err="1"/>
            <a:t>구조</a:t>
          </a:r>
          <a:r>
            <a:rPr lang="en-US" sz="2400" kern="1200" dirty="0"/>
            <a:t> </a:t>
          </a:r>
          <a:r>
            <a:rPr lang="en-US" sz="2400" kern="1200" dirty="0" err="1"/>
            <a:t>이해</a:t>
          </a:r>
          <a:endParaRPr lang="en-US" sz="2400" kern="1200" dirty="0"/>
        </a:p>
      </dsp:txBody>
      <dsp:txXfrm>
        <a:off x="0" y="2124"/>
        <a:ext cx="8208912" cy="1449029"/>
      </dsp:txXfrm>
    </dsp:sp>
    <dsp:sp modelId="{3A1329EF-8123-4004-AE98-E5DCAAA70923}">
      <dsp:nvSpPr>
        <dsp:cNvPr id="0" name=""/>
        <dsp:cNvSpPr/>
      </dsp:nvSpPr>
      <dsp:spPr>
        <a:xfrm>
          <a:off x="0" y="1451154"/>
          <a:ext cx="820891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2B396E6-B43E-4ECB-B052-8FE21CE40B26}">
      <dsp:nvSpPr>
        <dsp:cNvPr id="0" name=""/>
        <dsp:cNvSpPr/>
      </dsp:nvSpPr>
      <dsp:spPr>
        <a:xfrm>
          <a:off x="0" y="1451154"/>
          <a:ext cx="8208912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</a:t>
          </a:r>
          <a:r>
            <a:rPr lang="en-US" sz="2400" kern="1200" dirty="0" err="1"/>
            <a:t>CubeMX와</a:t>
          </a:r>
          <a:r>
            <a:rPr lang="en-US" sz="2400" kern="1200" dirty="0"/>
            <a:t> </a:t>
          </a:r>
          <a:r>
            <a:rPr lang="en-US" sz="2400" kern="1200" dirty="0" err="1"/>
            <a:t>CubeIDE</a:t>
          </a:r>
          <a:r>
            <a:rPr lang="en-US" sz="2400" kern="1200" dirty="0"/>
            <a:t> </a:t>
          </a:r>
          <a:r>
            <a:rPr lang="en-US" sz="2400" kern="1200" dirty="0" err="1"/>
            <a:t>역할</a:t>
          </a:r>
          <a:r>
            <a:rPr lang="en-US" sz="2400" kern="1200" dirty="0"/>
            <a:t> </a:t>
          </a:r>
          <a:r>
            <a:rPr lang="en-US" sz="2400" kern="1200" dirty="0" err="1"/>
            <a:t>분리</a:t>
          </a:r>
          <a:r>
            <a:rPr lang="en-US" sz="2400" kern="1200" dirty="0"/>
            <a:t> </a:t>
          </a:r>
          <a:r>
            <a:rPr lang="en-US" sz="2400" kern="1200" dirty="0" err="1"/>
            <a:t>개념</a:t>
          </a:r>
          <a:r>
            <a:rPr lang="en-US" sz="2400" kern="1200" dirty="0"/>
            <a:t> </a:t>
          </a:r>
          <a:r>
            <a:rPr lang="en-US" sz="2400" kern="1200" dirty="0" err="1"/>
            <a:t>정리</a:t>
          </a:r>
          <a:endParaRPr lang="en-US" sz="2400" kern="1200" dirty="0"/>
        </a:p>
      </dsp:txBody>
      <dsp:txXfrm>
        <a:off x="0" y="1451154"/>
        <a:ext cx="8208912" cy="1449029"/>
      </dsp:txXfrm>
    </dsp:sp>
    <dsp:sp modelId="{C1334E5F-C2EB-4731-876A-16672B2B1A5A}">
      <dsp:nvSpPr>
        <dsp:cNvPr id="0" name=""/>
        <dsp:cNvSpPr/>
      </dsp:nvSpPr>
      <dsp:spPr>
        <a:xfrm>
          <a:off x="0" y="2900183"/>
          <a:ext cx="820891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2E43707-E3E0-41DA-979E-7381D3F9353D}">
      <dsp:nvSpPr>
        <dsp:cNvPr id="0" name=""/>
        <dsp:cNvSpPr/>
      </dsp:nvSpPr>
      <dsp:spPr>
        <a:xfrm>
          <a:off x="0" y="2900183"/>
          <a:ext cx="8208912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</a:t>
          </a:r>
          <a:r>
            <a:rPr lang="en-US" sz="2400" kern="1200" dirty="0" err="1"/>
            <a:t>실제</a:t>
          </a:r>
          <a:r>
            <a:rPr lang="en-US" sz="2400" kern="1200" dirty="0"/>
            <a:t> </a:t>
          </a:r>
          <a:r>
            <a:rPr lang="en-US" sz="2400" kern="1200" dirty="0" err="1"/>
            <a:t>개발환경</a:t>
          </a:r>
          <a:r>
            <a:rPr lang="en-US" sz="2400" kern="1200" dirty="0"/>
            <a:t> </a:t>
          </a:r>
          <a:r>
            <a:rPr lang="en-US" sz="2400" kern="1200" dirty="0" err="1"/>
            <a:t>구축</a:t>
          </a:r>
          <a:r>
            <a:rPr lang="en-US" sz="2400" kern="1200" dirty="0"/>
            <a:t> </a:t>
          </a:r>
          <a:r>
            <a:rPr lang="en-US" sz="2400" kern="1200" dirty="0" err="1"/>
            <a:t>전체</a:t>
          </a:r>
          <a:r>
            <a:rPr lang="en-US" sz="2400" kern="1200" dirty="0"/>
            <a:t> </a:t>
          </a:r>
          <a:r>
            <a:rPr lang="en-US" sz="2400" kern="1200" dirty="0" err="1"/>
            <a:t>흐름</a:t>
          </a:r>
          <a:r>
            <a:rPr lang="en-US" sz="2400" kern="1200" dirty="0"/>
            <a:t> </a:t>
          </a:r>
          <a:r>
            <a:rPr lang="en-US" sz="2400" kern="1200" dirty="0" err="1"/>
            <a:t>소개</a:t>
          </a:r>
          <a:endParaRPr lang="en-US" sz="2400" kern="1200" dirty="0"/>
        </a:p>
      </dsp:txBody>
      <dsp:txXfrm>
        <a:off x="0" y="2900183"/>
        <a:ext cx="8208912" cy="1449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Mango-M32F4 </a:t>
            </a:r>
            <a:r>
              <a:rPr lang="ko-KR" altLang="en-US" dirty="0"/>
              <a:t>개발 환경 구축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/>
              <a:t>2026.01.19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 </a:t>
            </a:r>
            <a:r>
              <a:rPr lang="ko-KR" altLang="en-US" dirty="0"/>
              <a:t>개발 환경 구축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0063378-5FCB-4D1E-5081-85C4AF8CE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2440CD9-5150-3B17-B9C2-13EBE93226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1106951"/>
              </p:ext>
            </p:extLst>
          </p:nvPr>
        </p:nvGraphicFramePr>
        <p:xfrm>
          <a:off x="395536" y="1556792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212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31887034-071B-EB13-4F4A-2A66121D5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6284165"/>
              </p:ext>
            </p:extLst>
          </p:nvPr>
        </p:nvGraphicFramePr>
        <p:xfrm>
          <a:off x="467544" y="1806680"/>
          <a:ext cx="820891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01C23-F578-794C-9049-9A776FD65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6BE75-1601-09D7-697A-C26870240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 </a:t>
            </a:r>
            <a:r>
              <a:rPr lang="ko-KR" altLang="en-US" dirty="0"/>
              <a:t>개발도구 전체 구조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BEA8CC-BD20-3084-7E66-96613DF6A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[STM32CubeMX] → MCU </a:t>
            </a:r>
            <a:r>
              <a:rPr lang="ko-KR" altLang="en-US" dirty="0"/>
              <a:t>설정 </a:t>
            </a:r>
            <a:r>
              <a:rPr lang="en-US" altLang="ko-KR" dirty="0"/>
              <a:t>→ </a:t>
            </a:r>
            <a:r>
              <a:rPr lang="ko-KR" altLang="en-US" dirty="0"/>
              <a:t>코드 자동 생성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[STM32CubeIDE 2.0] → </a:t>
            </a:r>
            <a:r>
              <a:rPr lang="ko-KR" altLang="en-US" dirty="0"/>
              <a:t>컴파일 </a:t>
            </a:r>
            <a:r>
              <a:rPr lang="en-US" altLang="ko-KR" dirty="0"/>
              <a:t>· </a:t>
            </a:r>
            <a:r>
              <a:rPr lang="ko-KR" altLang="en-US" dirty="0"/>
              <a:t>다운로드 </a:t>
            </a:r>
            <a:r>
              <a:rPr lang="en-US" altLang="ko-KR" dirty="0"/>
              <a:t>· </a:t>
            </a:r>
            <a:r>
              <a:rPr lang="ko-KR" altLang="en-US" dirty="0"/>
              <a:t>디버깅</a:t>
            </a:r>
          </a:p>
        </p:txBody>
      </p:sp>
    </p:spTree>
    <p:extLst>
      <p:ext uri="{BB962C8B-B14F-4D97-AF65-F5344CB8AC3E}">
        <p14:creationId xmlns:p14="http://schemas.microsoft.com/office/powerpoint/2010/main" val="3989476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B737E-CE73-30D3-023D-CDAEBA0A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708459-A0AF-9D91-E253-7E42438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CubeMX</a:t>
            </a:r>
            <a:r>
              <a:rPr lang="en-US" altLang="ko-KR" dirty="0"/>
              <a:t> vs </a:t>
            </a:r>
            <a:r>
              <a:rPr lang="en-US" altLang="ko-KR" dirty="0" err="1"/>
              <a:t>CubeIDE</a:t>
            </a:r>
            <a:r>
              <a:rPr lang="en-US" altLang="ko-KR" dirty="0"/>
              <a:t> </a:t>
            </a:r>
            <a:r>
              <a:rPr lang="ko-KR" altLang="en-US" dirty="0"/>
              <a:t>역할 비교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94EBB-1815-0A87-34FF-5F270AD9B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ko-KR" sz="2500" dirty="0" err="1"/>
              <a:t>CubeMX</a:t>
            </a:r>
            <a:r>
              <a:rPr lang="en-US" altLang="ko-KR" sz="2500" dirty="0"/>
              <a:t>:</a:t>
            </a:r>
          </a:p>
          <a:p>
            <a:pPr>
              <a:lnSpc>
                <a:spcPct val="90000"/>
              </a:lnSpc>
            </a:pPr>
            <a:r>
              <a:rPr lang="en-US" altLang="ko-KR" sz="2500" dirty="0"/>
              <a:t>- </a:t>
            </a:r>
            <a:r>
              <a:rPr lang="ko-KR" altLang="en-US" sz="2500" dirty="0"/>
              <a:t>핀 설정</a:t>
            </a:r>
          </a:p>
          <a:p>
            <a:pPr>
              <a:lnSpc>
                <a:spcPct val="90000"/>
              </a:lnSpc>
            </a:pPr>
            <a:r>
              <a:rPr lang="en-US" altLang="ko-KR" sz="2500" dirty="0"/>
              <a:t>- </a:t>
            </a:r>
            <a:r>
              <a:rPr lang="ko-KR" altLang="en-US" sz="2500" dirty="0" err="1"/>
              <a:t>클록</a:t>
            </a:r>
            <a:r>
              <a:rPr lang="ko-KR" altLang="en-US" sz="2500" dirty="0"/>
              <a:t> 설정</a:t>
            </a:r>
          </a:p>
          <a:p>
            <a:pPr>
              <a:lnSpc>
                <a:spcPct val="90000"/>
              </a:lnSpc>
            </a:pPr>
            <a:r>
              <a:rPr lang="en-US" altLang="ko-KR" sz="2500" dirty="0"/>
              <a:t>- Peripheral </a:t>
            </a:r>
            <a:r>
              <a:rPr lang="ko-KR" altLang="en-US" sz="2500" dirty="0"/>
              <a:t>설정</a:t>
            </a:r>
          </a:p>
          <a:p>
            <a:pPr>
              <a:lnSpc>
                <a:spcPct val="90000"/>
              </a:lnSpc>
            </a:pPr>
            <a:r>
              <a:rPr lang="en-US" altLang="ko-KR" sz="2500" dirty="0"/>
              <a:t>- </a:t>
            </a:r>
            <a:r>
              <a:rPr lang="ko-KR" altLang="en-US" sz="2500" dirty="0"/>
              <a:t>코드 자동 생성</a:t>
            </a:r>
          </a:p>
          <a:p>
            <a:pPr>
              <a:lnSpc>
                <a:spcPct val="90000"/>
              </a:lnSpc>
            </a:pPr>
            <a:endParaRPr lang="ko-KR" altLang="en-US" sz="2500" dirty="0"/>
          </a:p>
          <a:p>
            <a:pPr>
              <a:lnSpc>
                <a:spcPct val="90000"/>
              </a:lnSpc>
            </a:pPr>
            <a:r>
              <a:rPr lang="en-US" altLang="ko-KR" sz="2500" dirty="0" err="1"/>
              <a:t>CubeIDE</a:t>
            </a:r>
            <a:r>
              <a:rPr lang="en-US" altLang="ko-KR" sz="2500" dirty="0"/>
              <a:t> 2.0:</a:t>
            </a:r>
          </a:p>
          <a:p>
            <a:pPr>
              <a:lnSpc>
                <a:spcPct val="90000"/>
              </a:lnSpc>
            </a:pPr>
            <a:r>
              <a:rPr lang="en-US" altLang="ko-KR" sz="2500" dirty="0"/>
              <a:t>- </a:t>
            </a:r>
            <a:r>
              <a:rPr lang="ko-KR" altLang="en-US" sz="2500" dirty="0"/>
              <a:t>컴파일 및 빌드</a:t>
            </a:r>
          </a:p>
          <a:p>
            <a:pPr>
              <a:lnSpc>
                <a:spcPct val="90000"/>
              </a:lnSpc>
            </a:pPr>
            <a:r>
              <a:rPr lang="en-US" altLang="ko-KR" sz="2500" dirty="0"/>
              <a:t>- ST-Link </a:t>
            </a:r>
            <a:r>
              <a:rPr lang="ko-KR" altLang="en-US" sz="2500" dirty="0"/>
              <a:t>다운로드</a:t>
            </a:r>
          </a:p>
          <a:p>
            <a:pPr>
              <a:lnSpc>
                <a:spcPct val="90000"/>
              </a:lnSpc>
            </a:pPr>
            <a:r>
              <a:rPr lang="en-US" altLang="ko-KR" sz="2500" dirty="0"/>
              <a:t>- </a:t>
            </a:r>
            <a:r>
              <a:rPr lang="ko-KR" altLang="en-US" sz="2500" dirty="0"/>
              <a:t>디버깅 환경 제공</a:t>
            </a:r>
          </a:p>
        </p:txBody>
      </p:sp>
    </p:spTree>
    <p:extLst>
      <p:ext uri="{BB962C8B-B14F-4D97-AF65-F5344CB8AC3E}">
        <p14:creationId xmlns:p14="http://schemas.microsoft.com/office/powerpoint/2010/main" val="1953855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5DEA6-EA03-9799-E7F6-D103C7F7A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B8009-504D-1756-E15C-CAD3843B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설치 순서 요약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3371E30-98BF-33E3-C674-5361B6200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F9EE-AFBB-923F-32EF-795F18AB3332}"/>
              </a:ext>
            </a:extLst>
          </p:cNvPr>
          <p:cNvSpPr txBox="1">
            <a:spLocks/>
          </p:cNvSpPr>
          <p:nvPr/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ko-KR" b="0" i="0" kern="0"/>
              <a:t>1. STM32CubeMX </a:t>
            </a:r>
            <a:r>
              <a:rPr lang="ko-KR" altLang="en-US" b="0" i="0" kern="0"/>
              <a:t>설치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2. STM32CubeIDE 2.0 </a:t>
            </a:r>
            <a:r>
              <a:rPr lang="ko-KR" altLang="en-US" b="0" i="0" kern="0"/>
              <a:t>설치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3. ST-Link </a:t>
            </a:r>
            <a:r>
              <a:rPr lang="ko-KR" altLang="en-US" b="0" i="0" kern="0"/>
              <a:t>드라이버 설치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4. CubeMX</a:t>
            </a:r>
            <a:r>
              <a:rPr lang="ko-KR" altLang="en-US" b="0" i="0" kern="0"/>
              <a:t>에서 프로젝트 생성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5. CubeIDE</a:t>
            </a:r>
            <a:r>
              <a:rPr lang="ko-KR" altLang="en-US" b="0" i="0" kern="0"/>
              <a:t>에서 프로젝트 </a:t>
            </a:r>
            <a:r>
              <a:rPr lang="en-US" altLang="ko-KR" b="0" i="0" kern="0"/>
              <a:t>Import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6. </a:t>
            </a:r>
            <a:r>
              <a:rPr lang="ko-KR" altLang="en-US" b="0" i="0" kern="0"/>
              <a:t>빌드 및 디버깅</a:t>
            </a:r>
            <a:endParaRPr lang="ko-KR" altLang="en-US" b="0" i="0" kern="0" dirty="0"/>
          </a:p>
        </p:txBody>
      </p:sp>
    </p:spTree>
    <p:extLst>
      <p:ext uri="{BB962C8B-B14F-4D97-AF65-F5344CB8AC3E}">
        <p14:creationId xmlns:p14="http://schemas.microsoft.com/office/powerpoint/2010/main" val="825461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50B4E-6E05-18C3-04DB-97F291B13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6505A-A9EC-36C5-EF46-CEA128A72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STM32CubeMX </a:t>
            </a:r>
            <a:r>
              <a:rPr lang="ko-KR" altLang="en-US" dirty="0"/>
              <a:t>설치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0D3AAEC-6C42-BD57-0D2A-0EE0EF416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F8575A-2060-CB98-F7AD-D40B4BF9BFF5}"/>
              </a:ext>
            </a:extLst>
          </p:cNvPr>
          <p:cNvSpPr txBox="1">
            <a:spLocks/>
          </p:cNvSpPr>
          <p:nvPr/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/>
              <a:t> ST </a:t>
            </a:r>
            <a:r>
              <a:rPr lang="ko-KR" altLang="en-US" b="0" i="0" kern="0"/>
              <a:t>공식 홈페이지 접속</a:t>
            </a:r>
          </a:p>
          <a:p>
            <a:r>
              <a:rPr lang="en-US" altLang="ko-KR" b="0" i="0" kern="0"/>
              <a:t> STM32CubeMX </a:t>
            </a:r>
            <a:r>
              <a:rPr lang="ko-KR" altLang="en-US" b="0" i="0" kern="0"/>
              <a:t>다운로드 및 설치</a:t>
            </a:r>
          </a:p>
          <a:p>
            <a:r>
              <a:rPr lang="en-US" altLang="ko-KR" b="0" i="0" kern="0"/>
              <a:t> MCU/Board </a:t>
            </a:r>
            <a:r>
              <a:rPr lang="ko-KR" altLang="en-US" b="0" i="0" kern="0"/>
              <a:t>선택 가능</a:t>
            </a:r>
          </a:p>
          <a:p>
            <a:endParaRPr lang="ko-KR" altLang="en-US" b="0" i="0" kern="0"/>
          </a:p>
          <a:p>
            <a:r>
              <a:rPr lang="ko-KR" altLang="en-US" b="0" i="0" kern="0"/>
              <a:t>다운로드 링크</a:t>
            </a:r>
            <a:r>
              <a:rPr lang="en-US" altLang="ko-KR" b="0" i="0" kern="0"/>
              <a:t>:</a:t>
            </a:r>
          </a:p>
          <a:p>
            <a:r>
              <a:rPr lang="en-US" altLang="ko-KR" b="0" i="0" kern="0"/>
              <a:t>https://www.st.com/en/development-tools/stm32cubemx.html</a:t>
            </a:r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918332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613F6-2E56-4CC5-4585-97540F6BE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CD556-7F3F-30FA-C3D1-2E7B77286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STM32CubeMX </a:t>
            </a:r>
            <a:r>
              <a:rPr lang="ko-KR" altLang="en-US" dirty="0"/>
              <a:t>설치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7230B75-3521-94D4-4658-A6955A5EC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3" name="Picture 2" descr="텍스트, 폰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136549-0628-9CD8-96CF-A2AEFAC75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9362" y="1844824"/>
            <a:ext cx="7345274" cy="3948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91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STM32CubeMX </a:t>
            </a:r>
            <a:r>
              <a:rPr lang="ko-KR" altLang="en-US" dirty="0"/>
              <a:t>설치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CF645A3-FE32-1F51-AD3B-143C31B4B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19C0F3-5E0F-2B13-E551-0517C06CC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24744"/>
            <a:ext cx="7804727" cy="1856830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C34BD4-734C-35E4-AC0A-7A326FA1D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53" y="3137448"/>
            <a:ext cx="6977653" cy="319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1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E3EAC-E6C8-3877-EBAF-DD66AAE3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7925E-ECB1-060F-180E-0C72E1CC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STM32CubeIDE 2.0 </a:t>
            </a:r>
            <a:r>
              <a:rPr lang="ko-KR" altLang="en-US" dirty="0"/>
              <a:t>설치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6F58811-C8A4-F64E-5C80-EBE255811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BDFC6-4423-0E2D-C962-2FBCEABBAD15}"/>
              </a:ext>
            </a:extLst>
          </p:cNvPr>
          <p:cNvSpPr txBox="1">
            <a:spLocks/>
          </p:cNvSpPr>
          <p:nvPr/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/>
              <a:t>STM32CubeIDE 2.0 </a:t>
            </a:r>
            <a:r>
              <a:rPr lang="ko-KR" altLang="en-US" b="0" i="0" kern="0"/>
              <a:t>다운로드 및 설치</a:t>
            </a:r>
          </a:p>
          <a:p>
            <a:r>
              <a:rPr lang="en-US" altLang="ko-KR" b="0" i="0" kern="0"/>
              <a:t>GCC </a:t>
            </a:r>
            <a:r>
              <a:rPr lang="ko-KR" altLang="en-US" b="0" i="0" kern="0"/>
              <a:t>컴파일러 내장</a:t>
            </a:r>
          </a:p>
          <a:p>
            <a:r>
              <a:rPr lang="ko-KR" altLang="en-US" b="0" i="0" kern="0"/>
              <a:t>디버깅 환경 제공</a:t>
            </a:r>
          </a:p>
          <a:p>
            <a:endParaRPr lang="ko-KR" altLang="en-US" b="0" i="0" kern="0"/>
          </a:p>
          <a:p>
            <a:r>
              <a:rPr lang="ko-KR" altLang="en-US" b="0" i="0" kern="0"/>
              <a:t>다운로드 링크</a:t>
            </a:r>
            <a:r>
              <a:rPr lang="en-US" altLang="ko-KR" b="0" i="0" kern="0"/>
              <a:t>:</a:t>
            </a:r>
          </a:p>
          <a:p>
            <a:r>
              <a:rPr lang="en-US" altLang="ko-KR" b="0" i="0" kern="0"/>
              <a:t>https://www.st.com/en/development-tools/stm32cubeide.html</a:t>
            </a:r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383942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STM32CubeIDE 2.0 </a:t>
            </a:r>
            <a:r>
              <a:rPr lang="ko-KR" altLang="en-US" dirty="0"/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B9D20F-9C30-F121-B7C7-0E94F983B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0842AD-DA31-0697-4077-6867286B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14" y="980728"/>
            <a:ext cx="7886701" cy="1607178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C7A109-4890-9A93-8EA1-E74F028E2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48" y="2696238"/>
            <a:ext cx="7324435" cy="365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801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ST-Link </a:t>
            </a:r>
            <a:r>
              <a:rPr lang="ko-KR" altLang="en-US" dirty="0"/>
              <a:t>드라이버 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D7778F-0247-5294-B410-C357D7508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FC71F04-0223-5861-236B-5CED4CC75481}"/>
              </a:ext>
            </a:extLst>
          </p:cNvPr>
          <p:cNvSpPr txBox="1">
            <a:spLocks/>
          </p:cNvSpPr>
          <p:nvPr/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/>
              <a:t>Windows </a:t>
            </a:r>
            <a:r>
              <a:rPr lang="ko-KR" altLang="en-US" b="0" i="0" kern="0"/>
              <a:t>환경 필수 드라이버</a:t>
            </a:r>
          </a:p>
          <a:p>
            <a:r>
              <a:rPr lang="ko-KR" altLang="en-US" b="0" i="0" kern="0"/>
              <a:t>보드 인식 및 다운로드</a:t>
            </a:r>
            <a:r>
              <a:rPr lang="en-US" altLang="ko-KR" b="0" i="0" kern="0"/>
              <a:t>/</a:t>
            </a:r>
            <a:r>
              <a:rPr lang="ko-KR" altLang="en-US" b="0" i="0" kern="0"/>
              <a:t>디버깅 지원</a:t>
            </a:r>
          </a:p>
          <a:p>
            <a:endParaRPr lang="ko-KR" altLang="en-US" b="0" i="0" kern="0"/>
          </a:p>
          <a:p>
            <a:r>
              <a:rPr lang="ko-KR" altLang="en-US" b="0" i="0" kern="0"/>
              <a:t>다운로드 링크</a:t>
            </a:r>
            <a:r>
              <a:rPr lang="en-US" altLang="ko-KR" b="0" i="0" kern="0"/>
              <a:t>:</a:t>
            </a:r>
          </a:p>
          <a:p>
            <a:r>
              <a:rPr lang="en-US" altLang="ko-KR" b="0" i="0" kern="0"/>
              <a:t>https://www.st.com/en/development-tools/stsw-link009.html</a:t>
            </a:r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741010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ST-Link </a:t>
            </a:r>
            <a:r>
              <a:rPr lang="ko-KR" altLang="en-US" dirty="0"/>
              <a:t>드라이버 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D9720D-3C20-9A95-4DAB-704474F20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629004-DF44-0423-A8DF-7C05641F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93" y="1700808"/>
            <a:ext cx="8389213" cy="1892885"/>
          </a:xfrm>
          <a:prstGeom prst="rect">
            <a:avLst/>
          </a:prstGeom>
        </p:spPr>
      </p:pic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0E9507-D9B5-EF14-72DE-BBC51CF32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93" y="4057840"/>
            <a:ext cx="8389213" cy="17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230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STM32CubeProg</a:t>
            </a:r>
            <a:r>
              <a:rPr lang="ko-KR" altLang="en-US" dirty="0"/>
              <a:t> 설치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F2EC4B-B9A3-6F2B-8C71-06AD0E443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이미지 다운로드 </a:t>
            </a:r>
            <a:r>
              <a:rPr lang="en-US" altLang="ko-KR" dirty="0"/>
              <a:t>Tool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다운로드 링크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https://www.st.com/en/development-tools/stm32cubeprog.html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STM32CubeProg</a:t>
            </a:r>
            <a:r>
              <a:rPr lang="ko-KR" altLang="en-US" dirty="0"/>
              <a:t> 설치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47F81B0-8F47-3B22-4A56-E57236E8C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8630EF-15F3-6FBE-7B2D-F0C7EBF2C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052736"/>
            <a:ext cx="7990096" cy="1581727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BD7619-EEB3-D596-A2F8-0C825D928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717920"/>
            <a:ext cx="7990096" cy="35349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1A2D7-8756-F105-77F7-80DE6300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0900A-23DB-1D15-0C78-E6CC70728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CubeMX</a:t>
            </a:r>
            <a:r>
              <a:rPr lang="ko-KR" altLang="en-US" dirty="0"/>
              <a:t> 프로젝트 생성 </a:t>
            </a:r>
            <a:r>
              <a:rPr lang="en-US" altLang="ko-KR" dirty="0"/>
              <a:t>(Mango-M32F4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668DC52-29AA-C2A3-8AD9-99894574A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EEAFC2A-926D-C813-9BB7-E2D7B742CFC1}"/>
              </a:ext>
            </a:extLst>
          </p:cNvPr>
          <p:cNvSpPr txBox="1">
            <a:spLocks/>
          </p:cNvSpPr>
          <p:nvPr/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ko-KR" b="0" i="0" kern="0"/>
              <a:t>1. MCU </a:t>
            </a:r>
            <a:r>
              <a:rPr lang="ko-KR" altLang="en-US" b="0" i="0" kern="0"/>
              <a:t>선택</a:t>
            </a:r>
            <a:r>
              <a:rPr lang="en-US" altLang="ko-KR" b="0" i="0" kern="0"/>
              <a:t>: STM32F407ZET6</a:t>
            </a:r>
            <a:endParaRPr lang="ko-KR" altLang="en-US" b="0" i="0" kern="0"/>
          </a:p>
          <a:p>
            <a:pPr marL="0" indent="0">
              <a:buFontTx/>
              <a:buNone/>
            </a:pPr>
            <a:r>
              <a:rPr lang="en-US" altLang="ko-KR" b="0" i="0" kern="0"/>
              <a:t>2. GPIO </a:t>
            </a:r>
            <a:r>
              <a:rPr lang="ko-KR" altLang="en-US" b="0" i="0" kern="0"/>
              <a:t>및 </a:t>
            </a:r>
            <a:r>
              <a:rPr lang="en-US" altLang="ko-KR" b="0" i="0" kern="0"/>
              <a:t>Peripheral </a:t>
            </a:r>
            <a:r>
              <a:rPr lang="ko-KR" altLang="en-US" b="0" i="0" kern="0"/>
              <a:t>설정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3. Clock Tree </a:t>
            </a:r>
            <a:r>
              <a:rPr lang="ko-KR" altLang="en-US" b="0" i="0" kern="0"/>
              <a:t>설정 </a:t>
            </a:r>
            <a:r>
              <a:rPr lang="en-US" altLang="ko-KR" b="0" i="0" kern="0"/>
              <a:t>(HSE=25MHz → SYSCLK=168MHz)</a:t>
            </a:r>
            <a:endParaRPr lang="ko-KR" altLang="en-US" b="0" i="0" kern="0"/>
          </a:p>
          <a:p>
            <a:pPr marL="0" indent="0">
              <a:buFontTx/>
              <a:buNone/>
            </a:pPr>
            <a:r>
              <a:rPr lang="en-US" altLang="ko-KR" b="0" i="0" kern="0"/>
              <a:t>4. Code Generation </a:t>
            </a:r>
            <a:r>
              <a:rPr lang="ko-KR" altLang="en-US" b="0" i="0" kern="0"/>
              <a:t>수행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5. .ioc</a:t>
            </a:r>
            <a:r>
              <a:rPr lang="ko-KR" altLang="en-US" b="0" i="0" kern="0"/>
              <a:t> 및 프로젝트 폴더 생성</a:t>
            </a:r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725435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A32E-9D51-1BAB-80C0-6CB8257C3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7E28A-76F9-76AB-F821-4D4969834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CubeIDE</a:t>
            </a:r>
            <a:r>
              <a:rPr lang="ko-KR" altLang="en-US" dirty="0"/>
              <a:t>에서 프로젝트 </a:t>
            </a:r>
            <a:r>
              <a:rPr lang="en-US" altLang="ko-KR" dirty="0"/>
              <a:t>Import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FDD5F29-0042-72E7-AFEB-3F376356B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040AF-5300-229F-03D7-E3B666AFA736}"/>
              </a:ext>
            </a:extLst>
          </p:cNvPr>
          <p:cNvSpPr txBox="1">
            <a:spLocks/>
          </p:cNvSpPr>
          <p:nvPr/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ko-KR" b="0" i="0" kern="0"/>
              <a:t>1. File → Import</a:t>
            </a:r>
            <a:endParaRPr lang="ko-KR" altLang="en-US" b="0" i="0" kern="0"/>
          </a:p>
          <a:p>
            <a:pPr marL="0" indent="0">
              <a:buFontTx/>
              <a:buNone/>
            </a:pPr>
            <a:r>
              <a:rPr lang="en-US" altLang="ko-KR" b="0" i="0" kern="0"/>
              <a:t>2. Existing STM32CubeMX Project </a:t>
            </a:r>
            <a:r>
              <a:rPr lang="ko-KR" altLang="en-US" b="0" i="0" kern="0"/>
              <a:t>선택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3. CubeMX</a:t>
            </a:r>
            <a:r>
              <a:rPr lang="ko-KR" altLang="en-US" b="0" i="0" kern="0"/>
              <a:t> 생성 폴더 지정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4. </a:t>
            </a:r>
            <a:r>
              <a:rPr lang="ko-KR" altLang="en-US" b="0" i="0" kern="0"/>
              <a:t>자동 빌드 환경 구성</a:t>
            </a:r>
            <a:endParaRPr lang="ko-KR" altLang="en-US" b="0" i="0" kern="0" dirty="0"/>
          </a:p>
        </p:txBody>
      </p:sp>
    </p:spTree>
    <p:extLst>
      <p:ext uri="{BB962C8B-B14F-4D97-AF65-F5344CB8AC3E}">
        <p14:creationId xmlns:p14="http://schemas.microsoft.com/office/powerpoint/2010/main" val="3070453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87DFD-5F1F-9256-FEA4-43BD93F019DD}"/>
              </a:ext>
            </a:extLst>
          </p:cNvPr>
          <p:cNvSpPr txBox="1">
            <a:spLocks/>
          </p:cNvSpPr>
          <p:nvPr/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ko-KR" b="0" i="0" kern="0"/>
              <a:t>1. Build </a:t>
            </a:r>
            <a:r>
              <a:rPr lang="ko-KR" altLang="en-US" b="0" i="0" kern="0"/>
              <a:t>실행 → </a:t>
            </a:r>
            <a:r>
              <a:rPr lang="en-US" altLang="ko-KR" b="0" i="0" kern="0"/>
              <a:t>ELF </a:t>
            </a:r>
            <a:r>
              <a:rPr lang="ko-KR" altLang="en-US" b="0" i="0" kern="0"/>
              <a:t>파일 생성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2. ST-Link </a:t>
            </a:r>
            <a:r>
              <a:rPr lang="ko-KR" altLang="en-US" b="0" i="0" kern="0"/>
              <a:t>연결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3. Run/Debug </a:t>
            </a:r>
            <a:r>
              <a:rPr lang="ko-KR" altLang="en-US" b="0" i="0" kern="0"/>
              <a:t>실행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4. </a:t>
            </a:r>
            <a:r>
              <a:rPr lang="ko-KR" altLang="en-US" b="0" i="0" kern="0"/>
              <a:t>보드에 펌웨어 다운로드</a:t>
            </a:r>
            <a:endParaRPr lang="ko-KR" altLang="en-US" b="0" i="0" kern="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빌드 및 다운로드</a:t>
            </a:r>
          </a:p>
        </p:txBody>
      </p:sp>
      <p:sp>
        <p:nvSpPr>
          <p:cNvPr id="10" name="내용 개체 틀 5">
            <a:extLst>
              <a:ext uri="{FF2B5EF4-FFF2-40B4-BE49-F238E27FC236}">
                <a16:creationId xmlns:a16="http://schemas.microsoft.com/office/drawing/2014/main" id="{F0409D74-CCFD-58DE-6B1F-497FB5096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디버깅 기능</a:t>
            </a:r>
          </a:p>
        </p:txBody>
      </p:sp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E92775C9-2119-1D24-EFC6-E1C646246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A78EDD8-1B24-BBD5-12F1-A9314EFDA785}"/>
              </a:ext>
            </a:extLst>
          </p:cNvPr>
          <p:cNvSpPr txBox="1">
            <a:spLocks/>
          </p:cNvSpPr>
          <p:nvPr/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ko-KR" b="0" i="0" kern="0"/>
              <a:t>1. </a:t>
            </a:r>
            <a:r>
              <a:rPr lang="ko-KR" altLang="en-US" b="0" i="0" kern="0"/>
              <a:t>브레이크포인트 설정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2. </a:t>
            </a:r>
            <a:r>
              <a:rPr lang="ko-KR" altLang="en-US" b="0" i="0" kern="0"/>
              <a:t>변수 및 레지스터 모니터링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3. Step </a:t>
            </a:r>
            <a:r>
              <a:rPr lang="ko-KR" altLang="en-US" b="0" i="0" kern="0"/>
              <a:t>실행</a:t>
            </a:r>
          </a:p>
          <a:p>
            <a:pPr marL="0" indent="0">
              <a:buFontTx/>
              <a:buNone/>
            </a:pPr>
            <a:r>
              <a:rPr lang="en-US" altLang="ko-KR" b="0" i="0" kern="0"/>
              <a:t>4. </a:t>
            </a:r>
            <a:r>
              <a:rPr lang="ko-KR" altLang="en-US" b="0" i="0" kern="0"/>
              <a:t>실시간 코드 추적</a:t>
            </a:r>
            <a:endParaRPr lang="ko-KR" altLang="en-US" b="0" i="0" kern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CubeIDE</a:t>
            </a:r>
            <a:r>
              <a:rPr lang="ko-KR" altLang="en-US" dirty="0"/>
              <a:t> </a:t>
            </a:r>
            <a:r>
              <a:rPr lang="en-US" altLang="ko-KR" dirty="0"/>
              <a:t>2.0 </a:t>
            </a:r>
            <a:r>
              <a:rPr lang="ko-KR" altLang="en-US" dirty="0"/>
              <a:t>구조 변경 이유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B4A69-99F8-5B49-01D7-D6D389CE0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en-US" altLang="ko-KR" dirty="0" err="1"/>
              <a:t>CubeMX</a:t>
            </a:r>
            <a:r>
              <a:rPr lang="ko-KR" altLang="en-US" dirty="0"/>
              <a:t>와 </a:t>
            </a:r>
            <a:r>
              <a:rPr lang="en-US" altLang="ko-KR" dirty="0"/>
              <a:t>IDE </a:t>
            </a:r>
            <a:r>
              <a:rPr lang="ko-KR" altLang="en-US" dirty="0"/>
              <a:t>업데이트 분리</a:t>
            </a:r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유지보수 및 안정성 향상</a:t>
            </a:r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공식 권장 개발 워크플로우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개발 흐름 요약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4C1C627-68AB-46F1-0E84-66EF39458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6459E-861F-6018-09A7-3C605DAEF24F}"/>
              </a:ext>
            </a:extLst>
          </p:cNvPr>
          <p:cNvSpPr txBox="1">
            <a:spLocks/>
          </p:cNvSpPr>
          <p:nvPr/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/>
              <a:t>설계</a:t>
            </a:r>
            <a:r>
              <a:rPr lang="en-US" altLang="ko-KR" b="0" i="0" kern="0"/>
              <a:t>(CubeMX)</a:t>
            </a:r>
          </a:p>
          <a:p>
            <a:r>
              <a:rPr lang="en-US" altLang="ko-KR" b="0" i="0" kern="0"/>
              <a:t>   ↓</a:t>
            </a:r>
          </a:p>
          <a:p>
            <a:r>
              <a:rPr lang="ko-KR" altLang="en-US" b="0" i="0" kern="0"/>
              <a:t>코드 생성</a:t>
            </a:r>
          </a:p>
          <a:p>
            <a:r>
              <a:rPr lang="ko-KR" altLang="en-US" b="0" i="0" kern="0"/>
              <a:t>   ↓</a:t>
            </a:r>
          </a:p>
          <a:p>
            <a:r>
              <a:rPr lang="ko-KR" altLang="en-US" b="0" i="0" kern="0"/>
              <a:t>개발</a:t>
            </a:r>
            <a:r>
              <a:rPr lang="en-US" altLang="ko-KR" b="0" i="0" kern="0"/>
              <a:t>/</a:t>
            </a:r>
            <a:r>
              <a:rPr lang="ko-KR" altLang="en-US" b="0" i="0" kern="0"/>
              <a:t>빌드</a:t>
            </a:r>
            <a:r>
              <a:rPr lang="en-US" altLang="ko-KR" b="0" i="0" kern="0"/>
              <a:t>(CubeIDE)</a:t>
            </a:r>
          </a:p>
          <a:p>
            <a:r>
              <a:rPr lang="en-US" altLang="ko-KR" b="0" i="0" kern="0"/>
              <a:t>   ↓</a:t>
            </a:r>
          </a:p>
          <a:p>
            <a:r>
              <a:rPr lang="ko-KR" altLang="en-US" b="0" i="0" kern="0"/>
              <a:t>다운로드</a:t>
            </a:r>
            <a:r>
              <a:rPr lang="en-US" altLang="ko-KR" b="0" i="0" kern="0"/>
              <a:t>(ST-Link)</a:t>
            </a:r>
          </a:p>
          <a:p>
            <a:r>
              <a:rPr lang="en-US" altLang="ko-KR" b="0" i="0" kern="0"/>
              <a:t>   ↓</a:t>
            </a:r>
          </a:p>
          <a:p>
            <a:r>
              <a:rPr lang="ko-KR" altLang="en-US" b="0" i="0" kern="0"/>
              <a:t>디버깅</a:t>
            </a:r>
          </a:p>
          <a:p>
            <a:pPr marL="0" indent="0">
              <a:buFontTx/>
              <a:buNone/>
            </a:pPr>
            <a:endParaRPr lang="ko-KR" altLang="en-US" b="0" i="0" kern="0" dirty="0"/>
          </a:p>
        </p:txBody>
      </p:sp>
    </p:spTree>
    <p:extLst>
      <p:ext uri="{BB962C8B-B14F-4D97-AF65-F5344CB8AC3E}">
        <p14:creationId xmlns:p14="http://schemas.microsoft.com/office/powerpoint/2010/main" val="998998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F190F5-1077-AC62-0601-6132659C0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6CACD-8FC7-5006-35ED-1E7B4122F4F5}"/>
              </a:ext>
            </a:extLst>
          </p:cNvPr>
          <p:cNvSpPr txBox="1">
            <a:spLocks/>
          </p:cNvSpPr>
          <p:nvPr/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/>
              <a:t>CubeMX</a:t>
            </a:r>
            <a:r>
              <a:rPr lang="ko-KR" altLang="en-US" b="0" i="0" kern="0"/>
              <a:t> </a:t>
            </a:r>
            <a:r>
              <a:rPr lang="en-US" altLang="ko-KR" b="0" i="0" kern="0"/>
              <a:t>= </a:t>
            </a:r>
            <a:r>
              <a:rPr lang="ko-KR" altLang="en-US" b="0" i="0" kern="0"/>
              <a:t>하드웨어 설정 및 코드 자동화</a:t>
            </a:r>
            <a:endParaRPr lang="en-US" altLang="ko-KR" b="0" i="0" kern="0"/>
          </a:p>
          <a:p>
            <a:r>
              <a:rPr lang="en-US" altLang="ko-KR" b="0" i="0" kern="0"/>
              <a:t>CubeIDE</a:t>
            </a:r>
            <a:r>
              <a:rPr lang="ko-KR" altLang="en-US" b="0" i="0" kern="0"/>
              <a:t> </a:t>
            </a:r>
            <a:r>
              <a:rPr lang="en-US" altLang="ko-KR" b="0" i="0" kern="0"/>
              <a:t>= </a:t>
            </a:r>
            <a:r>
              <a:rPr lang="ko-KR" altLang="en-US" b="0" i="0" kern="0"/>
              <a:t>컴파일</a:t>
            </a:r>
            <a:r>
              <a:rPr lang="en-US" altLang="ko-KR" b="0" i="0" kern="0"/>
              <a:t>·</a:t>
            </a:r>
            <a:r>
              <a:rPr lang="ko-KR" altLang="en-US" b="0" i="0" kern="0"/>
              <a:t>다운로드</a:t>
            </a:r>
            <a:r>
              <a:rPr lang="en-US" altLang="ko-KR" b="0" i="0" kern="0"/>
              <a:t>·</a:t>
            </a:r>
            <a:r>
              <a:rPr lang="ko-KR" altLang="en-US" b="0" i="0" kern="0"/>
              <a:t>디버깅</a:t>
            </a:r>
          </a:p>
          <a:p>
            <a:r>
              <a:rPr lang="en-US" altLang="ko-KR" b="0" i="0" kern="0"/>
              <a:t>CubeIDE</a:t>
            </a:r>
            <a:r>
              <a:rPr lang="ko-KR" altLang="en-US" b="0" i="0" kern="0"/>
              <a:t> </a:t>
            </a:r>
            <a:r>
              <a:rPr lang="en-US" altLang="ko-KR" b="0" i="0" kern="0"/>
              <a:t>2.0</a:t>
            </a:r>
            <a:r>
              <a:rPr lang="ko-KR" altLang="en-US" b="0" i="0" kern="0"/>
              <a:t>부터 분리 구조</a:t>
            </a:r>
          </a:p>
          <a:p>
            <a:r>
              <a:rPr lang="ko-KR" altLang="en-US" b="0" i="0" kern="0"/>
              <a:t>두 도구를 함께 사용해야 완전한 </a:t>
            </a:r>
            <a:r>
              <a:rPr lang="en-US" altLang="ko-KR" b="0" i="0" kern="0"/>
              <a:t>STM32 </a:t>
            </a:r>
            <a:r>
              <a:rPr lang="ko-KR" altLang="en-US" b="0" i="0" kern="0"/>
              <a:t>개발환경</a:t>
            </a:r>
            <a:endParaRPr lang="ko-KR" altLang="en-US" b="0" i="0" kern="0" dirty="0"/>
          </a:p>
        </p:txBody>
      </p:sp>
    </p:spTree>
    <p:extLst>
      <p:ext uri="{BB962C8B-B14F-4D97-AF65-F5344CB8AC3E}">
        <p14:creationId xmlns:p14="http://schemas.microsoft.com/office/powerpoint/2010/main" val="75839480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17644</TotalTime>
  <Words>468</Words>
  <Application>Microsoft Office PowerPoint</Application>
  <PresentationFormat>화면 슬라이드 쇼(4:3)</PresentationFormat>
  <Paragraphs>102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Mango-M32F4 개발 환경 구축</vt:lpstr>
      <vt:lpstr>STM32 개발 환경 구축</vt:lpstr>
      <vt:lpstr>목차</vt:lpstr>
      <vt:lpstr>STM32 개발도구 전체 구조</vt:lpstr>
      <vt:lpstr>CubeMX vs CubeIDE 역할 비교</vt:lpstr>
      <vt:lpstr>전체 설치 순서 요약</vt:lpstr>
      <vt:lpstr>STM32CubeMX 설치</vt:lpstr>
      <vt:lpstr>STM32CubeMX 설치</vt:lpstr>
      <vt:lpstr>STM32CubeMX 설치</vt:lpstr>
      <vt:lpstr>STM32CubeIDE 2.0 설치</vt:lpstr>
      <vt:lpstr>STM32CubeIDE 2.0 설치</vt:lpstr>
      <vt:lpstr>ST-Link 드라이버 설치</vt:lpstr>
      <vt:lpstr>ST-Link 드라이버 설치</vt:lpstr>
      <vt:lpstr>STM32CubeProg 설치</vt:lpstr>
      <vt:lpstr>STM32CubeProg 설치</vt:lpstr>
      <vt:lpstr>CubeMX 프로젝트 생성 (Mango-M32F4 기준)</vt:lpstr>
      <vt:lpstr>CubeIDE에서 프로젝트 Import</vt:lpstr>
      <vt:lpstr>빌드 및 다운로드</vt:lpstr>
      <vt:lpstr>디버깅 기능</vt:lpstr>
      <vt:lpstr>CubeIDE 2.0 구조 변경 이유</vt:lpstr>
      <vt:lpstr>전체 개발 흐름 요약</vt:lpstr>
      <vt:lpstr>결론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605</cp:revision>
  <dcterms:created xsi:type="dcterms:W3CDTF">2006-02-08T03:00:46Z</dcterms:created>
  <dcterms:modified xsi:type="dcterms:W3CDTF">2026-01-19T02:36:10Z</dcterms:modified>
</cp:coreProperties>
</file>