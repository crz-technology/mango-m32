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notesMasterIdLst>
    <p:notesMasterId r:id="rId38"/>
  </p:notesMasterIdLst>
  <p:handoutMasterIdLst>
    <p:handoutMasterId r:id="rId39"/>
  </p:handoutMasterIdLst>
  <p:sldIdLst>
    <p:sldId id="308" r:id="rId2"/>
    <p:sldId id="332" r:id="rId3"/>
    <p:sldId id="352" r:id="rId4"/>
    <p:sldId id="349" r:id="rId5"/>
    <p:sldId id="354" r:id="rId6"/>
    <p:sldId id="358" r:id="rId7"/>
    <p:sldId id="353" r:id="rId8"/>
    <p:sldId id="356" r:id="rId9"/>
    <p:sldId id="361" r:id="rId10"/>
    <p:sldId id="363" r:id="rId11"/>
    <p:sldId id="364" r:id="rId12"/>
    <p:sldId id="365" r:id="rId13"/>
    <p:sldId id="367" r:id="rId14"/>
    <p:sldId id="368" r:id="rId15"/>
    <p:sldId id="399" r:id="rId16"/>
    <p:sldId id="401" r:id="rId17"/>
    <p:sldId id="402" r:id="rId18"/>
    <p:sldId id="408" r:id="rId19"/>
    <p:sldId id="403" r:id="rId20"/>
    <p:sldId id="404" r:id="rId21"/>
    <p:sldId id="405" r:id="rId22"/>
    <p:sldId id="406" r:id="rId23"/>
    <p:sldId id="409" r:id="rId24"/>
    <p:sldId id="369" r:id="rId25"/>
    <p:sldId id="393" r:id="rId26"/>
    <p:sldId id="410" r:id="rId27"/>
    <p:sldId id="411" r:id="rId28"/>
    <p:sldId id="400" r:id="rId29"/>
    <p:sldId id="412" r:id="rId30"/>
    <p:sldId id="372" r:id="rId31"/>
    <p:sldId id="373" r:id="rId32"/>
    <p:sldId id="374" r:id="rId33"/>
    <p:sldId id="375" r:id="rId34"/>
    <p:sldId id="376" r:id="rId35"/>
    <p:sldId id="377" r:id="rId36"/>
    <p:sldId id="378" r:id="rId37"/>
  </p:sldIdLst>
  <p:sldSz cx="9144000" cy="6858000" type="screen4x3"/>
  <p:notesSz cx="6799263" cy="9929813"/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sz="800" b="1" i="1" kern="1200">
        <a:solidFill>
          <a:srgbClr val="C0C0C0"/>
        </a:solidFill>
        <a:latin typeface="Tahoma" pitchFamily="34" charset="0"/>
        <a:ea typeface="굴림" pitchFamily="50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sz="800" b="1" i="1" kern="1200">
        <a:solidFill>
          <a:srgbClr val="C0C0C0"/>
        </a:solidFill>
        <a:latin typeface="Tahoma" pitchFamily="34" charset="0"/>
        <a:ea typeface="굴림" pitchFamily="50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sz="800" b="1" i="1" kern="1200">
        <a:solidFill>
          <a:srgbClr val="C0C0C0"/>
        </a:solidFill>
        <a:latin typeface="Tahoma" pitchFamily="34" charset="0"/>
        <a:ea typeface="굴림" pitchFamily="50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sz="800" b="1" i="1" kern="1200">
        <a:solidFill>
          <a:srgbClr val="C0C0C0"/>
        </a:solidFill>
        <a:latin typeface="Tahoma" pitchFamily="34" charset="0"/>
        <a:ea typeface="굴림" pitchFamily="50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sz="800" b="1" i="1" kern="1200">
        <a:solidFill>
          <a:srgbClr val="C0C0C0"/>
        </a:solidFill>
        <a:latin typeface="Tahoma" pitchFamily="34" charset="0"/>
        <a:ea typeface="굴림" pitchFamily="50" charset="-127"/>
        <a:cs typeface="+mn-cs"/>
      </a:defRPr>
    </a:lvl5pPr>
    <a:lvl6pPr marL="2286000" algn="l" defTabSz="914400" rtl="0" eaLnBrk="1" latinLnBrk="1" hangingPunct="1">
      <a:defRPr kumimoji="1" sz="800" b="1" i="1" kern="1200">
        <a:solidFill>
          <a:srgbClr val="C0C0C0"/>
        </a:solidFill>
        <a:latin typeface="Tahoma" pitchFamily="34" charset="0"/>
        <a:ea typeface="굴림" pitchFamily="50" charset="-127"/>
        <a:cs typeface="+mn-cs"/>
      </a:defRPr>
    </a:lvl6pPr>
    <a:lvl7pPr marL="2743200" algn="l" defTabSz="914400" rtl="0" eaLnBrk="1" latinLnBrk="1" hangingPunct="1">
      <a:defRPr kumimoji="1" sz="800" b="1" i="1" kern="1200">
        <a:solidFill>
          <a:srgbClr val="C0C0C0"/>
        </a:solidFill>
        <a:latin typeface="Tahoma" pitchFamily="34" charset="0"/>
        <a:ea typeface="굴림" pitchFamily="50" charset="-127"/>
        <a:cs typeface="+mn-cs"/>
      </a:defRPr>
    </a:lvl7pPr>
    <a:lvl8pPr marL="3200400" algn="l" defTabSz="914400" rtl="0" eaLnBrk="1" latinLnBrk="1" hangingPunct="1">
      <a:defRPr kumimoji="1" sz="800" b="1" i="1" kern="1200">
        <a:solidFill>
          <a:srgbClr val="C0C0C0"/>
        </a:solidFill>
        <a:latin typeface="Tahoma" pitchFamily="34" charset="0"/>
        <a:ea typeface="굴림" pitchFamily="50" charset="-127"/>
        <a:cs typeface="+mn-cs"/>
      </a:defRPr>
    </a:lvl8pPr>
    <a:lvl9pPr marL="3657600" algn="l" defTabSz="914400" rtl="0" eaLnBrk="1" latinLnBrk="1" hangingPunct="1">
      <a:defRPr kumimoji="1" sz="800" b="1" i="1" kern="1200">
        <a:solidFill>
          <a:srgbClr val="C0C0C0"/>
        </a:solidFill>
        <a:latin typeface="Tahoma" pitchFamily="34" charset="0"/>
        <a:ea typeface="굴림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838">
          <p15:clr>
            <a:srgbClr val="A4A3A4"/>
          </p15:clr>
        </p15:guide>
        <p15:guide id="2" pos="68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8">
          <p15:clr>
            <a:srgbClr val="A4A3A4"/>
          </p15:clr>
        </p15:guide>
        <p15:guide id="2" pos="2142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FF99"/>
    <a:srgbClr val="C0C0C0"/>
    <a:srgbClr val="CCECFF"/>
    <a:srgbClr val="FF99CC"/>
    <a:srgbClr val="99FF99"/>
    <a:srgbClr val="660033"/>
    <a:srgbClr val="6666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843" autoAdjust="0"/>
    <p:restoredTop sz="95183" autoAdjust="0"/>
  </p:normalViewPr>
  <p:slideViewPr>
    <p:cSldViewPr snapToObjects="1">
      <p:cViewPr varScale="1">
        <p:scale>
          <a:sx n="88" d="100"/>
          <a:sy n="88" d="100"/>
        </p:scale>
        <p:origin x="1435" y="288"/>
      </p:cViewPr>
      <p:guideLst>
        <p:guide orient="horz" pos="3838"/>
        <p:guide pos="6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Objects="1">
      <p:cViewPr varScale="1">
        <p:scale>
          <a:sx n="57" d="100"/>
          <a:sy n="57" d="100"/>
        </p:scale>
        <p:origin x="-2616" y="-96"/>
      </p:cViewPr>
      <p:guideLst>
        <p:guide orient="horz" pos="3128"/>
        <p:guide pos="2142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handoutMaster" Target="handoutMasters/handout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6400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226" tIns="46113" rIns="92226" bIns="46113" numCol="1" anchor="t" anchorCtr="0" compatLnSpc="1">
            <a:prstTxWarp prst="textNoShape">
              <a:avLst/>
            </a:prstTxWarp>
          </a:bodyPr>
          <a:lstStyle>
            <a:lvl1pPr defTabSz="922338">
              <a:defRPr sz="1200" b="0" i="0">
                <a:solidFill>
                  <a:schemeClr val="tx1"/>
                </a:solidFill>
                <a:latin typeface="굴림" pitchFamily="50" charset="-127"/>
              </a:defRPr>
            </a:lvl1pPr>
          </a:lstStyle>
          <a:p>
            <a:endParaRPr lang="en-US" altLang="ko-KR"/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51275" y="0"/>
            <a:ext cx="2946400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226" tIns="46113" rIns="92226" bIns="46113" numCol="1" anchor="t" anchorCtr="0" compatLnSpc="1">
            <a:prstTxWarp prst="textNoShape">
              <a:avLst/>
            </a:prstTxWarp>
          </a:bodyPr>
          <a:lstStyle>
            <a:lvl1pPr algn="r" defTabSz="922338">
              <a:defRPr sz="1200" b="0" i="0">
                <a:solidFill>
                  <a:schemeClr val="tx1"/>
                </a:solidFill>
                <a:latin typeface="굴림" pitchFamily="50" charset="-127"/>
              </a:defRPr>
            </a:lvl1pPr>
          </a:lstStyle>
          <a:p>
            <a:endParaRPr lang="en-US" altLang="ko-KR"/>
          </a:p>
        </p:txBody>
      </p:sp>
      <p:sp>
        <p:nvSpPr>
          <p:cNvPr id="1536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32925"/>
            <a:ext cx="2946400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226" tIns="46113" rIns="92226" bIns="46113" numCol="1" anchor="b" anchorCtr="0" compatLnSpc="1">
            <a:prstTxWarp prst="textNoShape">
              <a:avLst/>
            </a:prstTxWarp>
          </a:bodyPr>
          <a:lstStyle>
            <a:lvl1pPr defTabSz="922338">
              <a:defRPr sz="1200" b="0" i="0">
                <a:solidFill>
                  <a:schemeClr val="tx1"/>
                </a:solidFill>
                <a:latin typeface="굴림" pitchFamily="50" charset="-127"/>
              </a:defRPr>
            </a:lvl1pPr>
          </a:lstStyle>
          <a:p>
            <a:endParaRPr lang="en-US" altLang="ko-KR"/>
          </a:p>
        </p:txBody>
      </p:sp>
      <p:sp>
        <p:nvSpPr>
          <p:cNvPr id="1536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51275" y="9432925"/>
            <a:ext cx="2946400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226" tIns="46113" rIns="92226" bIns="46113" numCol="1" anchor="b" anchorCtr="0" compatLnSpc="1">
            <a:prstTxWarp prst="textNoShape">
              <a:avLst/>
            </a:prstTxWarp>
          </a:bodyPr>
          <a:lstStyle>
            <a:lvl1pPr algn="r" defTabSz="922338">
              <a:defRPr sz="1200" b="0" i="0">
                <a:solidFill>
                  <a:schemeClr val="tx1"/>
                </a:solidFill>
                <a:latin typeface="굴림" pitchFamily="50" charset="-127"/>
              </a:defRPr>
            </a:lvl1pPr>
          </a:lstStyle>
          <a:p>
            <a:fld id="{3E359F8D-C241-43DD-BB7A-EE3CBF36867A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6400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226" tIns="46113" rIns="92226" bIns="46113" numCol="1" anchor="t" anchorCtr="0" compatLnSpc="1">
            <a:prstTxWarp prst="textNoShape">
              <a:avLst/>
            </a:prstTxWarp>
          </a:bodyPr>
          <a:lstStyle>
            <a:lvl1pPr defTabSz="922338">
              <a:defRPr sz="1200" b="0" i="0">
                <a:solidFill>
                  <a:schemeClr val="tx1"/>
                </a:solidFill>
                <a:latin typeface="굴림" pitchFamily="50" charset="-127"/>
              </a:defRPr>
            </a:lvl1pPr>
          </a:lstStyle>
          <a:p>
            <a:endParaRPr lang="en-US" altLang="ko-KR"/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51275" y="0"/>
            <a:ext cx="2946400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226" tIns="46113" rIns="92226" bIns="46113" numCol="1" anchor="t" anchorCtr="0" compatLnSpc="1">
            <a:prstTxWarp prst="textNoShape">
              <a:avLst/>
            </a:prstTxWarp>
          </a:bodyPr>
          <a:lstStyle>
            <a:lvl1pPr algn="r" defTabSz="922338">
              <a:defRPr sz="1200" b="0" i="0">
                <a:solidFill>
                  <a:schemeClr val="tx1"/>
                </a:solidFill>
                <a:latin typeface="굴림" pitchFamily="50" charset="-127"/>
              </a:defRPr>
            </a:lvl1pPr>
          </a:lstStyle>
          <a:p>
            <a:endParaRPr lang="en-US" altLang="ko-KR"/>
          </a:p>
        </p:txBody>
      </p:sp>
      <p:sp>
        <p:nvSpPr>
          <p:cNvPr id="1741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17575" y="746125"/>
            <a:ext cx="4964113" cy="372268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1741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79450" y="4716463"/>
            <a:ext cx="5440363" cy="4467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226" tIns="46113" rIns="92226" bIns="4611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1741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32925"/>
            <a:ext cx="2946400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226" tIns="46113" rIns="92226" bIns="46113" numCol="1" anchor="b" anchorCtr="0" compatLnSpc="1">
            <a:prstTxWarp prst="textNoShape">
              <a:avLst/>
            </a:prstTxWarp>
          </a:bodyPr>
          <a:lstStyle>
            <a:lvl1pPr defTabSz="922338">
              <a:defRPr sz="1200" b="0" i="0">
                <a:solidFill>
                  <a:schemeClr val="tx1"/>
                </a:solidFill>
                <a:latin typeface="굴림" pitchFamily="50" charset="-127"/>
              </a:defRPr>
            </a:lvl1pPr>
          </a:lstStyle>
          <a:p>
            <a:endParaRPr lang="en-US" altLang="ko-KR"/>
          </a:p>
        </p:txBody>
      </p:sp>
      <p:sp>
        <p:nvSpPr>
          <p:cNvPr id="1741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51275" y="9432925"/>
            <a:ext cx="2946400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226" tIns="46113" rIns="92226" bIns="46113" numCol="1" anchor="b" anchorCtr="0" compatLnSpc="1">
            <a:prstTxWarp prst="textNoShape">
              <a:avLst/>
            </a:prstTxWarp>
          </a:bodyPr>
          <a:lstStyle>
            <a:lvl1pPr algn="r" defTabSz="922338">
              <a:defRPr sz="1200" b="0" i="0">
                <a:solidFill>
                  <a:schemeClr val="tx1"/>
                </a:solidFill>
                <a:latin typeface="굴림" pitchFamily="50" charset="-127"/>
              </a:defRPr>
            </a:lvl1pPr>
          </a:lstStyle>
          <a:p>
            <a:fld id="{DE4C13C3-4C20-49FA-8F88-6FD9575FBAAE}" type="slidenum">
              <a:rPr lang="en-US" altLang="ko-KR"/>
              <a:pPr/>
              <a:t>‹#›</a:t>
            </a:fld>
            <a:endParaRPr lang="en-US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 latinLnBrk="1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1pPr>
    <a:lvl2pPr marL="457200" algn="l" rtl="0" fontAlgn="base" latinLnBrk="1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2pPr>
    <a:lvl3pPr marL="914400" algn="l" rtl="0" fontAlgn="base" latinLnBrk="1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3pPr>
    <a:lvl4pPr marL="1371600" algn="l" rtl="0" fontAlgn="base" latinLnBrk="1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4pPr>
    <a:lvl5pPr marL="1828800" algn="l" rtl="0" fontAlgn="base" latinLnBrk="1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9E6B64B-D8C4-466A-BB6C-3C01BAF15E52}" type="slidenum">
              <a:rPr lang="en-US" altLang="ko-KR"/>
              <a:pPr/>
              <a:t>1</a:t>
            </a:fld>
            <a:endParaRPr lang="en-US" altLang="ko-KR"/>
          </a:p>
        </p:txBody>
      </p:sp>
      <p:sp>
        <p:nvSpPr>
          <p:cNvPr id="6819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819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ko-KR" altLang="ko-KR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6875" name="Rectangle 11"/>
          <p:cNvSpPr>
            <a:spLocks noChangeArrowheads="1"/>
          </p:cNvSpPr>
          <p:nvPr userDrawn="1"/>
        </p:nvSpPr>
        <p:spPr bwMode="auto">
          <a:xfrm>
            <a:off x="88900" y="85725"/>
            <a:ext cx="8959850" cy="6689725"/>
          </a:xfrm>
          <a:prstGeom prst="rect">
            <a:avLst/>
          </a:prstGeom>
          <a:noFill/>
          <a:ln w="3175">
            <a:solidFill>
              <a:srgbClr val="00B05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676876" name="Rectangle 12"/>
          <p:cNvSpPr>
            <a:spLocks noChangeArrowheads="1"/>
          </p:cNvSpPr>
          <p:nvPr userDrawn="1"/>
        </p:nvSpPr>
        <p:spPr bwMode="auto">
          <a:xfrm>
            <a:off x="88900" y="2636838"/>
            <a:ext cx="7146925" cy="1095375"/>
          </a:xfrm>
          <a:prstGeom prst="rect">
            <a:avLst/>
          </a:prstGeom>
          <a:solidFill>
            <a:srgbClr val="92D050"/>
          </a:solidFill>
          <a:ln w="9525">
            <a:solidFill>
              <a:srgbClr val="00B05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676877" name="Line 13"/>
          <p:cNvSpPr>
            <a:spLocks noChangeShapeType="1"/>
          </p:cNvSpPr>
          <p:nvPr userDrawn="1"/>
        </p:nvSpPr>
        <p:spPr bwMode="auto">
          <a:xfrm>
            <a:off x="88900" y="2552700"/>
            <a:ext cx="7146925" cy="1588"/>
          </a:xfrm>
          <a:prstGeom prst="line">
            <a:avLst/>
          </a:prstGeom>
          <a:noFill/>
          <a:ln w="9525">
            <a:solidFill>
              <a:srgbClr val="00B050"/>
            </a:solidFill>
            <a:round/>
            <a:headEnd/>
            <a:tailEnd/>
          </a:ln>
          <a:effectLst/>
        </p:spPr>
        <p:txBody>
          <a:bodyPr/>
          <a:lstStyle/>
          <a:p>
            <a:endParaRPr lang="ko-KR" altLang="en-US"/>
          </a:p>
        </p:txBody>
      </p:sp>
      <p:sp>
        <p:nvSpPr>
          <p:cNvPr id="676867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827088" y="3860800"/>
            <a:ext cx="6257925" cy="1152525"/>
          </a:xfrm>
        </p:spPr>
        <p:txBody>
          <a:bodyPr/>
          <a:lstStyle>
            <a:lvl1pPr marL="0" indent="0">
              <a:buFontTx/>
              <a:buNone/>
              <a:defRPr b="1">
                <a:latin typeface="Verdana" pitchFamily="34" charset="0"/>
              </a:defRPr>
            </a:lvl1pPr>
          </a:lstStyle>
          <a:p>
            <a:r>
              <a:rPr lang="ko-KR" altLang="en-US" dirty="0"/>
              <a:t>마스터 부제목 스타일 편집</a:t>
            </a:r>
          </a:p>
        </p:txBody>
      </p:sp>
      <p:sp>
        <p:nvSpPr>
          <p:cNvPr id="676868" name="Rectangle 4"/>
          <p:cNvSpPr>
            <a:spLocks noGrp="1" noChangeArrowheads="1"/>
          </p:cNvSpPr>
          <p:nvPr>
            <p:ph type="ctrTitle"/>
          </p:nvPr>
        </p:nvSpPr>
        <p:spPr>
          <a:xfrm>
            <a:off x="684213" y="2708275"/>
            <a:ext cx="6551612" cy="1023938"/>
          </a:xfrm>
        </p:spPr>
        <p:txBody>
          <a:bodyPr/>
          <a:lstStyle>
            <a:lvl1pPr>
              <a:defRPr sz="3200">
                <a:latin typeface="Verdana" pitchFamily="34" charset="0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676881" name="Rectangle 17"/>
          <p:cNvSpPr>
            <a:spLocks noChangeArrowheads="1"/>
          </p:cNvSpPr>
          <p:nvPr userDrawn="1"/>
        </p:nvSpPr>
        <p:spPr bwMode="auto">
          <a:xfrm>
            <a:off x="107950" y="6381750"/>
            <a:ext cx="4679950" cy="36036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r>
              <a:rPr lang="en-US" altLang="ko-KR" dirty="0"/>
              <a:t>http://cafe.naver.com/embeddedcrazyboys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Verdana" pitchFamily="34" charset="0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177800" y="785793"/>
            <a:ext cx="8858250" cy="5643603"/>
          </a:xfrm>
        </p:spPr>
        <p:txBody>
          <a:bodyPr/>
          <a:lstStyle>
            <a:lvl1pPr>
              <a:defRPr>
                <a:latin typeface="Verdana" pitchFamily="34" charset="0"/>
              </a:defRPr>
            </a:lvl1pPr>
            <a:lvl2pPr>
              <a:defRPr>
                <a:latin typeface="Verdana" pitchFamily="34" charset="0"/>
              </a:defRPr>
            </a:lvl2pPr>
            <a:lvl3pPr>
              <a:defRPr>
                <a:latin typeface="Verdana" pitchFamily="34" charset="0"/>
              </a:defRPr>
            </a:lvl3pPr>
            <a:lvl4pPr>
              <a:defRPr>
                <a:latin typeface="Verdana" pitchFamily="34" charset="0"/>
              </a:defRPr>
            </a:lvl4pPr>
            <a:lvl5pPr>
              <a:defRPr>
                <a:latin typeface="Verdana" pitchFamily="34" charset="0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177800" y="665163"/>
            <a:ext cx="4352925" cy="58594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83125" y="665163"/>
            <a:ext cx="4352925" cy="58594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821488" y="115888"/>
            <a:ext cx="2214562" cy="6408737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177800" y="115888"/>
            <a:ext cx="6491288" cy="6408737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4" name="Rectangle 70"/>
          <p:cNvSpPr>
            <a:spLocks noChangeArrowheads="1"/>
          </p:cNvSpPr>
          <p:nvPr userDrawn="1"/>
        </p:nvSpPr>
        <p:spPr bwMode="auto">
          <a:xfrm>
            <a:off x="88900" y="85725"/>
            <a:ext cx="8959850" cy="534988"/>
          </a:xfrm>
          <a:prstGeom prst="rect">
            <a:avLst/>
          </a:prstGeom>
          <a:solidFill>
            <a:srgbClr val="92D050">
              <a:alpha val="50000"/>
            </a:srgb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77800" y="665163"/>
            <a:ext cx="8858250" cy="58594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</p:txBody>
      </p:sp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77800" y="115888"/>
            <a:ext cx="8858250" cy="469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 dirty="0"/>
              <a:t>Main Title</a:t>
            </a:r>
          </a:p>
        </p:txBody>
      </p:sp>
      <p:sp>
        <p:nvSpPr>
          <p:cNvPr id="6178" name="Rectangle 34"/>
          <p:cNvSpPr>
            <a:spLocks noChangeArrowheads="1"/>
          </p:cNvSpPr>
          <p:nvPr userDrawn="1"/>
        </p:nvSpPr>
        <p:spPr bwMode="auto">
          <a:xfrm rot="-21600000">
            <a:off x="8388350" y="6453188"/>
            <a:ext cx="647700" cy="333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r" latinLnBrk="0"/>
            <a:fld id="{4FDD7156-F552-46EC-968D-BB66E3283A22}" type="slidenum">
              <a:rPr kumimoji="0" lang="en-US" altLang="ko-KR" sz="1300" i="0">
                <a:solidFill>
                  <a:srgbClr val="333333"/>
                </a:solidFill>
                <a:latin typeface="Century Gothic" pitchFamily="34" charset="0"/>
              </a:rPr>
              <a:pPr algn="r" latinLnBrk="0"/>
              <a:t>‹#›</a:t>
            </a:fld>
            <a:endParaRPr kumimoji="0" lang="en-US" altLang="ko-KR" sz="1300" i="0">
              <a:solidFill>
                <a:srgbClr val="333333"/>
              </a:solidFill>
              <a:latin typeface="Century Gothic" pitchFamily="34" charset="0"/>
            </a:endParaRPr>
          </a:p>
        </p:txBody>
      </p:sp>
      <p:sp>
        <p:nvSpPr>
          <p:cNvPr id="6200" name="Text Box 56"/>
          <p:cNvSpPr txBox="1">
            <a:spLocks noChangeArrowheads="1"/>
          </p:cNvSpPr>
          <p:nvPr userDrawn="1"/>
        </p:nvSpPr>
        <p:spPr bwMode="auto">
          <a:xfrm>
            <a:off x="5422900" y="6480175"/>
            <a:ext cx="316547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r"/>
            <a:r>
              <a:rPr lang="en-US" altLang="ko-KR" sz="1000" i="0" dirty="0">
                <a:solidFill>
                  <a:srgbClr val="5F5F5F"/>
                </a:solidFill>
                <a:latin typeface="Century Gothic" pitchFamily="34" charset="0"/>
              </a:rPr>
              <a:t>https://www.crz-tech.com/</a:t>
            </a:r>
          </a:p>
        </p:txBody>
      </p:sp>
      <p:sp>
        <p:nvSpPr>
          <p:cNvPr id="6211" name="Rectangle 67"/>
          <p:cNvSpPr>
            <a:spLocks noChangeArrowheads="1"/>
          </p:cNvSpPr>
          <p:nvPr userDrawn="1"/>
        </p:nvSpPr>
        <p:spPr bwMode="auto">
          <a:xfrm>
            <a:off x="88900" y="85725"/>
            <a:ext cx="8959850" cy="6689725"/>
          </a:xfrm>
          <a:prstGeom prst="rect">
            <a:avLst/>
          </a:prstGeom>
          <a:noFill/>
          <a:ln w="3175">
            <a:solidFill>
              <a:srgbClr val="00B05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6212" name="Line 68"/>
          <p:cNvSpPr>
            <a:spLocks noChangeShapeType="1"/>
          </p:cNvSpPr>
          <p:nvPr userDrawn="1"/>
        </p:nvSpPr>
        <p:spPr bwMode="auto">
          <a:xfrm>
            <a:off x="5583238" y="6480175"/>
            <a:ext cx="3452812" cy="0"/>
          </a:xfrm>
          <a:prstGeom prst="line">
            <a:avLst/>
          </a:prstGeom>
          <a:noFill/>
          <a:ln w="3175">
            <a:solidFill>
              <a:srgbClr val="00B050"/>
            </a:solidFill>
            <a:round/>
            <a:headEnd/>
            <a:tailEnd/>
          </a:ln>
          <a:effectLst/>
        </p:spPr>
        <p:txBody>
          <a:bodyPr/>
          <a:lstStyle/>
          <a:p>
            <a:endParaRPr lang="ko-KR" altLang="en-US"/>
          </a:p>
        </p:txBody>
      </p:sp>
      <p:sp>
        <p:nvSpPr>
          <p:cNvPr id="6215" name="Line 71"/>
          <p:cNvSpPr>
            <a:spLocks noChangeShapeType="1"/>
          </p:cNvSpPr>
          <p:nvPr userDrawn="1"/>
        </p:nvSpPr>
        <p:spPr bwMode="auto">
          <a:xfrm>
            <a:off x="88900" y="620713"/>
            <a:ext cx="8959850" cy="0"/>
          </a:xfrm>
          <a:prstGeom prst="line">
            <a:avLst/>
          </a:prstGeom>
          <a:noFill/>
          <a:ln w="9525">
            <a:solidFill>
              <a:srgbClr val="00B050"/>
            </a:solidFill>
            <a:round/>
            <a:headEnd/>
            <a:tailEnd/>
          </a:ln>
          <a:effectLst/>
        </p:spPr>
        <p:txBody>
          <a:bodyPr/>
          <a:lstStyle/>
          <a:p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</p:sldLayoutIdLst>
  <p:txStyles>
    <p:titleStyle>
      <a:lvl1pPr algn="l" rtl="0" fontAlgn="base" latinLnBrk="1">
        <a:spcBef>
          <a:spcPct val="0"/>
        </a:spcBef>
        <a:spcAft>
          <a:spcPct val="0"/>
        </a:spcAft>
        <a:defRPr kumimoji="1" sz="2400" b="1">
          <a:solidFill>
            <a:schemeClr val="tx1"/>
          </a:solidFill>
          <a:latin typeface="Verdana" pitchFamily="34" charset="0"/>
          <a:ea typeface="+mj-ea"/>
          <a:cs typeface="+mj-cs"/>
        </a:defRPr>
      </a:lvl1pPr>
      <a:lvl2pPr algn="l" rtl="0" fontAlgn="base" latinLnBrk="1">
        <a:spcBef>
          <a:spcPct val="0"/>
        </a:spcBef>
        <a:spcAft>
          <a:spcPct val="0"/>
        </a:spcAft>
        <a:defRPr kumimoji="1" sz="2400" b="1">
          <a:solidFill>
            <a:schemeClr val="tx1"/>
          </a:solidFill>
          <a:latin typeface="Tahoma" pitchFamily="34" charset="0"/>
          <a:ea typeface="굴림" pitchFamily="50" charset="-127"/>
        </a:defRPr>
      </a:lvl2pPr>
      <a:lvl3pPr algn="l" rtl="0" fontAlgn="base" latinLnBrk="1">
        <a:spcBef>
          <a:spcPct val="0"/>
        </a:spcBef>
        <a:spcAft>
          <a:spcPct val="0"/>
        </a:spcAft>
        <a:defRPr kumimoji="1" sz="2400" b="1">
          <a:solidFill>
            <a:schemeClr val="tx1"/>
          </a:solidFill>
          <a:latin typeface="Tahoma" pitchFamily="34" charset="0"/>
          <a:ea typeface="굴림" pitchFamily="50" charset="-127"/>
        </a:defRPr>
      </a:lvl3pPr>
      <a:lvl4pPr algn="l" rtl="0" fontAlgn="base" latinLnBrk="1">
        <a:spcBef>
          <a:spcPct val="0"/>
        </a:spcBef>
        <a:spcAft>
          <a:spcPct val="0"/>
        </a:spcAft>
        <a:defRPr kumimoji="1" sz="2400" b="1">
          <a:solidFill>
            <a:schemeClr val="tx1"/>
          </a:solidFill>
          <a:latin typeface="Tahoma" pitchFamily="34" charset="0"/>
          <a:ea typeface="굴림" pitchFamily="50" charset="-127"/>
        </a:defRPr>
      </a:lvl4pPr>
      <a:lvl5pPr algn="l" rtl="0" fontAlgn="base" latinLnBrk="1">
        <a:spcBef>
          <a:spcPct val="0"/>
        </a:spcBef>
        <a:spcAft>
          <a:spcPct val="0"/>
        </a:spcAft>
        <a:defRPr kumimoji="1" sz="2400" b="1">
          <a:solidFill>
            <a:schemeClr val="tx1"/>
          </a:solidFill>
          <a:latin typeface="Tahoma" pitchFamily="34" charset="0"/>
          <a:ea typeface="굴림" pitchFamily="50" charset="-127"/>
        </a:defRPr>
      </a:lvl5pPr>
      <a:lvl6pPr marL="457200" algn="l" rtl="0" fontAlgn="base" latinLnBrk="1">
        <a:spcBef>
          <a:spcPct val="0"/>
        </a:spcBef>
        <a:spcAft>
          <a:spcPct val="0"/>
        </a:spcAft>
        <a:defRPr kumimoji="1" sz="2400" b="1">
          <a:solidFill>
            <a:schemeClr val="tx1"/>
          </a:solidFill>
          <a:latin typeface="Tahoma" pitchFamily="34" charset="0"/>
          <a:ea typeface="굴림" pitchFamily="50" charset="-127"/>
        </a:defRPr>
      </a:lvl6pPr>
      <a:lvl7pPr marL="914400" algn="l" rtl="0" fontAlgn="base" latinLnBrk="1">
        <a:spcBef>
          <a:spcPct val="0"/>
        </a:spcBef>
        <a:spcAft>
          <a:spcPct val="0"/>
        </a:spcAft>
        <a:defRPr kumimoji="1" sz="2400" b="1">
          <a:solidFill>
            <a:schemeClr val="tx1"/>
          </a:solidFill>
          <a:latin typeface="Tahoma" pitchFamily="34" charset="0"/>
          <a:ea typeface="굴림" pitchFamily="50" charset="-127"/>
        </a:defRPr>
      </a:lvl7pPr>
      <a:lvl8pPr marL="1371600" algn="l" rtl="0" fontAlgn="base" latinLnBrk="1">
        <a:spcBef>
          <a:spcPct val="0"/>
        </a:spcBef>
        <a:spcAft>
          <a:spcPct val="0"/>
        </a:spcAft>
        <a:defRPr kumimoji="1" sz="2400" b="1">
          <a:solidFill>
            <a:schemeClr val="tx1"/>
          </a:solidFill>
          <a:latin typeface="Tahoma" pitchFamily="34" charset="0"/>
          <a:ea typeface="굴림" pitchFamily="50" charset="-127"/>
        </a:defRPr>
      </a:lvl8pPr>
      <a:lvl9pPr marL="1828800" algn="l" rtl="0" fontAlgn="base" latinLnBrk="1">
        <a:spcBef>
          <a:spcPct val="0"/>
        </a:spcBef>
        <a:spcAft>
          <a:spcPct val="0"/>
        </a:spcAft>
        <a:defRPr kumimoji="1" sz="2400" b="1">
          <a:solidFill>
            <a:schemeClr val="tx1"/>
          </a:solidFill>
          <a:latin typeface="Tahoma" pitchFamily="34" charset="0"/>
          <a:ea typeface="굴림" pitchFamily="50" charset="-127"/>
        </a:defRPr>
      </a:lvl9pPr>
    </p:titleStyle>
    <p:bodyStyle>
      <a:lvl1pPr marL="342900" indent="-342900" algn="l" rtl="0" fontAlgn="base" latinLnBrk="1">
        <a:spcBef>
          <a:spcPct val="20000"/>
        </a:spcBef>
        <a:spcAft>
          <a:spcPct val="0"/>
        </a:spcAft>
        <a:buClr>
          <a:schemeClr val="tx1"/>
        </a:buClr>
        <a:buChar char="•"/>
        <a:defRPr kumimoji="1" sz="2000">
          <a:solidFill>
            <a:schemeClr val="tx1"/>
          </a:solidFill>
          <a:latin typeface="Verdana" pitchFamily="34" charset="0"/>
          <a:ea typeface="+mn-ea"/>
          <a:cs typeface="+mn-cs"/>
        </a:defRPr>
      </a:lvl1pPr>
      <a:lvl2pPr marL="742950" indent="-285750" algn="l" rtl="0" fontAlgn="base" latinLnBrk="1">
        <a:spcBef>
          <a:spcPct val="20000"/>
        </a:spcBef>
        <a:spcAft>
          <a:spcPct val="0"/>
        </a:spcAft>
        <a:buClr>
          <a:schemeClr val="tx1"/>
        </a:buClr>
        <a:buFont typeface="Wingdings" pitchFamily="2" charset="2"/>
        <a:buChar char="Ø"/>
        <a:defRPr kumimoji="1">
          <a:solidFill>
            <a:schemeClr val="tx1"/>
          </a:solidFill>
          <a:latin typeface="Verdana" pitchFamily="34" charset="0"/>
          <a:ea typeface="+mn-ea"/>
        </a:defRPr>
      </a:lvl2pPr>
      <a:lvl3pPr marL="1143000" indent="-228600" algn="l" rtl="0" fontAlgn="base" latinLnBrk="1">
        <a:spcBef>
          <a:spcPct val="20000"/>
        </a:spcBef>
        <a:spcAft>
          <a:spcPct val="0"/>
        </a:spcAft>
        <a:buClr>
          <a:schemeClr val="tx1"/>
        </a:buClr>
        <a:buFont typeface="Wingdings" pitchFamily="2" charset="2"/>
        <a:buChar char="§"/>
        <a:defRPr kumimoji="1" sz="1600">
          <a:solidFill>
            <a:schemeClr val="tx1"/>
          </a:solidFill>
          <a:latin typeface="Verdana" pitchFamily="34" charset="0"/>
          <a:ea typeface="+mn-ea"/>
        </a:defRPr>
      </a:lvl3pPr>
      <a:lvl4pPr marL="1600200" indent="-228600" algn="l" rtl="0" fontAlgn="base" latinLnBrk="1">
        <a:spcBef>
          <a:spcPct val="20000"/>
        </a:spcBef>
        <a:spcAft>
          <a:spcPct val="0"/>
        </a:spcAft>
        <a:buClr>
          <a:schemeClr val="bg2"/>
        </a:buClr>
        <a:buFont typeface="Wingdings 2" pitchFamily="18" charset="2"/>
        <a:buChar char=""/>
        <a:defRPr kumimoji="1" sz="2000">
          <a:solidFill>
            <a:schemeClr val="tx1"/>
          </a:solidFill>
          <a:latin typeface="Arial" charset="0"/>
          <a:ea typeface="+mn-ea"/>
        </a:defRPr>
      </a:lvl4pPr>
      <a:lvl5pPr marL="2057400" indent="-228600" algn="l" rtl="0" fontAlgn="base" latinLnBrk="1">
        <a:spcBef>
          <a:spcPct val="20000"/>
        </a:spcBef>
        <a:spcAft>
          <a:spcPct val="0"/>
        </a:spcAft>
        <a:buClr>
          <a:schemeClr val="bg2"/>
        </a:buClr>
        <a:buFont typeface="Arial" charset="0"/>
        <a:buChar char="»"/>
        <a:defRPr kumimoji="1" sz="1600">
          <a:solidFill>
            <a:schemeClr val="tx1"/>
          </a:solidFill>
          <a:latin typeface="Arial" charset="0"/>
          <a:ea typeface="+mn-ea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lr>
          <a:schemeClr val="bg2"/>
        </a:buClr>
        <a:buFont typeface="Arial" charset="0"/>
        <a:buChar char="»"/>
        <a:defRPr kumimoji="1" sz="1600">
          <a:solidFill>
            <a:schemeClr val="tx1"/>
          </a:solidFill>
          <a:latin typeface="Arial" charset="0"/>
          <a:ea typeface="+mn-ea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lr>
          <a:schemeClr val="bg2"/>
        </a:buClr>
        <a:buFont typeface="Arial" charset="0"/>
        <a:buChar char="»"/>
        <a:defRPr kumimoji="1" sz="1600">
          <a:solidFill>
            <a:schemeClr val="tx1"/>
          </a:solidFill>
          <a:latin typeface="Arial" charset="0"/>
          <a:ea typeface="+mn-ea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lr>
          <a:schemeClr val="bg2"/>
        </a:buClr>
        <a:buFont typeface="Arial" charset="0"/>
        <a:buChar char="»"/>
        <a:defRPr kumimoji="1" sz="1600">
          <a:solidFill>
            <a:schemeClr val="tx1"/>
          </a:solidFill>
          <a:latin typeface="Arial" charset="0"/>
          <a:ea typeface="+mn-ea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lr>
          <a:schemeClr val="bg2"/>
        </a:buClr>
        <a:buFont typeface="Arial" charset="0"/>
        <a:buChar char="»"/>
        <a:defRPr kumimoji="1" sz="1600">
          <a:solidFill>
            <a:schemeClr val="tx1"/>
          </a:solidFill>
          <a:latin typeface="Arial" charset="0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8916" name="Rectangle 4"/>
          <p:cNvSpPr>
            <a:spLocks noGrp="1" noChangeArrowheads="1"/>
          </p:cNvSpPr>
          <p:nvPr>
            <p:ph type="ctrTitle"/>
          </p:nvPr>
        </p:nvSpPr>
        <p:spPr>
          <a:xfrm>
            <a:off x="684213" y="2674938"/>
            <a:ext cx="6551612" cy="1023937"/>
          </a:xfrm>
        </p:spPr>
        <p:txBody>
          <a:bodyPr/>
          <a:lstStyle/>
          <a:p>
            <a:r>
              <a:rPr lang="en-US" altLang="ko-KR" dirty="0"/>
              <a:t>LPS25 – </a:t>
            </a:r>
            <a:r>
              <a:rPr lang="ko-KR" altLang="en-US" dirty="0"/>
              <a:t>대기압</a:t>
            </a:r>
            <a:r>
              <a:rPr lang="en-US" altLang="ko-KR" dirty="0"/>
              <a:t> </a:t>
            </a:r>
            <a:r>
              <a:rPr lang="ko-KR" altLang="en-US" dirty="0"/>
              <a:t>센서</a:t>
            </a:r>
            <a:r>
              <a:rPr lang="en-US" altLang="ko-KR" dirty="0"/>
              <a:t> </a:t>
            </a:r>
            <a:r>
              <a:rPr lang="ko-KR" altLang="en-US" dirty="0"/>
              <a:t>실습</a:t>
            </a:r>
            <a:endParaRPr lang="en-US" altLang="ko-KR" dirty="0"/>
          </a:p>
        </p:txBody>
      </p:sp>
      <p:sp>
        <p:nvSpPr>
          <p:cNvPr id="678917" name="Rectangle 5"/>
          <p:cNvSpPr>
            <a:spLocks noGrp="1" noChangeArrowheads="1"/>
          </p:cNvSpPr>
          <p:nvPr>
            <p:ph type="subTitle" idx="1"/>
          </p:nvPr>
        </p:nvSpPr>
        <p:spPr>
          <a:xfrm>
            <a:off x="827088" y="3860800"/>
            <a:ext cx="6257925" cy="1211274"/>
          </a:xfrm>
        </p:spPr>
        <p:txBody>
          <a:bodyPr/>
          <a:lstStyle/>
          <a:p>
            <a:r>
              <a:rPr lang="en-US" altLang="ko-KR" dirty="0"/>
              <a:t>2026.01.21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Project </a:t>
            </a:r>
            <a:r>
              <a:rPr lang="ko-KR" altLang="en-US" dirty="0"/>
              <a:t>생성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A59166-90EC-43EA-C1CC-D0373F9804AD}"/>
              </a:ext>
            </a:extLst>
          </p:cNvPr>
          <p:cNvSpPr txBox="1">
            <a:spLocks/>
          </p:cNvSpPr>
          <p:nvPr/>
        </p:nvSpPr>
        <p:spPr bwMode="auto">
          <a:xfrm>
            <a:off x="628650" y="692696"/>
            <a:ext cx="7886700" cy="4351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Ø"/>
              <a:defRPr kumimoji="1">
                <a:solidFill>
                  <a:schemeClr val="tx1"/>
                </a:solidFill>
                <a:latin typeface="Verdana" pitchFamily="34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 2" pitchFamily="18" charset="2"/>
              <a:buChar char="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r>
              <a:rPr lang="en-US" altLang="ko-KR" b="0" i="0" kern="0" dirty="0"/>
              <a:t>STM32CubeMX </a:t>
            </a:r>
            <a:r>
              <a:rPr lang="ko-KR" altLang="en-US" b="0" i="0" kern="0" dirty="0"/>
              <a:t>실행 후 </a:t>
            </a:r>
            <a:r>
              <a:rPr lang="en-US" altLang="ko-KR" b="0" i="0" kern="0" dirty="0"/>
              <a:t>"ACCESS TO MCU SELECTOR” </a:t>
            </a:r>
            <a:r>
              <a:rPr lang="ko-KR" altLang="en-US" b="0" i="0" kern="0" dirty="0"/>
              <a:t>선택</a:t>
            </a:r>
            <a:endParaRPr lang="en-US" altLang="ko-KR" b="0" i="0" kern="0" dirty="0"/>
          </a:p>
        </p:txBody>
      </p:sp>
      <p:pic>
        <p:nvPicPr>
          <p:cNvPr id="8" name="그림 7" descr="텍스트, 스크린샷, 소프트웨어, 웹 페이지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E10C5A9-85A6-0E27-29A9-B5CB79BFB2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1680" y="1327047"/>
            <a:ext cx="5543340" cy="49822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57887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1B03C7-A48A-126F-9530-3B88896A88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D4E170D-18D7-0564-83B9-57A8542133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Project </a:t>
            </a:r>
            <a:r>
              <a:rPr lang="ko-KR" altLang="en-US" dirty="0"/>
              <a:t>생성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615354-5026-C919-B1B7-E6E853310421}"/>
              </a:ext>
            </a:extLst>
          </p:cNvPr>
          <p:cNvSpPr txBox="1">
            <a:spLocks/>
          </p:cNvSpPr>
          <p:nvPr/>
        </p:nvSpPr>
        <p:spPr bwMode="auto">
          <a:xfrm>
            <a:off x="628650" y="692696"/>
            <a:ext cx="7886700" cy="4351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Ø"/>
              <a:defRPr kumimoji="1">
                <a:solidFill>
                  <a:schemeClr val="tx1"/>
                </a:solidFill>
                <a:latin typeface="Verdana" pitchFamily="34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 2" pitchFamily="18" charset="2"/>
              <a:buChar char="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endParaRPr lang="en-US" altLang="ko-KR" b="0" i="0" kern="0" dirty="0"/>
          </a:p>
          <a:p>
            <a:r>
              <a:rPr lang="en-US" altLang="ko-KR" b="0" i="0" kern="0" dirty="0"/>
              <a:t>STM32F407ZET6 </a:t>
            </a:r>
            <a:r>
              <a:rPr lang="ko-KR" altLang="en-US" b="0" i="0" kern="0" dirty="0"/>
              <a:t>선택 후 </a:t>
            </a:r>
            <a:r>
              <a:rPr lang="en-US" altLang="ko-KR" b="0" i="0" kern="0" dirty="0"/>
              <a:t>"Start Project” </a:t>
            </a:r>
            <a:r>
              <a:rPr lang="ko-KR" altLang="en-US" b="0" i="0" kern="0" dirty="0"/>
              <a:t>클릭</a:t>
            </a:r>
            <a:endParaRPr lang="en-US" altLang="ko-KR" b="0" i="0" kern="0" dirty="0"/>
          </a:p>
        </p:txBody>
      </p:sp>
      <p:pic>
        <p:nvPicPr>
          <p:cNvPr id="5" name="그림 4" descr="텍스트, 소프트웨어, 웹 페이지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34DC471-EBB0-7B13-CB84-EA944AE4E0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973" y="1844824"/>
            <a:ext cx="8028384" cy="4207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66452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CDCFF4-1FCE-9767-54F6-B4B2759FC8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DFB6238-B047-C9B8-FFF0-928DA0DEA2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Project </a:t>
            </a:r>
            <a:r>
              <a:rPr lang="ko-KR" altLang="en-US" dirty="0"/>
              <a:t>생성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1C4366-9F84-AC61-925C-FCEF5F8FF2A2}"/>
              </a:ext>
            </a:extLst>
          </p:cNvPr>
          <p:cNvSpPr txBox="1">
            <a:spLocks/>
          </p:cNvSpPr>
          <p:nvPr/>
        </p:nvSpPr>
        <p:spPr bwMode="auto">
          <a:xfrm>
            <a:off x="628650" y="692696"/>
            <a:ext cx="7886700" cy="55446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Ø"/>
              <a:defRPr kumimoji="1">
                <a:solidFill>
                  <a:schemeClr val="tx1"/>
                </a:solidFill>
                <a:latin typeface="Verdana" pitchFamily="34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 2" pitchFamily="18" charset="2"/>
              <a:buChar char="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r>
              <a:rPr lang="en-US" altLang="ko-KR" b="0" i="0" kern="0" dirty="0"/>
              <a:t>HSE(25MHz) </a:t>
            </a:r>
            <a:r>
              <a:rPr lang="ko-KR" altLang="en-US" b="0" i="0" kern="0" dirty="0"/>
              <a:t>핀 설정 </a:t>
            </a:r>
            <a:r>
              <a:rPr lang="en-US" altLang="ko-KR" b="0" i="0" kern="0" dirty="0"/>
              <a:t>– </a:t>
            </a:r>
            <a:r>
              <a:rPr lang="ko-KR" altLang="en-US" b="0" i="0" kern="0" dirty="0"/>
              <a:t>회로도 참조</a:t>
            </a:r>
            <a:endParaRPr lang="en-US" altLang="ko-KR" b="0" i="0" kern="0" dirty="0"/>
          </a:p>
          <a:p>
            <a:r>
              <a:rPr lang="en-US" altLang="ko-KR" b="0" i="0" kern="0" dirty="0"/>
              <a:t>HSE : PH0-OSC_IN, PH1-OSC_OUT</a:t>
            </a:r>
          </a:p>
          <a:p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</p:txBody>
      </p:sp>
      <p:pic>
        <p:nvPicPr>
          <p:cNvPr id="17" name="그림 16" descr="텍스트, 스크린샷, 폰트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69E31AD-9D7B-7821-9A1B-2C5047CA64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2040" y="1454996"/>
            <a:ext cx="3157463" cy="4684602"/>
          </a:xfrm>
          <a:prstGeom prst="rect">
            <a:avLst/>
          </a:prstGeom>
        </p:spPr>
      </p:pic>
      <p:pic>
        <p:nvPicPr>
          <p:cNvPr id="19" name="그림 18" descr="텍스트, 스크린샷, 라인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D538979-475A-EFB0-4B70-331B8002A7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808" y="1898528"/>
            <a:ext cx="4892972" cy="1181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27954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84908E-B983-9E5F-8CEE-8D7A0C7DDA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C138FFB-B8DF-0F5B-55F2-4C770A2301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Project </a:t>
            </a:r>
            <a:r>
              <a:rPr lang="ko-KR" altLang="en-US" dirty="0"/>
              <a:t>생성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491E97-5A2F-CFAA-A121-98120DCFE283}"/>
              </a:ext>
            </a:extLst>
          </p:cNvPr>
          <p:cNvSpPr txBox="1">
            <a:spLocks/>
          </p:cNvSpPr>
          <p:nvPr/>
        </p:nvSpPr>
        <p:spPr bwMode="auto">
          <a:xfrm>
            <a:off x="628650" y="692696"/>
            <a:ext cx="7886700" cy="55446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Ø"/>
              <a:defRPr kumimoji="1">
                <a:solidFill>
                  <a:schemeClr val="tx1"/>
                </a:solidFill>
                <a:latin typeface="Verdana" pitchFamily="34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 2" pitchFamily="18" charset="2"/>
              <a:buChar char="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r>
              <a:rPr lang="en-US" altLang="ko-KR" b="0" i="0" kern="0" dirty="0"/>
              <a:t>USART1</a:t>
            </a:r>
            <a:r>
              <a:rPr lang="ko-KR" altLang="en-US" b="0" i="0" kern="0" dirty="0"/>
              <a:t>핀 설정 </a:t>
            </a:r>
            <a:r>
              <a:rPr lang="en-US" altLang="ko-KR" b="0" i="0" kern="0" dirty="0"/>
              <a:t>– </a:t>
            </a:r>
            <a:r>
              <a:rPr lang="ko-KR" altLang="en-US" b="0" i="0" kern="0" dirty="0"/>
              <a:t>회로도 참조</a:t>
            </a:r>
            <a:endParaRPr lang="en-US" altLang="ko-KR" b="0" i="0" kern="0" dirty="0"/>
          </a:p>
          <a:p>
            <a:r>
              <a:rPr lang="en-US" altLang="ko-KR" b="0" i="0" kern="0" dirty="0"/>
              <a:t>UART1 : PA9-USART1_TXD, PA10-USART1_RXD</a:t>
            </a:r>
          </a:p>
          <a:p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4507BCCF-BB54-D1A2-0FC3-1AD9B39A32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544" y="1700808"/>
            <a:ext cx="5438775" cy="466725"/>
          </a:xfrm>
          <a:prstGeom prst="rect">
            <a:avLst/>
          </a:prstGeom>
        </p:spPr>
      </p:pic>
      <p:pic>
        <p:nvPicPr>
          <p:cNvPr id="7" name="그림 6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3C4E2E9-A850-C5D9-6337-039CA1F876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1840" y="2464246"/>
            <a:ext cx="2638425" cy="3676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35846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7F87FC-0925-9D41-D7AB-1B17FFDE8B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633C89D-E188-9B63-4012-FE1D9871A2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Project </a:t>
            </a:r>
            <a:r>
              <a:rPr lang="ko-KR" altLang="en-US" dirty="0"/>
              <a:t>생성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CC3ED2-C8B6-5AA9-5B3B-88EA0B43ABA7}"/>
              </a:ext>
            </a:extLst>
          </p:cNvPr>
          <p:cNvSpPr txBox="1">
            <a:spLocks/>
          </p:cNvSpPr>
          <p:nvPr/>
        </p:nvSpPr>
        <p:spPr bwMode="auto">
          <a:xfrm>
            <a:off x="628650" y="692696"/>
            <a:ext cx="7886700" cy="55446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Ø"/>
              <a:defRPr kumimoji="1">
                <a:solidFill>
                  <a:schemeClr val="tx1"/>
                </a:solidFill>
                <a:latin typeface="Verdana" pitchFamily="34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 2" pitchFamily="18" charset="2"/>
              <a:buChar char="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r>
              <a:rPr lang="en-US" altLang="ko-KR" b="0" i="0" kern="0" dirty="0"/>
              <a:t>I2C </a:t>
            </a:r>
            <a:r>
              <a:rPr lang="ko-KR" altLang="en-US" b="0" i="0" kern="0" dirty="0"/>
              <a:t>핀 설정 </a:t>
            </a:r>
            <a:r>
              <a:rPr lang="en-US" altLang="ko-KR" b="0" i="0" kern="0" dirty="0"/>
              <a:t>– </a:t>
            </a:r>
            <a:r>
              <a:rPr lang="ko-KR" altLang="en-US" b="0" i="0" kern="0" dirty="0"/>
              <a:t>회로도 참조</a:t>
            </a:r>
            <a:endParaRPr lang="en-US" altLang="ko-KR" b="0" i="0" kern="0" dirty="0"/>
          </a:p>
          <a:p>
            <a:r>
              <a:rPr lang="en-US" altLang="ko-KR" b="0" i="0" kern="0" dirty="0"/>
              <a:t>I2C : PB6-I2C1_SCL, PB7-I2C1_SDA</a:t>
            </a:r>
          </a:p>
          <a:p>
            <a:endParaRPr lang="en-US" altLang="ko-KR" b="0" i="0" kern="0" dirty="0"/>
          </a:p>
          <a:p>
            <a:endParaRPr lang="en-US" altLang="ko-KR" b="0" i="0" kern="0" dirty="0"/>
          </a:p>
        </p:txBody>
      </p:sp>
      <p:pic>
        <p:nvPicPr>
          <p:cNvPr id="5" name="그림 4" descr="텍스트, 폰트, 스크린샷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A22C3E8-3F7A-5C8C-211B-F9A726892C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1720" y="1628800"/>
            <a:ext cx="3816424" cy="839750"/>
          </a:xfrm>
          <a:prstGeom prst="rect">
            <a:avLst/>
          </a:prstGeom>
        </p:spPr>
      </p:pic>
      <p:pic>
        <p:nvPicPr>
          <p:cNvPr id="9" name="그림 8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5226E7E-9260-F1C1-B72F-96BAE5F9A7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87824" y="2509916"/>
            <a:ext cx="2206550" cy="34101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39138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92C661-CE60-5080-1B91-2E4067A898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1D095D2-C28A-3E39-3E18-12D8B3AE37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Project </a:t>
            </a:r>
            <a:r>
              <a:rPr lang="ko-KR" altLang="en-US" dirty="0"/>
              <a:t>생성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236276-5DE1-3D41-98AB-64F9D5B3E36F}"/>
              </a:ext>
            </a:extLst>
          </p:cNvPr>
          <p:cNvSpPr txBox="1">
            <a:spLocks/>
          </p:cNvSpPr>
          <p:nvPr/>
        </p:nvSpPr>
        <p:spPr bwMode="auto">
          <a:xfrm>
            <a:off x="628650" y="692696"/>
            <a:ext cx="7886700" cy="55446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Ø"/>
              <a:defRPr kumimoji="1">
                <a:solidFill>
                  <a:schemeClr val="tx1"/>
                </a:solidFill>
                <a:latin typeface="Verdana" pitchFamily="34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 2" pitchFamily="18" charset="2"/>
              <a:buChar char="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r>
              <a:rPr lang="en-US" altLang="ko-KR" b="0" i="0" kern="0" dirty="0"/>
              <a:t>System Core -&gt; RCC</a:t>
            </a:r>
            <a:r>
              <a:rPr lang="ko-KR" altLang="en-US" b="0" i="0" kern="0" dirty="0"/>
              <a:t>에서 </a:t>
            </a:r>
            <a:r>
              <a:rPr lang="en-US" altLang="ko-KR" b="0" i="0" kern="0" dirty="0"/>
              <a:t>HSE </a:t>
            </a:r>
            <a:r>
              <a:rPr lang="ko-KR" altLang="en-US" b="0" i="0" kern="0" dirty="0"/>
              <a:t>활성화 </a:t>
            </a:r>
            <a:r>
              <a:rPr lang="en-US" altLang="ko-KR" b="0" i="0" kern="0" dirty="0"/>
              <a:t>-&gt; Crystal/Ceramic Resonator </a:t>
            </a:r>
            <a:r>
              <a:rPr lang="ko-KR" altLang="en-US" b="0" i="0" kern="0" dirty="0"/>
              <a:t>선택</a:t>
            </a:r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</p:txBody>
      </p:sp>
      <p:pic>
        <p:nvPicPr>
          <p:cNvPr id="5" name="그림 4" descr="텍스트, 소프트웨어, 웹 페이지, 컴퓨터 아이콘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89EDAE2-6230-FAC9-BA67-23E46DAFA3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1646" y="1916832"/>
            <a:ext cx="7282011" cy="3828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57799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892289-75F3-6FA8-A41F-64713E5782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EDC48AA-23D6-8CD1-45C9-21E3CD42B0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Project </a:t>
            </a:r>
            <a:r>
              <a:rPr lang="ko-KR" altLang="en-US" dirty="0"/>
              <a:t>생성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940C3C-E670-01AE-EBB6-F04863B5DC31}"/>
              </a:ext>
            </a:extLst>
          </p:cNvPr>
          <p:cNvSpPr txBox="1">
            <a:spLocks/>
          </p:cNvSpPr>
          <p:nvPr/>
        </p:nvSpPr>
        <p:spPr bwMode="auto">
          <a:xfrm>
            <a:off x="628650" y="692696"/>
            <a:ext cx="7886700" cy="55446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Ø"/>
              <a:defRPr kumimoji="1">
                <a:solidFill>
                  <a:schemeClr val="tx1"/>
                </a:solidFill>
                <a:latin typeface="Verdana" pitchFamily="34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 2" pitchFamily="18" charset="2"/>
              <a:buChar char="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r>
              <a:rPr lang="en-US" altLang="ko-KR" b="0" i="0" kern="0" dirty="0"/>
              <a:t>Connectivity -&gt; USART1 -&gt; Asynchronous </a:t>
            </a:r>
            <a:r>
              <a:rPr lang="ko-KR" altLang="en-US" b="0" i="0" kern="0" dirty="0"/>
              <a:t>선택</a:t>
            </a:r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</p:txBody>
      </p:sp>
      <p:pic>
        <p:nvPicPr>
          <p:cNvPr id="6" name="그림 5" descr="텍스트, 스크린샷, 소프트웨어, 웹 페이지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05F22FC-30F9-B3D8-17B6-B4C967BDDB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8330" y="1194405"/>
            <a:ext cx="6167340" cy="51844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66726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D47888-09F0-9735-0166-610D9CF949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04067E5-F4B3-14A6-E859-D7FE91E894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Project </a:t>
            </a:r>
            <a:r>
              <a:rPr lang="ko-KR" altLang="en-US" dirty="0"/>
              <a:t>생성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759010-2CD0-0383-AD2E-25A9A9A0AE90}"/>
              </a:ext>
            </a:extLst>
          </p:cNvPr>
          <p:cNvSpPr txBox="1">
            <a:spLocks/>
          </p:cNvSpPr>
          <p:nvPr/>
        </p:nvSpPr>
        <p:spPr bwMode="auto">
          <a:xfrm>
            <a:off x="628650" y="692696"/>
            <a:ext cx="7886700" cy="55446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Ø"/>
              <a:defRPr kumimoji="1">
                <a:solidFill>
                  <a:schemeClr val="tx1"/>
                </a:solidFill>
                <a:latin typeface="Verdana" pitchFamily="34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 2" pitchFamily="18" charset="2"/>
              <a:buChar char="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r>
              <a:rPr lang="en-US" altLang="ko-KR" b="0" i="0" kern="0" dirty="0"/>
              <a:t>Connectivity -&gt; I2C1 -&gt; Mode -&gt; I2C</a:t>
            </a:r>
            <a:r>
              <a:rPr lang="ko-KR" altLang="en-US" b="0" i="0" kern="0" dirty="0"/>
              <a:t> 선택</a:t>
            </a:r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</p:txBody>
      </p:sp>
      <p:pic>
        <p:nvPicPr>
          <p:cNvPr id="6" name="그림 5" descr="텍스트, 소프트웨어, 웹 페이지, 컴퓨터 아이콘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C1D9240-C486-2D85-9419-E07EDA1AEE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2466" y="1556791"/>
            <a:ext cx="8059068" cy="4608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74395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D827B0-020C-D166-66A7-3FF68D97F1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24B695D-FC11-903E-11ED-4C2BEB1CFA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Project </a:t>
            </a:r>
            <a:r>
              <a:rPr lang="ko-KR" altLang="en-US" dirty="0"/>
              <a:t>생성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1BC485-8C6C-D240-71B1-9A2A180C284A}"/>
              </a:ext>
            </a:extLst>
          </p:cNvPr>
          <p:cNvSpPr txBox="1">
            <a:spLocks/>
          </p:cNvSpPr>
          <p:nvPr/>
        </p:nvSpPr>
        <p:spPr bwMode="auto">
          <a:xfrm>
            <a:off x="628650" y="692696"/>
            <a:ext cx="7886700" cy="55446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Ø"/>
              <a:defRPr kumimoji="1">
                <a:solidFill>
                  <a:schemeClr val="tx1"/>
                </a:solidFill>
                <a:latin typeface="Verdana" pitchFamily="34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 2" pitchFamily="18" charset="2"/>
              <a:buChar char="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r>
              <a:rPr lang="en-US" altLang="ko-KR" b="0" i="0" kern="0" dirty="0"/>
              <a:t>Clock Configuration </a:t>
            </a:r>
            <a:r>
              <a:rPr lang="ko-KR" altLang="en-US" b="0" i="0" kern="0" dirty="0"/>
              <a:t>클릭 </a:t>
            </a:r>
            <a:r>
              <a:rPr lang="en-US" altLang="ko-KR" b="0" i="0" kern="0" dirty="0"/>
              <a:t>-&gt; Yes </a:t>
            </a:r>
            <a:r>
              <a:rPr lang="ko-KR" altLang="en-US" b="0" i="0" kern="0" dirty="0"/>
              <a:t>클릭</a:t>
            </a:r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</p:txBody>
      </p:sp>
      <p:pic>
        <p:nvPicPr>
          <p:cNvPr id="6" name="그림 5" descr="텍스트, 번호, 도표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F377413-6010-4C89-0117-A390ADA59A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576" y="1913593"/>
            <a:ext cx="7886700" cy="35367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9220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24445E-939B-0152-FDFC-D4B9B8056D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8A14DB7-7A58-4303-9250-8F35BE9293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Project </a:t>
            </a:r>
            <a:r>
              <a:rPr lang="ko-KR" altLang="en-US" dirty="0"/>
              <a:t>생성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B07A81-A129-5B29-DC02-1E054DC2EDF1}"/>
              </a:ext>
            </a:extLst>
          </p:cNvPr>
          <p:cNvSpPr txBox="1">
            <a:spLocks/>
          </p:cNvSpPr>
          <p:nvPr/>
        </p:nvSpPr>
        <p:spPr bwMode="auto">
          <a:xfrm>
            <a:off x="628650" y="692696"/>
            <a:ext cx="7886700" cy="55446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Ø"/>
              <a:defRPr kumimoji="1">
                <a:solidFill>
                  <a:schemeClr val="tx1"/>
                </a:solidFill>
                <a:latin typeface="Verdana" pitchFamily="34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 2" pitchFamily="18" charset="2"/>
              <a:buChar char="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r>
              <a:rPr lang="en-US" altLang="ko-KR" b="0" i="0" kern="0" dirty="0"/>
              <a:t>Project Manager</a:t>
            </a:r>
            <a:r>
              <a:rPr lang="ko-KR" altLang="en-US" b="0" i="0" kern="0" dirty="0"/>
              <a:t>에서 </a:t>
            </a:r>
            <a:r>
              <a:rPr lang="en-US" altLang="ko-KR" b="0" i="0" kern="0" dirty="0"/>
              <a:t>Project Name </a:t>
            </a:r>
            <a:r>
              <a:rPr lang="ko-KR" altLang="en-US" b="0" i="0" kern="0" dirty="0"/>
              <a:t>기입</a:t>
            </a:r>
            <a:r>
              <a:rPr lang="en-US" altLang="ko-KR" b="0" i="0" kern="0" dirty="0"/>
              <a:t>, IDE</a:t>
            </a:r>
            <a:r>
              <a:rPr lang="ko-KR" altLang="en-US" b="0" i="0" kern="0" dirty="0"/>
              <a:t>를 </a:t>
            </a:r>
            <a:r>
              <a:rPr lang="en-US" altLang="ko-KR" b="0" i="0" kern="0" dirty="0"/>
              <a:t>STM32CubeIDE</a:t>
            </a:r>
            <a:r>
              <a:rPr lang="ko-KR" altLang="en-US" b="0" i="0" kern="0" dirty="0"/>
              <a:t>로 선택 후 </a:t>
            </a:r>
            <a:r>
              <a:rPr lang="en-US" altLang="ko-KR" b="0" i="0" kern="0" dirty="0"/>
              <a:t>GENERATE CODE </a:t>
            </a:r>
            <a:r>
              <a:rPr lang="ko-KR" altLang="en-US" b="0" i="0" kern="0" dirty="0"/>
              <a:t>클릭</a:t>
            </a:r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</p:txBody>
      </p:sp>
      <p:pic>
        <p:nvPicPr>
          <p:cNvPr id="5" name="그림 4" descr="텍스트, 스크린샷, 소프트웨어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D54E60D-28FF-8BBF-CD05-26DF2C267C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536" y="2348880"/>
            <a:ext cx="8324123" cy="180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96843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831A51-F930-5937-DE78-DB4F58D22A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12D24C4-5304-7E45-DDD5-333E85347E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Project </a:t>
            </a:r>
            <a:r>
              <a:rPr lang="ko-KR" altLang="en-US" dirty="0"/>
              <a:t>생성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C26DCB-9D3C-A824-25C8-A869C33AAE0C}"/>
              </a:ext>
            </a:extLst>
          </p:cNvPr>
          <p:cNvSpPr txBox="1">
            <a:spLocks/>
          </p:cNvSpPr>
          <p:nvPr/>
        </p:nvSpPr>
        <p:spPr bwMode="auto">
          <a:xfrm>
            <a:off x="628650" y="692696"/>
            <a:ext cx="7886700" cy="55446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Ø"/>
              <a:defRPr kumimoji="1">
                <a:solidFill>
                  <a:schemeClr val="tx1"/>
                </a:solidFill>
                <a:latin typeface="Verdana" pitchFamily="34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 2" pitchFamily="18" charset="2"/>
              <a:buChar char="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r>
              <a:rPr lang="en-US" altLang="ko-KR" b="0" i="0" kern="0" dirty="0"/>
              <a:t>Open Project </a:t>
            </a:r>
            <a:r>
              <a:rPr lang="ko-KR" altLang="en-US" b="0" i="0" kern="0" dirty="0"/>
              <a:t>클릭하여 </a:t>
            </a:r>
            <a:r>
              <a:rPr lang="en-US" altLang="ko-KR" b="0" i="0" kern="0" dirty="0"/>
              <a:t>STM32CubeIDE </a:t>
            </a:r>
            <a:r>
              <a:rPr lang="ko-KR" altLang="en-US" b="0" i="0" kern="0" dirty="0"/>
              <a:t>실행</a:t>
            </a:r>
            <a:r>
              <a:rPr lang="en-US" altLang="ko-KR" b="0" i="0" kern="0" dirty="0"/>
              <a:t>, workspace</a:t>
            </a:r>
            <a:r>
              <a:rPr lang="ko-KR" altLang="en-US" b="0" i="0" kern="0" dirty="0"/>
              <a:t>는 </a:t>
            </a:r>
            <a:r>
              <a:rPr lang="en-US" altLang="ko-KR" b="0" i="0" kern="0" dirty="0" err="1"/>
              <a:t>CubeMX</a:t>
            </a:r>
            <a:r>
              <a:rPr lang="ko-KR" altLang="en-US" b="0" i="0" kern="0" dirty="0"/>
              <a:t>와 다른 폴더로 지정</a:t>
            </a:r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</p:txBody>
      </p:sp>
      <p:pic>
        <p:nvPicPr>
          <p:cNvPr id="6" name="그림 5" descr="텍스트, 폰트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D5E1090-7FA7-61B4-9111-3049CBCCB9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5696" y="1482424"/>
            <a:ext cx="5161534" cy="2120561"/>
          </a:xfrm>
          <a:prstGeom prst="rect">
            <a:avLst/>
          </a:prstGeom>
        </p:spPr>
      </p:pic>
      <p:pic>
        <p:nvPicPr>
          <p:cNvPr id="9" name="그림 8" descr="텍스트, 스크린샷, 소프트웨어, 웹 페이지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5E5A5C4-8FFD-15ED-CC64-44BDB3EBE9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0455" y="3818912"/>
            <a:ext cx="5191824" cy="2527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43511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A1B3EA-4B49-A517-8F82-7DEAE95F9A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FB9DCE1-3677-AF2C-9BB4-5C95B3E032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BIN </a:t>
            </a:r>
            <a:r>
              <a:rPr lang="ko-KR" altLang="en-US" dirty="0"/>
              <a:t>파일 생성 설정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484B20-C09D-0E15-58E5-26283B50F565}"/>
              </a:ext>
            </a:extLst>
          </p:cNvPr>
          <p:cNvSpPr txBox="1">
            <a:spLocks/>
          </p:cNvSpPr>
          <p:nvPr/>
        </p:nvSpPr>
        <p:spPr bwMode="auto">
          <a:xfrm>
            <a:off x="628650" y="692696"/>
            <a:ext cx="7886700" cy="55446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Ø"/>
              <a:defRPr kumimoji="1">
                <a:solidFill>
                  <a:schemeClr val="tx1"/>
                </a:solidFill>
                <a:latin typeface="Verdana" pitchFamily="34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 2" pitchFamily="18" charset="2"/>
              <a:buChar char="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r>
              <a:rPr lang="en-US" altLang="ko-KR" b="0" i="0" kern="0" dirty="0"/>
              <a:t>STM32CubeProgrammer</a:t>
            </a:r>
            <a:r>
              <a:rPr lang="ko-KR" altLang="en-US" b="0" i="0" kern="0" dirty="0"/>
              <a:t>로 시리얼 다운로드하기 위해서는 </a:t>
            </a:r>
            <a:r>
              <a:rPr lang="en-US" altLang="ko-KR" b="0" i="0" kern="0" dirty="0"/>
              <a:t>BIN</a:t>
            </a:r>
            <a:r>
              <a:rPr lang="ko-KR" altLang="en-US" b="0" i="0" kern="0" dirty="0"/>
              <a:t>파일이 필요</a:t>
            </a:r>
            <a:r>
              <a:rPr lang="en-US" altLang="ko-KR" b="0" i="0" kern="0" dirty="0"/>
              <a:t>. </a:t>
            </a:r>
          </a:p>
          <a:p>
            <a:r>
              <a:rPr lang="en-US" altLang="ko-KR" b="0" i="0" kern="0" dirty="0"/>
              <a:t>Project -&gt; Properties </a:t>
            </a:r>
            <a:r>
              <a:rPr lang="ko-KR" altLang="en-US" b="0" i="0" kern="0" dirty="0"/>
              <a:t>클릭</a:t>
            </a:r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</p:txBody>
      </p:sp>
      <p:pic>
        <p:nvPicPr>
          <p:cNvPr id="5" name="그림 4" descr="텍스트, 스크린샷, 소프트웨어, 컴퓨터 아이콘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C09BEC0-504B-70B6-2BD1-A446E87396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9632" y="2002879"/>
            <a:ext cx="6543675" cy="4162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579522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D61F8B-4273-774E-7581-4C710E63FF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FA4BB0D-2C3A-F494-9276-5A1B438CCB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BIN </a:t>
            </a:r>
            <a:r>
              <a:rPr lang="ko-KR" altLang="en-US" dirty="0"/>
              <a:t>파일 생성 설정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D5756C-2415-65C0-7190-FA64B75F39C2}"/>
              </a:ext>
            </a:extLst>
          </p:cNvPr>
          <p:cNvSpPr txBox="1">
            <a:spLocks/>
          </p:cNvSpPr>
          <p:nvPr/>
        </p:nvSpPr>
        <p:spPr bwMode="auto">
          <a:xfrm>
            <a:off x="628650" y="692696"/>
            <a:ext cx="7886700" cy="55446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Ø"/>
              <a:defRPr kumimoji="1">
                <a:solidFill>
                  <a:schemeClr val="tx1"/>
                </a:solidFill>
                <a:latin typeface="Verdana" pitchFamily="34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 2" pitchFamily="18" charset="2"/>
              <a:buChar char="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r>
              <a:rPr lang="en-US" altLang="ko-KR" b="0" i="0" kern="0" dirty="0"/>
              <a:t>C/C++ Build -&gt; Settings -&gt; Tool Settings -&gt; MCU/MPU Post build outputs =&gt; Convert to binary file(-O binary) </a:t>
            </a:r>
            <a:r>
              <a:rPr lang="ko-KR" altLang="en-US" b="0" i="0" kern="0" dirty="0"/>
              <a:t>클릭</a:t>
            </a:r>
            <a:r>
              <a:rPr lang="en-US" altLang="ko-KR" b="0" i="0" kern="0" dirty="0"/>
              <a:t>.</a:t>
            </a:r>
          </a:p>
          <a:p>
            <a:endParaRPr lang="en-US" altLang="ko-KR" b="0" i="0" kern="0" dirty="0"/>
          </a:p>
          <a:p>
            <a:endParaRPr lang="en-US" altLang="ko-KR" b="0" i="0" kern="0" dirty="0"/>
          </a:p>
        </p:txBody>
      </p:sp>
      <p:pic>
        <p:nvPicPr>
          <p:cNvPr id="6" name="그림 5" descr="텍스트, 소프트웨어, 번호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97D4D96-8F4D-A979-4A1D-D3FC9C06B1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057" y="2204864"/>
            <a:ext cx="7965886" cy="2880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62381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88A252-6C61-A018-0BE8-16B749D83D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256B542-FAB2-273A-33EC-3720BD102A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빌드 설정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4B6D05-D914-0D60-626D-83C219470904}"/>
              </a:ext>
            </a:extLst>
          </p:cNvPr>
          <p:cNvSpPr txBox="1">
            <a:spLocks/>
          </p:cNvSpPr>
          <p:nvPr/>
        </p:nvSpPr>
        <p:spPr bwMode="auto">
          <a:xfrm>
            <a:off x="628650" y="692696"/>
            <a:ext cx="7886700" cy="55446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Ø"/>
              <a:defRPr kumimoji="1">
                <a:solidFill>
                  <a:schemeClr val="tx1"/>
                </a:solidFill>
                <a:latin typeface="Verdana" pitchFamily="34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 2" pitchFamily="18" charset="2"/>
              <a:buChar char="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r>
              <a:rPr lang="en-US" altLang="ko-KR" b="0" i="0" kern="0" dirty="0"/>
              <a:t>C/C++ Build -&gt; Settings -&gt; Tool Settings -&gt; MCU/MPU Settings =&gt; Use float with </a:t>
            </a:r>
            <a:r>
              <a:rPr lang="en-US" altLang="ko-KR" b="0" i="0" kern="0" dirty="0" err="1"/>
              <a:t>printf</a:t>
            </a:r>
            <a:r>
              <a:rPr lang="en-US" altLang="ko-KR" b="0" i="0" kern="0" dirty="0"/>
              <a:t> from </a:t>
            </a:r>
            <a:r>
              <a:rPr lang="en-US" altLang="ko-KR" b="0" i="0" kern="0" dirty="0" err="1"/>
              <a:t>newlib</a:t>
            </a:r>
            <a:r>
              <a:rPr lang="en-US" altLang="ko-KR" b="0" i="0" kern="0" dirty="0"/>
              <a:t>-nano(-u _</a:t>
            </a:r>
            <a:r>
              <a:rPr lang="en-US" altLang="ko-KR" b="0" i="0" kern="0" dirty="0" err="1"/>
              <a:t>printf_float</a:t>
            </a:r>
            <a:r>
              <a:rPr lang="en-US" altLang="ko-KR" b="0" i="0" kern="0" dirty="0"/>
              <a:t>) </a:t>
            </a:r>
            <a:r>
              <a:rPr lang="ko-KR" altLang="en-US" b="0" i="0" kern="0" dirty="0"/>
              <a:t>클릭</a:t>
            </a:r>
            <a:r>
              <a:rPr lang="en-US" altLang="ko-KR" b="0" i="0" kern="0" dirty="0"/>
              <a:t>.</a:t>
            </a:r>
          </a:p>
          <a:p>
            <a:endParaRPr lang="en-US" altLang="ko-KR" b="0" i="0" kern="0" dirty="0"/>
          </a:p>
          <a:p>
            <a:endParaRPr lang="en-US" altLang="ko-KR" b="0" i="0" kern="0" dirty="0"/>
          </a:p>
        </p:txBody>
      </p:sp>
      <p:pic>
        <p:nvPicPr>
          <p:cNvPr id="5" name="그림 4" descr="텍스트, 스크린샷, 소프트웨어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4499227-A16B-8566-9228-1A6AE1E49D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591" y="1772816"/>
            <a:ext cx="7468569" cy="45714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784651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68F44E-8CAD-8AF2-1B3C-5943F8D79A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A0C1949-DA15-9908-F1DA-8C470DD15D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LPS25 </a:t>
            </a:r>
            <a:r>
              <a:rPr lang="ko-KR" altLang="en-US" dirty="0"/>
              <a:t>데이터시트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0F9B54-51DF-C400-2399-FFC26B1F029A}"/>
              </a:ext>
            </a:extLst>
          </p:cNvPr>
          <p:cNvSpPr txBox="1">
            <a:spLocks/>
          </p:cNvSpPr>
          <p:nvPr/>
        </p:nvSpPr>
        <p:spPr bwMode="auto">
          <a:xfrm>
            <a:off x="628650" y="692696"/>
            <a:ext cx="7886700" cy="55446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Ø"/>
              <a:defRPr kumimoji="1">
                <a:solidFill>
                  <a:schemeClr val="tx1"/>
                </a:solidFill>
                <a:latin typeface="Verdana" pitchFamily="34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 2" pitchFamily="18" charset="2"/>
              <a:buChar char="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r>
              <a:rPr lang="en-US" altLang="ko-KR" b="0" i="0" kern="0" dirty="0"/>
              <a:t>Slave Address : 0x5D</a:t>
            </a:r>
          </a:p>
          <a:p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  <a:p>
            <a:r>
              <a:rPr lang="en-US" altLang="ko-KR" b="0" i="0" kern="0" dirty="0"/>
              <a:t>Chip ID -&gt; Reg 0x0F : 0xBD</a:t>
            </a:r>
          </a:p>
          <a:p>
            <a:endParaRPr lang="en-US" altLang="ko-KR" b="0" i="0" kern="0" dirty="0"/>
          </a:p>
          <a:p>
            <a:endParaRPr lang="en-US" altLang="ko-KR" b="0" i="0" kern="0" dirty="0"/>
          </a:p>
        </p:txBody>
      </p:sp>
      <p:pic>
        <p:nvPicPr>
          <p:cNvPr id="6" name="그림 5" descr="텍스트, 폰트, 스크린샷, 정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1E2719D-9F59-9271-82A9-9AB11241D9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298" y="1145687"/>
            <a:ext cx="8481104" cy="1419217"/>
          </a:xfrm>
          <a:prstGeom prst="rect">
            <a:avLst/>
          </a:prstGeom>
        </p:spPr>
      </p:pic>
      <p:pic>
        <p:nvPicPr>
          <p:cNvPr id="9" name="그림 8" descr="텍스트, 라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F7C78E1-69E2-D211-78BC-5114B51099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733" y="3356992"/>
            <a:ext cx="8028384" cy="21857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367763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663AE0-B1DB-59CD-C1E7-16C5ACE289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6F75611-62D5-97B3-8C29-1BA6ED9969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LPS25 </a:t>
            </a:r>
            <a:r>
              <a:rPr lang="ko-KR" altLang="en-US" dirty="0"/>
              <a:t>데이터시트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E429CA-435A-D30E-A68A-A750A80C7BF7}"/>
              </a:ext>
            </a:extLst>
          </p:cNvPr>
          <p:cNvSpPr txBox="1">
            <a:spLocks/>
          </p:cNvSpPr>
          <p:nvPr/>
        </p:nvSpPr>
        <p:spPr bwMode="auto">
          <a:xfrm>
            <a:off x="628650" y="692696"/>
            <a:ext cx="7886700" cy="55446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Ø"/>
              <a:defRPr kumimoji="1">
                <a:solidFill>
                  <a:schemeClr val="tx1"/>
                </a:solidFill>
                <a:latin typeface="Verdana" pitchFamily="34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 2" pitchFamily="18" charset="2"/>
              <a:buChar char="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r>
              <a:rPr lang="en-US" altLang="ko-KR" b="0" i="0" kern="0" dirty="0"/>
              <a:t>CTRL_REG1 </a:t>
            </a:r>
            <a:r>
              <a:rPr lang="ko-KR" altLang="en-US" b="0" i="0" kern="0" dirty="0"/>
              <a:t>설정</a:t>
            </a:r>
            <a:r>
              <a:rPr lang="en-US" altLang="ko-KR" b="0" i="0" kern="0" dirty="0"/>
              <a:t> : Reg 0x20</a:t>
            </a:r>
          </a:p>
          <a:p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</p:txBody>
      </p:sp>
      <p:pic>
        <p:nvPicPr>
          <p:cNvPr id="6" name="그림 5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1D6C123-2AA4-6C4D-B207-05BB8E82DC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575" y="2017270"/>
            <a:ext cx="7601855" cy="29959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546139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3C5FBC-A122-6CC6-9893-9B23EB31BA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5E479F6-094B-7986-00D2-C451C7351B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LPS25 </a:t>
            </a:r>
            <a:r>
              <a:rPr lang="ko-KR" altLang="en-US" dirty="0"/>
              <a:t>데이터시트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AC5F99-263D-A371-D502-F06529F45165}"/>
              </a:ext>
            </a:extLst>
          </p:cNvPr>
          <p:cNvSpPr txBox="1">
            <a:spLocks/>
          </p:cNvSpPr>
          <p:nvPr/>
        </p:nvSpPr>
        <p:spPr bwMode="auto">
          <a:xfrm>
            <a:off x="628650" y="692696"/>
            <a:ext cx="7886700" cy="55446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Ø"/>
              <a:defRPr kumimoji="1">
                <a:solidFill>
                  <a:schemeClr val="tx1"/>
                </a:solidFill>
                <a:latin typeface="Verdana" pitchFamily="34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 2" pitchFamily="18" charset="2"/>
              <a:buChar char="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r>
              <a:rPr lang="en-US" altLang="ko-KR" b="0" i="0" kern="0" dirty="0"/>
              <a:t>CTRL_REG1 </a:t>
            </a:r>
            <a:r>
              <a:rPr lang="ko-KR" altLang="en-US" b="0" i="0" kern="0" dirty="0"/>
              <a:t>설정</a:t>
            </a:r>
            <a:r>
              <a:rPr lang="en-US" altLang="ko-KR" b="0" i="0" kern="0" dirty="0"/>
              <a:t> : Reg 0x20</a:t>
            </a:r>
          </a:p>
          <a:p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</p:txBody>
      </p:sp>
      <p:pic>
        <p:nvPicPr>
          <p:cNvPr id="8" name="그림 7" descr="텍스트, 스크린샷, 번호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325EC4A-21D6-9BBE-0F86-999B0214C9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850" y="1504950"/>
            <a:ext cx="7734300" cy="3848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86718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AC0F42-E741-F3B6-0D22-A350ADCF69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E3655C2-9A17-8962-1751-B920AEF276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LPS25 </a:t>
            </a:r>
            <a:r>
              <a:rPr lang="ko-KR" altLang="en-US" dirty="0"/>
              <a:t>데이터시트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AECC0A-BAE1-790F-63B7-7B716C7FAA42}"/>
              </a:ext>
            </a:extLst>
          </p:cNvPr>
          <p:cNvSpPr txBox="1">
            <a:spLocks/>
          </p:cNvSpPr>
          <p:nvPr/>
        </p:nvSpPr>
        <p:spPr bwMode="auto">
          <a:xfrm>
            <a:off x="628650" y="692696"/>
            <a:ext cx="7886700" cy="55446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Ø"/>
              <a:defRPr kumimoji="1">
                <a:solidFill>
                  <a:schemeClr val="tx1"/>
                </a:solidFill>
                <a:latin typeface="Verdana" pitchFamily="34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 2" pitchFamily="18" charset="2"/>
              <a:buChar char="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r>
              <a:rPr lang="en-US" altLang="ko-KR" b="0" i="0" kern="0" dirty="0"/>
              <a:t>RES_CONF </a:t>
            </a:r>
            <a:r>
              <a:rPr lang="ko-KR" altLang="en-US" b="0" i="0" kern="0" dirty="0"/>
              <a:t>설정 </a:t>
            </a:r>
            <a:r>
              <a:rPr lang="en-US" altLang="ko-KR" b="0" i="0" kern="0" dirty="0"/>
              <a:t>: Reg 0x10</a:t>
            </a:r>
          </a:p>
          <a:p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</p:txBody>
      </p:sp>
      <p:pic>
        <p:nvPicPr>
          <p:cNvPr id="6" name="그림 5" descr="텍스트, 영수증, 번호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7DF6421-4963-90D9-A522-4053516924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5696" y="1223129"/>
            <a:ext cx="5013176" cy="50131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314555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ACCFB1-CBC7-0611-4B96-4803E9C85A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FCEB0D4-2E86-7345-67BF-0BBD15EA5F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LPS25 </a:t>
            </a:r>
            <a:r>
              <a:rPr lang="ko-KR" altLang="en-US" dirty="0"/>
              <a:t>데이터시트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1BB47F-9335-B3AA-C433-25F4CFDC2E6E}"/>
              </a:ext>
            </a:extLst>
          </p:cNvPr>
          <p:cNvSpPr txBox="1">
            <a:spLocks/>
          </p:cNvSpPr>
          <p:nvPr/>
        </p:nvSpPr>
        <p:spPr bwMode="auto">
          <a:xfrm>
            <a:off x="628650" y="692696"/>
            <a:ext cx="7886700" cy="55446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Ø"/>
              <a:defRPr kumimoji="1">
                <a:solidFill>
                  <a:schemeClr val="tx1"/>
                </a:solidFill>
                <a:latin typeface="Verdana" pitchFamily="34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 2" pitchFamily="18" charset="2"/>
              <a:buChar char="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r>
              <a:rPr lang="en-US" altLang="ko-KR" b="0" i="0" kern="0" dirty="0"/>
              <a:t>Pressure data LSB : Reg 0x28</a:t>
            </a:r>
          </a:p>
          <a:p>
            <a:r>
              <a:rPr lang="en-US" altLang="ko-KR" b="0" i="0" kern="0" dirty="0"/>
              <a:t>Register address is automatically increased</a:t>
            </a:r>
          </a:p>
          <a:p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</p:txBody>
      </p:sp>
      <p:pic>
        <p:nvPicPr>
          <p:cNvPr id="5" name="그림 4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4666FEB-8BC8-9F68-3FD7-E3252AF5CA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552" y="1916832"/>
            <a:ext cx="7886701" cy="4094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34860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C78A91-8BD0-4F75-0837-7AA2E6E9E4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6CB9FEF-73F1-CE4F-8549-08E2009AA5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LPS25 </a:t>
            </a:r>
            <a:r>
              <a:rPr lang="ko-KR" altLang="en-US" dirty="0"/>
              <a:t>데이터시트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89260D-E219-C1B3-305F-D8E0A451107E}"/>
              </a:ext>
            </a:extLst>
          </p:cNvPr>
          <p:cNvSpPr txBox="1">
            <a:spLocks/>
          </p:cNvSpPr>
          <p:nvPr/>
        </p:nvSpPr>
        <p:spPr bwMode="auto">
          <a:xfrm>
            <a:off x="628650" y="692696"/>
            <a:ext cx="7886700" cy="55446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Ø"/>
              <a:defRPr kumimoji="1">
                <a:solidFill>
                  <a:schemeClr val="tx1"/>
                </a:solidFill>
                <a:latin typeface="Verdana" pitchFamily="34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 2" pitchFamily="18" charset="2"/>
              <a:buChar char="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r>
              <a:rPr lang="en-US" altLang="ko-KR" b="0" i="0" kern="0" dirty="0"/>
              <a:t>Pressure data MSB : Reg 0x29, Reg 0x2A</a:t>
            </a:r>
          </a:p>
          <a:p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</p:txBody>
      </p:sp>
      <p:pic>
        <p:nvPicPr>
          <p:cNvPr id="6" name="그림 5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49F128D-A4B5-B497-C2D6-A80681EC1F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1336" y="1478032"/>
            <a:ext cx="6479257" cy="4687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047906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4BC337-9B40-1021-B535-1D991D5C11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31D6303-0AAA-9572-194C-C1DE4948ED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LPS25 </a:t>
            </a:r>
            <a:r>
              <a:rPr lang="ko-KR" altLang="en-US" dirty="0"/>
              <a:t>데이터시트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C3EBD0-85F7-12FF-2C06-8A5EC2B923DB}"/>
              </a:ext>
            </a:extLst>
          </p:cNvPr>
          <p:cNvSpPr txBox="1">
            <a:spLocks/>
          </p:cNvSpPr>
          <p:nvPr/>
        </p:nvSpPr>
        <p:spPr bwMode="auto">
          <a:xfrm>
            <a:off x="628650" y="692696"/>
            <a:ext cx="7886700" cy="55446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Ø"/>
              <a:defRPr kumimoji="1">
                <a:solidFill>
                  <a:schemeClr val="tx1"/>
                </a:solidFill>
                <a:latin typeface="Verdana" pitchFamily="34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 2" pitchFamily="18" charset="2"/>
              <a:buChar char="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r>
              <a:rPr lang="en-US" altLang="ko-KR" b="0" i="0" kern="0" dirty="0"/>
              <a:t>Temperature data LSB : Reg 0x2B</a:t>
            </a:r>
          </a:p>
          <a:p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</p:txBody>
      </p:sp>
      <p:pic>
        <p:nvPicPr>
          <p:cNvPr id="5" name="그림 4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6AD5A7B-6BCC-3C5A-046F-EA6E8C5BE5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639" y="1700808"/>
            <a:ext cx="7664722" cy="3720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166294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4AF8FB-86C7-2215-5B09-201A4183F9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D285EB6-40C2-2F94-34D5-DCD48CB18B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LPS25 </a:t>
            </a:r>
            <a:r>
              <a:rPr lang="ko-KR" altLang="en-US" dirty="0"/>
              <a:t>데이터시트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A8EE0E-A15B-160C-E101-5ED5D793B090}"/>
              </a:ext>
            </a:extLst>
          </p:cNvPr>
          <p:cNvSpPr txBox="1">
            <a:spLocks/>
          </p:cNvSpPr>
          <p:nvPr/>
        </p:nvSpPr>
        <p:spPr bwMode="auto">
          <a:xfrm>
            <a:off x="628650" y="692696"/>
            <a:ext cx="7886700" cy="55446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Ø"/>
              <a:defRPr kumimoji="1">
                <a:solidFill>
                  <a:schemeClr val="tx1"/>
                </a:solidFill>
                <a:latin typeface="Verdana" pitchFamily="34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 2" pitchFamily="18" charset="2"/>
              <a:buChar char="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r>
              <a:rPr lang="en-US" altLang="ko-KR" b="0" i="0" kern="0" dirty="0"/>
              <a:t>Temperature data MSB : Reg 0x2C</a:t>
            </a:r>
          </a:p>
          <a:p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</p:txBody>
      </p:sp>
      <p:pic>
        <p:nvPicPr>
          <p:cNvPr id="6" name="그림 5" descr="텍스트, 스크린샷, 폰트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AB58915-D4FA-26B7-B449-147B7D2B23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576" y="2148845"/>
            <a:ext cx="7482606" cy="2632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974989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9F5102-5FCD-CBCB-6D82-9884719846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952508E-62AD-FEBE-7A53-2E952A7595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Code </a:t>
            </a:r>
            <a:r>
              <a:rPr lang="ko-KR" altLang="en-US" dirty="0"/>
              <a:t>수정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53C459-9058-A3BF-01D8-DF785D0D3A90}"/>
              </a:ext>
            </a:extLst>
          </p:cNvPr>
          <p:cNvSpPr txBox="1">
            <a:spLocks/>
          </p:cNvSpPr>
          <p:nvPr/>
        </p:nvSpPr>
        <p:spPr bwMode="auto">
          <a:xfrm>
            <a:off x="628650" y="692696"/>
            <a:ext cx="7886700" cy="55446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 fontScale="92500" lnSpcReduction="20000"/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Ø"/>
              <a:defRPr kumimoji="1">
                <a:solidFill>
                  <a:schemeClr val="tx1"/>
                </a:solidFill>
                <a:latin typeface="Verdana" pitchFamily="34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 2" pitchFamily="18" charset="2"/>
              <a:buChar char="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r>
              <a:rPr lang="en-US" altLang="ko-KR" b="0" i="0" kern="0" dirty="0"/>
              <a:t>UART1</a:t>
            </a:r>
            <a:r>
              <a:rPr lang="ko-KR" altLang="en-US" b="0" i="0" kern="0" dirty="0"/>
              <a:t>으로 로그를 내 보내기 위해 아래 코드 추가 </a:t>
            </a:r>
            <a:r>
              <a:rPr lang="en-US" altLang="ko-KR" b="0" i="0" kern="0" dirty="0"/>
              <a:t>: core/</a:t>
            </a:r>
            <a:r>
              <a:rPr lang="en-US" altLang="ko-KR" b="0" i="0" kern="0" dirty="0" err="1"/>
              <a:t>src</a:t>
            </a:r>
            <a:r>
              <a:rPr lang="en-US" altLang="ko-KR" b="0" i="0" kern="0" dirty="0"/>
              <a:t>/</a:t>
            </a:r>
            <a:r>
              <a:rPr lang="en-US" altLang="ko-KR" b="0" i="0" kern="0" dirty="0" err="1"/>
              <a:t>main.c</a:t>
            </a:r>
            <a:endParaRPr lang="en-US" altLang="ko-KR" b="0" i="0" kern="0" dirty="0"/>
          </a:p>
          <a:p>
            <a:endParaRPr lang="en-US" altLang="ko-KR" b="0" i="0" kern="0" dirty="0"/>
          </a:p>
          <a:p>
            <a:pPr marL="0" indent="0">
              <a:buNone/>
            </a:pPr>
            <a:r>
              <a:rPr lang="en-US" altLang="ko-KR" sz="1400" b="0" i="0" dirty="0"/>
              <a:t>/* Private user code ---------------------------------------------------------*/</a:t>
            </a:r>
          </a:p>
          <a:p>
            <a:pPr marL="0" indent="0">
              <a:buNone/>
            </a:pPr>
            <a:r>
              <a:rPr lang="en-US" altLang="ko-KR" sz="1400" b="0" i="0" dirty="0"/>
              <a:t>/* USER CODE BEGIN 0 */</a:t>
            </a:r>
          </a:p>
          <a:p>
            <a:pPr marL="0" indent="0">
              <a:buNone/>
            </a:pPr>
            <a:r>
              <a:rPr lang="en-US" altLang="ko-KR" sz="1400" i="0" dirty="0"/>
              <a:t>#define </a:t>
            </a:r>
            <a:r>
              <a:rPr lang="en-US" altLang="ko-KR" sz="1400" i="0" dirty="0" err="1"/>
              <a:t>hUART</a:t>
            </a:r>
            <a:r>
              <a:rPr lang="en-US" altLang="ko-KR" sz="1400" i="0" dirty="0"/>
              <a:t> huart1</a:t>
            </a:r>
          </a:p>
          <a:p>
            <a:pPr marL="0" indent="0">
              <a:buNone/>
            </a:pPr>
            <a:r>
              <a:rPr lang="en-US" altLang="ko-KR" sz="1400" i="0" dirty="0"/>
              <a:t>int _write( int32_t file , uint8_t *</a:t>
            </a:r>
            <a:r>
              <a:rPr lang="en-US" altLang="ko-KR" sz="1400" i="0" dirty="0" err="1"/>
              <a:t>ptr</a:t>
            </a:r>
            <a:r>
              <a:rPr lang="en-US" altLang="ko-KR" sz="1400" i="0" dirty="0"/>
              <a:t> , int32_t </a:t>
            </a:r>
            <a:r>
              <a:rPr lang="en-US" altLang="ko-KR" sz="1400" i="0" dirty="0" err="1"/>
              <a:t>len</a:t>
            </a:r>
            <a:r>
              <a:rPr lang="en-US" altLang="ko-KR" sz="1400" i="0" dirty="0"/>
              <a:t> )</a:t>
            </a:r>
          </a:p>
          <a:p>
            <a:pPr marL="0" indent="0">
              <a:buNone/>
            </a:pPr>
            <a:r>
              <a:rPr lang="en-US" altLang="ko-KR" sz="1400" i="0" dirty="0"/>
              <a:t>{</a:t>
            </a:r>
          </a:p>
          <a:p>
            <a:pPr marL="0" indent="0">
              <a:buNone/>
            </a:pPr>
            <a:r>
              <a:rPr lang="en-US" altLang="ko-KR" sz="1400" i="0" dirty="0"/>
              <a:t>    /* Implement your write code here, this is used by puts and </a:t>
            </a:r>
            <a:r>
              <a:rPr lang="en-US" altLang="ko-KR" sz="1400" i="0" u="sng" dirty="0" err="1"/>
              <a:t>printf</a:t>
            </a:r>
            <a:r>
              <a:rPr lang="en-US" altLang="ko-KR" sz="1400" i="0" dirty="0"/>
              <a:t> for example */</a:t>
            </a:r>
          </a:p>
          <a:p>
            <a:pPr marL="0" indent="0">
              <a:buNone/>
            </a:pPr>
            <a:r>
              <a:rPr lang="en-US" altLang="ko-KR" sz="1400" i="0" dirty="0"/>
              <a:t>    for ( int16_t </a:t>
            </a:r>
            <a:r>
              <a:rPr lang="en-US" altLang="ko-KR" sz="1400" i="0" dirty="0" err="1"/>
              <a:t>i</a:t>
            </a:r>
            <a:r>
              <a:rPr lang="en-US" altLang="ko-KR" sz="1400" i="0" dirty="0"/>
              <a:t> = 0 ; </a:t>
            </a:r>
            <a:r>
              <a:rPr lang="en-US" altLang="ko-KR" sz="1400" i="0" dirty="0" err="1"/>
              <a:t>i</a:t>
            </a:r>
            <a:r>
              <a:rPr lang="en-US" altLang="ko-KR" sz="1400" i="0" dirty="0"/>
              <a:t> &lt; </a:t>
            </a:r>
            <a:r>
              <a:rPr lang="en-US" altLang="ko-KR" sz="1400" i="0" dirty="0" err="1"/>
              <a:t>len</a:t>
            </a:r>
            <a:r>
              <a:rPr lang="en-US" altLang="ko-KR" sz="1400" i="0" dirty="0"/>
              <a:t> ; ++</a:t>
            </a:r>
            <a:r>
              <a:rPr lang="en-US" altLang="ko-KR" sz="1400" i="0" dirty="0" err="1"/>
              <a:t>i</a:t>
            </a:r>
            <a:r>
              <a:rPr lang="en-US" altLang="ko-KR" sz="1400" i="0" dirty="0"/>
              <a:t> )</a:t>
            </a:r>
          </a:p>
          <a:p>
            <a:pPr marL="0" indent="0">
              <a:buNone/>
            </a:pPr>
            <a:r>
              <a:rPr lang="en-US" altLang="ko-KR" sz="1400" i="0" dirty="0"/>
              <a:t>    {</a:t>
            </a:r>
          </a:p>
          <a:p>
            <a:pPr marL="0" indent="0">
              <a:buNone/>
            </a:pPr>
            <a:r>
              <a:rPr lang="en-US" altLang="ko-KR" sz="1400" i="0" dirty="0"/>
              <a:t>         </a:t>
            </a:r>
            <a:r>
              <a:rPr lang="en-US" altLang="ko-KR" sz="1400" i="0" dirty="0" err="1"/>
              <a:t>HAL_UART_Transmit</a:t>
            </a:r>
            <a:r>
              <a:rPr lang="en-US" altLang="ko-KR" sz="1400" i="0" dirty="0"/>
              <a:t>( &amp;</a:t>
            </a:r>
            <a:r>
              <a:rPr lang="en-US" altLang="ko-KR" sz="1400" i="0" dirty="0" err="1"/>
              <a:t>hUART</a:t>
            </a:r>
            <a:r>
              <a:rPr lang="en-US" altLang="ko-KR" sz="1400" i="0" dirty="0"/>
              <a:t>, </a:t>
            </a:r>
            <a:r>
              <a:rPr lang="en-US" altLang="ko-KR" sz="1400" i="0" dirty="0" err="1"/>
              <a:t>ptr</a:t>
            </a:r>
            <a:r>
              <a:rPr lang="en-US" altLang="ko-KR" sz="1400" i="0" dirty="0"/>
              <a:t>++, 1, 100);</a:t>
            </a:r>
          </a:p>
          <a:p>
            <a:pPr marL="0" indent="0">
              <a:buNone/>
            </a:pPr>
            <a:r>
              <a:rPr lang="en-US" altLang="ko-KR" sz="1400" i="0" dirty="0"/>
              <a:t>    }</a:t>
            </a:r>
          </a:p>
          <a:p>
            <a:pPr marL="0" indent="0">
              <a:buNone/>
            </a:pPr>
            <a:r>
              <a:rPr lang="en-US" altLang="ko-KR" sz="1400" i="0" dirty="0"/>
              <a:t>    return </a:t>
            </a:r>
            <a:r>
              <a:rPr lang="en-US" altLang="ko-KR" sz="1400" i="0" dirty="0" err="1"/>
              <a:t>len</a:t>
            </a:r>
            <a:r>
              <a:rPr lang="en-US" altLang="ko-KR" sz="1400" i="0" dirty="0"/>
              <a:t>;</a:t>
            </a:r>
          </a:p>
          <a:p>
            <a:pPr marL="0" indent="0">
              <a:buNone/>
            </a:pPr>
            <a:r>
              <a:rPr lang="en-US" altLang="ko-KR" sz="1400" i="0" dirty="0"/>
              <a:t>}</a:t>
            </a:r>
          </a:p>
          <a:p>
            <a:pPr marL="0" indent="0">
              <a:buNone/>
            </a:pPr>
            <a:r>
              <a:rPr lang="en-US" altLang="ko-KR" sz="1400" b="0" i="0" dirty="0"/>
              <a:t>/* USER CODE END 0 */</a:t>
            </a:r>
          </a:p>
          <a:p>
            <a:pPr marL="0" indent="0">
              <a:buNone/>
            </a:pPr>
            <a:br>
              <a:rPr lang="en-US" altLang="ko-KR" sz="1400" b="0" i="0" dirty="0"/>
            </a:br>
            <a:endParaRPr lang="en-US" altLang="ko-KR" sz="1400" b="0" i="0" dirty="0"/>
          </a:p>
          <a:p>
            <a:pPr marL="0" indent="0">
              <a:buNone/>
            </a:pPr>
            <a:r>
              <a:rPr lang="en-US" altLang="ko-KR" sz="1400" b="0" i="0" dirty="0"/>
              <a:t>/**</a:t>
            </a:r>
          </a:p>
          <a:p>
            <a:pPr marL="0" indent="0">
              <a:buNone/>
            </a:pPr>
            <a:r>
              <a:rPr lang="en-US" altLang="ko-KR" sz="1400" b="0" i="0" dirty="0"/>
              <a:t>* @brief The application entry point.</a:t>
            </a:r>
          </a:p>
          <a:p>
            <a:pPr marL="0" indent="0">
              <a:buNone/>
            </a:pPr>
            <a:r>
              <a:rPr lang="en-US" altLang="ko-KR" sz="1400" b="0" i="0" dirty="0"/>
              <a:t>* @</a:t>
            </a:r>
            <a:r>
              <a:rPr lang="en-US" altLang="ko-KR" sz="1400" b="0" i="0" u="sng" dirty="0"/>
              <a:t>retval</a:t>
            </a:r>
            <a:r>
              <a:rPr lang="en-US" altLang="ko-KR" sz="1400" b="0" i="0" dirty="0"/>
              <a:t> </a:t>
            </a:r>
            <a:r>
              <a:rPr lang="en-US" altLang="ko-KR" sz="1400" b="0" i="0" u="sng" dirty="0"/>
              <a:t>int</a:t>
            </a:r>
            <a:endParaRPr lang="en-US" altLang="ko-KR" sz="1400" b="0" i="0" dirty="0"/>
          </a:p>
          <a:p>
            <a:pPr marL="0" indent="0">
              <a:buNone/>
            </a:pPr>
            <a:r>
              <a:rPr lang="en-US" altLang="ko-KR" sz="1400" b="0" i="0" dirty="0"/>
              <a:t>*/</a:t>
            </a:r>
          </a:p>
          <a:p>
            <a:pPr marL="0" indent="0">
              <a:buNone/>
            </a:pPr>
            <a:r>
              <a:rPr lang="en-US" altLang="ko-KR" sz="1400" b="0" i="0" dirty="0"/>
              <a:t>int main(void)</a:t>
            </a:r>
          </a:p>
          <a:p>
            <a:pPr marL="0" indent="0">
              <a:buNone/>
            </a:pPr>
            <a:r>
              <a:rPr lang="en-US" altLang="ko-KR" sz="1400" b="0" i="0" dirty="0"/>
              <a:t>{</a:t>
            </a:r>
          </a:p>
          <a:p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</p:txBody>
      </p:sp>
    </p:spTree>
    <p:extLst>
      <p:ext uri="{BB962C8B-B14F-4D97-AF65-F5344CB8AC3E}">
        <p14:creationId xmlns:p14="http://schemas.microsoft.com/office/powerpoint/2010/main" val="345192992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A8AF21-BFD4-50A6-252E-75FE81D9B5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C25BBC2-0553-AAAB-ECDB-CAF91ED929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Code </a:t>
            </a:r>
            <a:r>
              <a:rPr lang="ko-KR" altLang="en-US" dirty="0"/>
              <a:t>수정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D529E7-84D7-A536-CD89-1414855BD7DB}"/>
              </a:ext>
            </a:extLst>
          </p:cNvPr>
          <p:cNvSpPr txBox="1">
            <a:spLocks/>
          </p:cNvSpPr>
          <p:nvPr/>
        </p:nvSpPr>
        <p:spPr bwMode="auto">
          <a:xfrm>
            <a:off x="628650" y="692696"/>
            <a:ext cx="7886700" cy="55446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Ø"/>
              <a:defRPr kumimoji="1">
                <a:solidFill>
                  <a:schemeClr val="tx1"/>
                </a:solidFill>
                <a:latin typeface="Verdana" pitchFamily="34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 2" pitchFamily="18" charset="2"/>
              <a:buChar char="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r>
              <a:rPr lang="en-US" altLang="ko-KR" b="0" i="0" kern="0" dirty="0"/>
              <a:t>LPS25</a:t>
            </a:r>
            <a:r>
              <a:rPr lang="ko-KR" altLang="en-US" b="0" i="0" kern="0" dirty="0"/>
              <a:t>의 </a:t>
            </a:r>
            <a:r>
              <a:rPr lang="en-US" altLang="ko-KR" b="0" i="0" kern="0" dirty="0"/>
              <a:t>slave address</a:t>
            </a:r>
            <a:r>
              <a:rPr lang="ko-KR" altLang="en-US" b="0" i="0" kern="0" dirty="0"/>
              <a:t>는 </a:t>
            </a:r>
            <a:r>
              <a:rPr lang="en-US" altLang="ko-KR" b="0" i="0" kern="0" dirty="0"/>
              <a:t>0x5D</a:t>
            </a:r>
            <a:r>
              <a:rPr lang="ko-KR" altLang="en-US" b="0" i="0" kern="0" dirty="0"/>
              <a:t>이다</a:t>
            </a:r>
            <a:r>
              <a:rPr lang="en-US" altLang="ko-KR" b="0" i="0" kern="0" dirty="0"/>
              <a:t>. </a:t>
            </a:r>
          </a:p>
          <a:p>
            <a:r>
              <a:rPr lang="en-US" altLang="ko-KR" b="0" i="0" kern="0" dirty="0"/>
              <a:t>test_sensor_LPS25H.h </a:t>
            </a:r>
            <a:r>
              <a:rPr lang="ko-KR" altLang="en-US" b="0" i="0" kern="0" dirty="0"/>
              <a:t>헤더 </a:t>
            </a:r>
            <a:r>
              <a:rPr lang="en-US" altLang="ko-KR" b="0" i="0" kern="0" dirty="0"/>
              <a:t>include</a:t>
            </a:r>
          </a:p>
          <a:p>
            <a:endParaRPr lang="en-US" altLang="ko-KR" b="0" i="0" kern="0" dirty="0"/>
          </a:p>
          <a:p>
            <a:pPr marL="0" indent="0">
              <a:buNone/>
            </a:pPr>
            <a:r>
              <a:rPr lang="en-US" altLang="ko-KR" sz="1200" b="0" i="0" dirty="0"/>
              <a:t>/* USER CODE BEGIN Includes */</a:t>
            </a:r>
          </a:p>
          <a:p>
            <a:pPr marL="0" indent="0">
              <a:buNone/>
            </a:pPr>
            <a:r>
              <a:rPr lang="en-US" altLang="ko-KR" sz="1200" b="0" i="0" dirty="0"/>
              <a:t>#include &lt;</a:t>
            </a:r>
            <a:r>
              <a:rPr lang="en-US" altLang="ko-KR" sz="1200" b="0" i="0" dirty="0" err="1"/>
              <a:t>stdio.h</a:t>
            </a:r>
            <a:r>
              <a:rPr lang="en-US" altLang="ko-KR" sz="1200" b="0" i="0" dirty="0"/>
              <a:t>&gt;</a:t>
            </a:r>
          </a:p>
          <a:p>
            <a:pPr marL="0" indent="0">
              <a:buNone/>
            </a:pPr>
            <a:r>
              <a:rPr lang="en-US" altLang="ko-KR" sz="1200" b="0" i="0" dirty="0"/>
              <a:t>#include &lt;</a:t>
            </a:r>
            <a:r>
              <a:rPr lang="en-US" altLang="ko-KR" sz="1200" b="0" i="0" dirty="0" err="1"/>
              <a:t>string.h</a:t>
            </a:r>
            <a:r>
              <a:rPr lang="en-US" altLang="ko-KR" sz="1200" b="0" i="0" dirty="0"/>
              <a:t>&gt;</a:t>
            </a:r>
          </a:p>
          <a:p>
            <a:pPr marL="0" indent="0">
              <a:buNone/>
            </a:pPr>
            <a:r>
              <a:rPr lang="en-US" altLang="ko-KR" sz="1200" b="0" i="0" dirty="0"/>
              <a:t>#include "test_sensor_LPS25H.h"</a:t>
            </a:r>
          </a:p>
          <a:p>
            <a:pPr marL="0" indent="0">
              <a:buNone/>
            </a:pPr>
            <a:r>
              <a:rPr lang="en-US" altLang="ko-KR" sz="1200" b="0" i="0" dirty="0"/>
              <a:t>/* USER CODE END Includes */</a:t>
            </a:r>
          </a:p>
          <a:p>
            <a:pPr marL="0" indent="0">
              <a:buNone/>
            </a:pPr>
            <a:endParaRPr lang="en-US" altLang="ko-KR" sz="1200" b="0" i="0" dirty="0"/>
          </a:p>
          <a:p>
            <a:pPr marL="0" indent="0">
              <a:buNone/>
            </a:pPr>
            <a:r>
              <a:rPr lang="en-US" altLang="ko-KR" sz="1200" b="0" i="0" dirty="0"/>
              <a:t>/* USER CODE BEGIN PD */</a:t>
            </a:r>
          </a:p>
          <a:p>
            <a:pPr marL="0" indent="0">
              <a:buNone/>
            </a:pPr>
            <a:r>
              <a:rPr lang="en-US" altLang="ko-KR" sz="1200" b="0" i="0" dirty="0"/>
              <a:t>#define LPS25H_SLAVE_ADDRESS (0x5D &lt;&lt; 1)</a:t>
            </a:r>
          </a:p>
          <a:p>
            <a:pPr marL="0" indent="0">
              <a:buNone/>
            </a:pPr>
            <a:r>
              <a:rPr lang="en-US" altLang="ko-KR" sz="1200" b="0" i="0" dirty="0"/>
              <a:t>#define COUNT_AVERAGE_VAL 1000</a:t>
            </a:r>
          </a:p>
          <a:p>
            <a:pPr marL="0" indent="0">
              <a:buNone/>
            </a:pPr>
            <a:r>
              <a:rPr lang="en-US" altLang="ko-KR" sz="1200" b="0" i="0" dirty="0"/>
              <a:t>/* USER CODE END PD */</a:t>
            </a:r>
          </a:p>
          <a:p>
            <a:pPr marL="0" indent="0">
              <a:buNone/>
            </a:pPr>
            <a:endParaRPr lang="en-US" altLang="ko-KR" sz="1200" b="0" i="0" dirty="0"/>
          </a:p>
        </p:txBody>
      </p:sp>
    </p:spTree>
    <p:extLst>
      <p:ext uri="{BB962C8B-B14F-4D97-AF65-F5344CB8AC3E}">
        <p14:creationId xmlns:p14="http://schemas.microsoft.com/office/powerpoint/2010/main" val="320726054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84AB20-DD54-239E-B4BB-D17E818A7E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02D38F4-DBE6-42BE-740E-E78A73447F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Code </a:t>
            </a:r>
            <a:r>
              <a:rPr lang="ko-KR" altLang="en-US" dirty="0"/>
              <a:t>수정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C327BE-3E2A-BD11-55CB-F2BA8FF9710B}"/>
              </a:ext>
            </a:extLst>
          </p:cNvPr>
          <p:cNvSpPr txBox="1">
            <a:spLocks/>
          </p:cNvSpPr>
          <p:nvPr/>
        </p:nvSpPr>
        <p:spPr bwMode="auto">
          <a:xfrm>
            <a:off x="628650" y="692696"/>
            <a:ext cx="7886700" cy="55446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 fontScale="77500" lnSpcReduction="20000"/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Ø"/>
              <a:defRPr kumimoji="1">
                <a:solidFill>
                  <a:schemeClr val="tx1"/>
                </a:solidFill>
                <a:latin typeface="Verdana" pitchFamily="34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 2" pitchFamily="18" charset="2"/>
              <a:buChar char="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r>
              <a:rPr lang="en-US" altLang="ko-KR" b="0" i="0" kern="0" dirty="0"/>
              <a:t>Register RW </a:t>
            </a:r>
            <a:r>
              <a:rPr lang="ko-KR" altLang="en-US" b="0" i="0" kern="0" dirty="0"/>
              <a:t>함수</a:t>
            </a:r>
            <a:r>
              <a:rPr lang="en-US" altLang="ko-KR" b="0" i="0" kern="0" dirty="0"/>
              <a:t>. </a:t>
            </a:r>
          </a:p>
          <a:p>
            <a:endParaRPr lang="en-US" altLang="ko-KR" b="0" i="0" kern="0" dirty="0"/>
          </a:p>
          <a:p>
            <a:pPr marL="0" indent="0">
              <a:buNone/>
            </a:pPr>
            <a:r>
              <a:rPr lang="en-US" altLang="ko-KR" sz="1200" b="0" i="0" dirty="0"/>
              <a:t>uint8_t SENSOR_LPS25H_Read_Bytes(uint8_t </a:t>
            </a:r>
            <a:r>
              <a:rPr lang="en-US" altLang="ko-KR" sz="1200" b="0" i="0" dirty="0" err="1"/>
              <a:t>devAddr</a:t>
            </a:r>
            <a:r>
              <a:rPr lang="en-US" altLang="ko-KR" sz="1200" b="0" i="0" dirty="0"/>
              <a:t>, uint8_t </a:t>
            </a:r>
            <a:r>
              <a:rPr lang="en-US" altLang="ko-KR" sz="1200" b="0" i="0" dirty="0" err="1"/>
              <a:t>regAddr</a:t>
            </a:r>
            <a:r>
              <a:rPr lang="en-US" altLang="ko-KR" sz="1200" b="0" i="0" dirty="0"/>
              <a:t>, uint8_t length, uint8_t *data)</a:t>
            </a:r>
          </a:p>
          <a:p>
            <a:pPr marL="0" indent="0">
              <a:buNone/>
            </a:pPr>
            <a:r>
              <a:rPr lang="en-US" altLang="ko-KR" sz="1200" b="0" i="0" dirty="0"/>
              <a:t>{</a:t>
            </a:r>
          </a:p>
          <a:p>
            <a:pPr marL="0" indent="0">
              <a:buNone/>
            </a:pPr>
            <a:r>
              <a:rPr lang="en-US" altLang="ko-KR" sz="1200" b="0" i="0" dirty="0"/>
              <a:t>	</a:t>
            </a:r>
            <a:r>
              <a:rPr lang="en-US" altLang="ko-KR" sz="1200" b="0" i="0" dirty="0" err="1"/>
              <a:t>HAL_StatusTypeDef</a:t>
            </a:r>
            <a:r>
              <a:rPr lang="en-US" altLang="ko-KR" sz="1200" b="0" i="0" dirty="0"/>
              <a:t>  i2cRW_status;</a:t>
            </a:r>
          </a:p>
          <a:p>
            <a:pPr marL="0" indent="0">
              <a:buNone/>
            </a:pPr>
            <a:endParaRPr lang="en-US" altLang="ko-KR" sz="1200" b="0" i="0" dirty="0"/>
          </a:p>
          <a:p>
            <a:pPr marL="0" indent="0">
              <a:buNone/>
            </a:pPr>
            <a:r>
              <a:rPr lang="en-US" altLang="ko-KR" sz="1200" b="0" i="0" dirty="0"/>
              <a:t>    i2cRW_status = HAL_I2C_Master_Transmit(&amp;hi2c1, </a:t>
            </a:r>
            <a:r>
              <a:rPr lang="en-US" altLang="ko-KR" sz="1200" b="0" i="0" dirty="0" err="1"/>
              <a:t>devAddr</a:t>
            </a:r>
            <a:r>
              <a:rPr lang="en-US" altLang="ko-KR" sz="1200" b="0" i="0" dirty="0"/>
              <a:t>, &amp;</a:t>
            </a:r>
            <a:r>
              <a:rPr lang="en-US" altLang="ko-KR" sz="1200" b="0" i="0" dirty="0" err="1"/>
              <a:t>regAddr</a:t>
            </a:r>
            <a:r>
              <a:rPr lang="en-US" altLang="ko-KR" sz="1200" b="0" i="0" dirty="0"/>
              <a:t>, 1, 1000);</a:t>
            </a:r>
          </a:p>
          <a:p>
            <a:pPr marL="0" indent="0">
              <a:buNone/>
            </a:pPr>
            <a:r>
              <a:rPr lang="en-US" altLang="ko-KR" sz="1200" b="0" i="0" dirty="0"/>
              <a:t>    if(HAL_OK != i2cRW_status)</a:t>
            </a:r>
          </a:p>
          <a:p>
            <a:pPr marL="0" indent="0">
              <a:buNone/>
            </a:pPr>
            <a:r>
              <a:rPr lang="en-US" altLang="ko-KR" sz="1200" b="0" i="0" dirty="0"/>
              <a:t>    {</a:t>
            </a:r>
          </a:p>
          <a:p>
            <a:pPr marL="0" indent="0">
              <a:buNone/>
            </a:pPr>
            <a:r>
              <a:rPr lang="en-US" altLang="ko-KR" sz="1200" b="0" i="0" dirty="0"/>
              <a:t>        return 0;</a:t>
            </a:r>
          </a:p>
          <a:p>
            <a:pPr marL="0" indent="0">
              <a:buNone/>
            </a:pPr>
            <a:r>
              <a:rPr lang="en-US" altLang="ko-KR" sz="1200" b="0" i="0" dirty="0"/>
              <a:t>    }</a:t>
            </a:r>
          </a:p>
          <a:p>
            <a:pPr marL="0" indent="0">
              <a:buNone/>
            </a:pPr>
            <a:endParaRPr lang="en-US" altLang="ko-KR" sz="1200" b="0" i="0" dirty="0"/>
          </a:p>
          <a:p>
            <a:pPr marL="0" indent="0">
              <a:buNone/>
            </a:pPr>
            <a:r>
              <a:rPr lang="en-US" altLang="ko-KR" sz="1200" b="0" i="0" dirty="0"/>
              <a:t>    i2cRW_status = HAL_I2C_Master_Receive(&amp;hi2c1, </a:t>
            </a:r>
            <a:r>
              <a:rPr lang="en-US" altLang="ko-KR" sz="1200" b="0" i="0" dirty="0" err="1"/>
              <a:t>devAddr</a:t>
            </a:r>
            <a:r>
              <a:rPr lang="en-US" altLang="ko-KR" sz="1200" b="0" i="0" dirty="0"/>
              <a:t>, data, length, 1000);</a:t>
            </a:r>
          </a:p>
          <a:p>
            <a:pPr marL="0" indent="0">
              <a:buNone/>
            </a:pPr>
            <a:r>
              <a:rPr lang="en-US" altLang="ko-KR" sz="1200" b="0" i="0" dirty="0"/>
              <a:t>    if(HAL_OK != i2cRW_status)</a:t>
            </a:r>
          </a:p>
          <a:p>
            <a:pPr marL="0" indent="0">
              <a:buNone/>
            </a:pPr>
            <a:r>
              <a:rPr lang="en-US" altLang="ko-KR" sz="1200" b="0" i="0" dirty="0"/>
              <a:t>    {</a:t>
            </a:r>
          </a:p>
          <a:p>
            <a:pPr marL="0" indent="0">
              <a:buNone/>
            </a:pPr>
            <a:r>
              <a:rPr lang="en-US" altLang="ko-KR" sz="1200" b="0" i="0" dirty="0"/>
              <a:t>        return 0;</a:t>
            </a:r>
          </a:p>
          <a:p>
            <a:pPr marL="0" indent="0">
              <a:buNone/>
            </a:pPr>
            <a:r>
              <a:rPr lang="en-US" altLang="ko-KR" sz="1200" b="0" i="0" dirty="0"/>
              <a:t>    }</a:t>
            </a:r>
          </a:p>
          <a:p>
            <a:pPr marL="0" indent="0">
              <a:buNone/>
            </a:pPr>
            <a:endParaRPr lang="en-US" altLang="ko-KR" sz="1200" b="0" i="0" dirty="0"/>
          </a:p>
          <a:p>
            <a:pPr marL="0" indent="0">
              <a:buNone/>
            </a:pPr>
            <a:r>
              <a:rPr lang="en-US" altLang="ko-KR" sz="1200" b="0" i="0" dirty="0"/>
              <a:t>    return length;</a:t>
            </a:r>
          </a:p>
          <a:p>
            <a:pPr marL="0" indent="0">
              <a:buNone/>
            </a:pPr>
            <a:r>
              <a:rPr lang="en-US" altLang="ko-KR" sz="1200" b="0" i="0" dirty="0"/>
              <a:t>}</a:t>
            </a:r>
          </a:p>
          <a:p>
            <a:pPr marL="0" indent="0">
              <a:buNone/>
            </a:pPr>
            <a:endParaRPr lang="en-US" altLang="ko-KR" sz="1200" b="0" i="0" dirty="0"/>
          </a:p>
          <a:p>
            <a:pPr marL="0" indent="0">
              <a:buNone/>
            </a:pPr>
            <a:r>
              <a:rPr lang="en-US" altLang="ko-KR" sz="1200" b="0" i="0" dirty="0"/>
              <a:t>int8_t SENSOR_LPS25H_Write_Bytes(uint8_t </a:t>
            </a:r>
            <a:r>
              <a:rPr lang="en-US" altLang="ko-KR" sz="1200" b="0" i="0" dirty="0" err="1"/>
              <a:t>devAddr</a:t>
            </a:r>
            <a:r>
              <a:rPr lang="en-US" altLang="ko-KR" sz="1200" b="0" i="0" dirty="0"/>
              <a:t>, uint8_t </a:t>
            </a:r>
            <a:r>
              <a:rPr lang="en-US" altLang="ko-KR" sz="1200" b="0" i="0" dirty="0" err="1"/>
              <a:t>regAddr</a:t>
            </a:r>
            <a:r>
              <a:rPr lang="en-US" altLang="ko-KR" sz="1200" b="0" i="0" dirty="0"/>
              <a:t>, uint8_t length, uint8_t *data)</a:t>
            </a:r>
          </a:p>
          <a:p>
            <a:pPr marL="0" indent="0">
              <a:buNone/>
            </a:pPr>
            <a:r>
              <a:rPr lang="en-US" altLang="ko-KR" sz="1200" b="0" i="0" dirty="0"/>
              <a:t>{</a:t>
            </a:r>
          </a:p>
          <a:p>
            <a:pPr marL="0" indent="0">
              <a:buNone/>
            </a:pPr>
            <a:r>
              <a:rPr lang="en-US" altLang="ko-KR" sz="1200" b="0" i="0" dirty="0"/>
              <a:t>	</a:t>
            </a:r>
            <a:r>
              <a:rPr lang="en-US" altLang="ko-KR" sz="1200" b="0" i="0" dirty="0" err="1"/>
              <a:t>HAL_StatusTypeDef</a:t>
            </a:r>
            <a:r>
              <a:rPr lang="en-US" altLang="ko-KR" sz="1200" b="0" i="0" dirty="0"/>
              <a:t>  i2cRW_status;</a:t>
            </a:r>
          </a:p>
          <a:p>
            <a:pPr marL="0" indent="0">
              <a:buNone/>
            </a:pPr>
            <a:endParaRPr lang="en-US" altLang="ko-KR" sz="1200" b="0" i="0" dirty="0"/>
          </a:p>
          <a:p>
            <a:pPr marL="0" indent="0">
              <a:buNone/>
            </a:pPr>
            <a:r>
              <a:rPr lang="en-US" altLang="ko-KR" sz="1200" b="0" i="0" dirty="0"/>
              <a:t>    LPS25H_Buffer_Tx1[0] = </a:t>
            </a:r>
            <a:r>
              <a:rPr lang="en-US" altLang="ko-KR" sz="1200" b="0" i="0" dirty="0" err="1"/>
              <a:t>regAddr</a:t>
            </a:r>
            <a:r>
              <a:rPr lang="en-US" altLang="ko-KR" sz="1200" b="0" i="0" dirty="0"/>
              <a:t>;</a:t>
            </a:r>
          </a:p>
          <a:p>
            <a:pPr marL="0" indent="0">
              <a:buNone/>
            </a:pPr>
            <a:r>
              <a:rPr lang="en-US" altLang="ko-KR" sz="1200" b="0" i="0" dirty="0"/>
              <a:t>    </a:t>
            </a:r>
            <a:r>
              <a:rPr lang="en-US" altLang="ko-KR" sz="1200" b="0" i="0" dirty="0" err="1"/>
              <a:t>memcpy</a:t>
            </a:r>
            <a:r>
              <a:rPr lang="en-US" altLang="ko-KR" sz="1200" b="0" i="0" dirty="0"/>
              <a:t>(&amp;LPS25H_Buffer_Tx1[1], data, length);</a:t>
            </a:r>
          </a:p>
          <a:p>
            <a:pPr marL="0" indent="0">
              <a:buNone/>
            </a:pPr>
            <a:endParaRPr lang="en-US" altLang="ko-KR" sz="1200" b="0" i="0" dirty="0"/>
          </a:p>
          <a:p>
            <a:pPr marL="0" indent="0">
              <a:buNone/>
            </a:pPr>
            <a:r>
              <a:rPr lang="en-US" altLang="ko-KR" sz="1200" b="0" i="0" dirty="0"/>
              <a:t>    i2cRW_status = HAL_I2C_Master_Transmit(&amp;hi2c1, </a:t>
            </a:r>
            <a:r>
              <a:rPr lang="en-US" altLang="ko-KR" sz="1200" b="0" i="0" dirty="0" err="1"/>
              <a:t>devAddr</a:t>
            </a:r>
            <a:r>
              <a:rPr lang="en-US" altLang="ko-KR" sz="1200" b="0" i="0" dirty="0"/>
              <a:t>, LPS25H_Buffer_Tx1, length + 1, 1000);</a:t>
            </a:r>
          </a:p>
          <a:p>
            <a:pPr marL="0" indent="0">
              <a:buNone/>
            </a:pPr>
            <a:r>
              <a:rPr lang="en-US" altLang="ko-KR" sz="1200" b="0" i="0" dirty="0"/>
              <a:t>    if(HAL_OK != i2cRW_status)</a:t>
            </a:r>
          </a:p>
          <a:p>
            <a:pPr marL="0" indent="0">
              <a:buNone/>
            </a:pPr>
            <a:r>
              <a:rPr lang="en-US" altLang="ko-KR" sz="1200" b="0" i="0" dirty="0"/>
              <a:t>    {</a:t>
            </a:r>
          </a:p>
          <a:p>
            <a:pPr marL="0" indent="0">
              <a:buNone/>
            </a:pPr>
            <a:r>
              <a:rPr lang="en-US" altLang="ko-KR" sz="1200" b="0" i="0" dirty="0"/>
              <a:t>        return -1;</a:t>
            </a:r>
          </a:p>
          <a:p>
            <a:pPr marL="0" indent="0">
              <a:buNone/>
            </a:pPr>
            <a:r>
              <a:rPr lang="en-US" altLang="ko-KR" sz="1200" b="0" i="0" dirty="0"/>
              <a:t>    }</a:t>
            </a:r>
          </a:p>
          <a:p>
            <a:pPr marL="0" indent="0">
              <a:buNone/>
            </a:pPr>
            <a:endParaRPr lang="en-US" altLang="ko-KR" sz="1200" b="0" i="0" dirty="0"/>
          </a:p>
          <a:p>
            <a:pPr marL="0" indent="0">
              <a:buNone/>
            </a:pPr>
            <a:r>
              <a:rPr lang="en-US" altLang="ko-KR" sz="1200" b="0" i="0" dirty="0"/>
              <a:t>    return 0;</a:t>
            </a:r>
          </a:p>
          <a:p>
            <a:pPr marL="0" indent="0">
              <a:buNone/>
            </a:pPr>
            <a:r>
              <a:rPr lang="en-US" altLang="ko-KR" sz="1200" b="0" i="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4804585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B5272D-B52E-B59E-0152-5B22FC2011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4D7D951-9C93-86CE-6E0F-FDCEA40E5F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Code </a:t>
            </a:r>
            <a:r>
              <a:rPr lang="ko-KR" altLang="en-US" dirty="0"/>
              <a:t>수정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3B57ED-9F13-E875-7F9C-304BFD08F5C8}"/>
              </a:ext>
            </a:extLst>
          </p:cNvPr>
          <p:cNvSpPr txBox="1">
            <a:spLocks/>
          </p:cNvSpPr>
          <p:nvPr/>
        </p:nvSpPr>
        <p:spPr bwMode="auto">
          <a:xfrm>
            <a:off x="628650" y="692696"/>
            <a:ext cx="7886700" cy="55446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 fontScale="92500" lnSpcReduction="10000"/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Ø"/>
              <a:defRPr kumimoji="1">
                <a:solidFill>
                  <a:schemeClr val="tx1"/>
                </a:solidFill>
                <a:latin typeface="Verdana" pitchFamily="34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 2" pitchFamily="18" charset="2"/>
              <a:buChar char="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r>
              <a:rPr lang="en-US" altLang="ko-KR" b="0" i="0" kern="0" dirty="0"/>
              <a:t>Init </a:t>
            </a:r>
            <a:r>
              <a:rPr lang="ko-KR" altLang="en-US" b="0" i="0" kern="0" dirty="0"/>
              <a:t>함수 </a:t>
            </a:r>
            <a:r>
              <a:rPr lang="en-US" altLang="ko-KR" b="0" i="0" kern="0" dirty="0"/>
              <a:t>– CTRL_REG1 / RES_CONF </a:t>
            </a:r>
            <a:r>
              <a:rPr lang="ko-KR" altLang="en-US" b="0" i="0" kern="0" dirty="0"/>
              <a:t>레지스터 설정</a:t>
            </a:r>
            <a:r>
              <a:rPr lang="en-US" altLang="ko-KR" b="0" i="0" kern="0" dirty="0"/>
              <a:t>. </a:t>
            </a:r>
          </a:p>
          <a:p>
            <a:endParaRPr lang="en-US" altLang="ko-KR" b="0" i="0" kern="0" dirty="0"/>
          </a:p>
          <a:p>
            <a:pPr marL="0" indent="0">
              <a:buNone/>
            </a:pPr>
            <a:r>
              <a:rPr lang="en-US" altLang="ko-KR" sz="1200" b="0" i="0" dirty="0"/>
              <a:t>void LPS25H_Init(void)</a:t>
            </a:r>
          </a:p>
          <a:p>
            <a:pPr marL="0" indent="0">
              <a:buNone/>
            </a:pPr>
            <a:r>
              <a:rPr lang="en-US" altLang="ko-KR" sz="1200" b="0" i="0" dirty="0"/>
              <a:t>{</a:t>
            </a:r>
          </a:p>
          <a:p>
            <a:pPr marL="0" indent="0">
              <a:buNone/>
            </a:pPr>
            <a:r>
              <a:rPr lang="en-US" altLang="ko-KR" sz="1200" b="0" i="0" dirty="0"/>
              <a:t>    uint8_t </a:t>
            </a:r>
            <a:r>
              <a:rPr lang="en-US" altLang="ko-KR" sz="1200" b="0" i="0" dirty="0" err="1"/>
              <a:t>dataVal</a:t>
            </a:r>
            <a:r>
              <a:rPr lang="en-US" altLang="ko-KR" sz="1200" b="0" i="0" dirty="0"/>
              <a:t> = 0x00;</a:t>
            </a:r>
          </a:p>
          <a:p>
            <a:pPr marL="0" indent="0">
              <a:buNone/>
            </a:pPr>
            <a:r>
              <a:rPr lang="en-US" altLang="ko-KR" sz="1200" b="0" i="0" dirty="0"/>
              <a:t>    uint8_t </a:t>
            </a:r>
            <a:r>
              <a:rPr lang="en-US" altLang="ko-KR" sz="1200" b="0" i="0" dirty="0" err="1"/>
              <a:t>dataValRead</a:t>
            </a:r>
            <a:r>
              <a:rPr lang="en-US" altLang="ko-KR" sz="1200" b="0" i="0" dirty="0"/>
              <a:t> = 0x00;</a:t>
            </a:r>
          </a:p>
          <a:p>
            <a:pPr marL="0" indent="0">
              <a:buNone/>
            </a:pPr>
            <a:endParaRPr lang="en-US" altLang="ko-KR" sz="1200" b="0" i="0" dirty="0"/>
          </a:p>
          <a:p>
            <a:pPr marL="0" indent="0">
              <a:buNone/>
            </a:pPr>
            <a:r>
              <a:rPr lang="en-US" altLang="ko-KR" sz="1200" b="0" i="0" dirty="0"/>
              <a:t>    //</a:t>
            </a:r>
            <a:r>
              <a:rPr lang="en-US" altLang="ko-KR" sz="1200" b="0" i="0" dirty="0" err="1"/>
              <a:t>PowerOn</a:t>
            </a:r>
            <a:endParaRPr lang="en-US" altLang="ko-KR" sz="1200" b="0" i="0" dirty="0"/>
          </a:p>
          <a:p>
            <a:pPr marL="0" indent="0">
              <a:buNone/>
            </a:pPr>
            <a:r>
              <a:rPr lang="en-US" altLang="ko-KR" sz="1200" b="0" i="0" dirty="0"/>
              <a:t>    </a:t>
            </a:r>
            <a:r>
              <a:rPr lang="en-US" altLang="ko-KR" sz="1200" b="0" i="0" dirty="0" err="1"/>
              <a:t>dataVal</a:t>
            </a:r>
            <a:r>
              <a:rPr lang="en-US" altLang="ko-KR" sz="1200" b="0" i="0" dirty="0"/>
              <a:t>|= LPS25H_MODE_ACTIVE;</a:t>
            </a:r>
          </a:p>
          <a:p>
            <a:pPr marL="0" indent="0">
              <a:buNone/>
            </a:pPr>
            <a:r>
              <a:rPr lang="en-US" altLang="ko-KR" sz="1200" b="0" i="0" dirty="0"/>
              <a:t>    /* Output Data Rate selection */</a:t>
            </a:r>
          </a:p>
          <a:p>
            <a:pPr marL="0" indent="0">
              <a:buNone/>
            </a:pPr>
            <a:r>
              <a:rPr lang="en-US" altLang="ko-KR" sz="1200" b="0" i="0" dirty="0"/>
              <a:t>    </a:t>
            </a:r>
            <a:r>
              <a:rPr lang="en-US" altLang="ko-KR" sz="1200" b="0" i="0" dirty="0" err="1"/>
              <a:t>dataVal</a:t>
            </a:r>
            <a:r>
              <a:rPr lang="en-US" altLang="ko-KR" sz="1200" b="0" i="0" dirty="0"/>
              <a:t> |= LPS25H_ODR_25Hz;        //Output Data Rate: P - 25Hz, T - 25H</a:t>
            </a:r>
          </a:p>
          <a:p>
            <a:pPr marL="0" indent="0">
              <a:buNone/>
            </a:pPr>
            <a:r>
              <a:rPr lang="en-US" altLang="ko-KR" sz="1200" b="0" i="0" dirty="0"/>
              <a:t>    /* Interrupt circuit selection */</a:t>
            </a:r>
          </a:p>
          <a:p>
            <a:pPr marL="0" indent="0">
              <a:buNone/>
            </a:pPr>
            <a:r>
              <a:rPr lang="en-US" altLang="ko-KR" sz="1200" b="0" i="0" dirty="0"/>
              <a:t>    </a:t>
            </a:r>
            <a:r>
              <a:rPr lang="en-US" altLang="ko-KR" sz="1200" b="0" i="0" dirty="0" err="1"/>
              <a:t>dataVal</a:t>
            </a:r>
            <a:r>
              <a:rPr lang="en-US" altLang="ko-KR" sz="1200" b="0" i="0" dirty="0"/>
              <a:t> |= LPS25H_DIFF_ENABLE;     //interrupt circuit enabled</a:t>
            </a:r>
          </a:p>
          <a:p>
            <a:pPr marL="0" indent="0">
              <a:buNone/>
            </a:pPr>
            <a:r>
              <a:rPr lang="en-US" altLang="ko-KR" sz="1200" b="0" i="0" dirty="0"/>
              <a:t>    /* Block Data Update selection */</a:t>
            </a:r>
          </a:p>
          <a:p>
            <a:pPr marL="0" indent="0">
              <a:buNone/>
            </a:pPr>
            <a:r>
              <a:rPr lang="en-US" altLang="ko-KR" sz="1200" b="0" i="0" dirty="0"/>
              <a:t>    </a:t>
            </a:r>
            <a:r>
              <a:rPr lang="en-US" altLang="ko-KR" sz="1200" b="0" i="0" dirty="0" err="1"/>
              <a:t>dataVal</a:t>
            </a:r>
            <a:r>
              <a:rPr lang="en-US" altLang="ko-KR" sz="1200" b="0" i="0" dirty="0"/>
              <a:t> |= LPS25H_BDU_READ;        //output registers not updated until MSB and LSB reading</a:t>
            </a:r>
          </a:p>
          <a:p>
            <a:pPr marL="0" indent="0">
              <a:buNone/>
            </a:pPr>
            <a:r>
              <a:rPr lang="en-US" altLang="ko-KR" sz="1200" b="0" i="0" dirty="0"/>
              <a:t>    /* Serial Interface Mode selection */</a:t>
            </a:r>
          </a:p>
          <a:p>
            <a:pPr marL="0" indent="0">
              <a:buNone/>
            </a:pPr>
            <a:r>
              <a:rPr lang="en-US" altLang="ko-KR" sz="1200" b="0" i="0" dirty="0"/>
              <a:t>    </a:t>
            </a:r>
            <a:r>
              <a:rPr lang="en-US" altLang="ko-KR" sz="1200" b="0" i="0" dirty="0" err="1"/>
              <a:t>dataVal</a:t>
            </a:r>
            <a:r>
              <a:rPr lang="en-US" altLang="ko-KR" sz="1200" b="0" i="0" dirty="0"/>
              <a:t> |= LPS25H_SPI_SIM_3W;      //3-wire interface</a:t>
            </a:r>
          </a:p>
          <a:p>
            <a:pPr marL="0" indent="0">
              <a:buNone/>
            </a:pPr>
            <a:r>
              <a:rPr lang="en-US" altLang="ko-KR" sz="1200" b="0" i="0" dirty="0"/>
              <a:t>    SENSOR_LPS25H_Write_Bytes(LPS25H_SLAVE_ADDRESS, LPS25H_CTRL_REG1_ADDR, 1, &amp;</a:t>
            </a:r>
            <a:r>
              <a:rPr lang="en-US" altLang="ko-KR" sz="1200" b="0" i="0" dirty="0" err="1"/>
              <a:t>dataVal</a:t>
            </a:r>
            <a:r>
              <a:rPr lang="en-US" altLang="ko-KR" sz="1200" b="0" i="0" dirty="0"/>
              <a:t>);</a:t>
            </a:r>
          </a:p>
          <a:p>
            <a:pPr marL="0" indent="0">
              <a:buNone/>
            </a:pPr>
            <a:r>
              <a:rPr lang="en-US" altLang="ko-KR" sz="1200" b="0" i="0" dirty="0"/>
              <a:t>    SENSOR_LPS25H_Read_Bytes(LPS25H_SLAVE_ADDRESS, LPS25H_CTRL_REG1_ADDR, 1, &amp;</a:t>
            </a:r>
            <a:r>
              <a:rPr lang="en-US" altLang="ko-KR" sz="1200" b="0" i="0" dirty="0" err="1"/>
              <a:t>dataValRead</a:t>
            </a:r>
            <a:r>
              <a:rPr lang="en-US" altLang="ko-KR" sz="1200" b="0" i="0" dirty="0"/>
              <a:t>);</a:t>
            </a:r>
          </a:p>
          <a:p>
            <a:pPr marL="0" indent="0">
              <a:buNone/>
            </a:pPr>
            <a:r>
              <a:rPr lang="en-US" altLang="ko-KR" sz="1200" b="0" i="0" dirty="0"/>
              <a:t>    </a:t>
            </a:r>
            <a:r>
              <a:rPr lang="en-US" altLang="ko-KR" sz="1200" b="0" i="0" dirty="0" err="1"/>
              <a:t>printf</a:t>
            </a:r>
            <a:r>
              <a:rPr lang="en-US" altLang="ko-KR" sz="1200" b="0" i="0" dirty="0"/>
              <a:t>("LPS25H_CTRL_REG1_ADDR </a:t>
            </a:r>
            <a:r>
              <a:rPr lang="en-US" altLang="ko-KR" sz="1200" b="0" i="0" dirty="0" err="1"/>
              <a:t>init</a:t>
            </a:r>
            <a:r>
              <a:rPr lang="en-US" altLang="ko-KR" sz="1200" b="0" i="0" dirty="0"/>
              <a:t> read : 0x%02X\r\n", </a:t>
            </a:r>
            <a:r>
              <a:rPr lang="en-US" altLang="ko-KR" sz="1200" b="0" i="0" dirty="0" err="1"/>
              <a:t>dataValRead</a:t>
            </a:r>
            <a:r>
              <a:rPr lang="en-US" altLang="ko-KR" sz="1200" b="0" i="0" dirty="0"/>
              <a:t>);</a:t>
            </a:r>
          </a:p>
          <a:p>
            <a:pPr marL="0" indent="0">
              <a:buNone/>
            </a:pPr>
            <a:r>
              <a:rPr lang="en-US" altLang="ko-KR" sz="1200" b="0" i="0" dirty="0"/>
              <a:t>    </a:t>
            </a:r>
            <a:r>
              <a:rPr lang="en-US" altLang="ko-KR" sz="1200" b="0" i="0" dirty="0" err="1"/>
              <a:t>dataVal</a:t>
            </a:r>
            <a:r>
              <a:rPr lang="en-US" altLang="ko-KR" sz="1200" b="0" i="0" dirty="0"/>
              <a:t> = 0x00;</a:t>
            </a:r>
          </a:p>
          <a:p>
            <a:pPr marL="0" indent="0">
              <a:buNone/>
            </a:pPr>
            <a:r>
              <a:rPr lang="en-US" altLang="ko-KR" sz="1200" b="0" i="0" dirty="0"/>
              <a:t>    </a:t>
            </a:r>
            <a:r>
              <a:rPr lang="en-US" altLang="ko-KR" sz="1200" b="0" i="0" dirty="0" err="1"/>
              <a:t>dataVal</a:t>
            </a:r>
            <a:r>
              <a:rPr lang="en-US" altLang="ko-KR" sz="1200" b="0" i="0" dirty="0"/>
              <a:t> |= LPS25H_P_RES_AVG_512;    //LPS25H Pressure resolution selection AVG_512</a:t>
            </a:r>
          </a:p>
          <a:p>
            <a:pPr marL="0" indent="0">
              <a:buNone/>
            </a:pPr>
            <a:r>
              <a:rPr lang="en-US" altLang="ko-KR" sz="1200" b="0" i="0" dirty="0"/>
              <a:t>    </a:t>
            </a:r>
            <a:r>
              <a:rPr lang="en-US" altLang="ko-KR" sz="1200" b="0" i="0" dirty="0" err="1"/>
              <a:t>dataVal</a:t>
            </a:r>
            <a:r>
              <a:rPr lang="en-US" altLang="ko-KR" sz="1200" b="0" i="0" dirty="0"/>
              <a:t> |= LPS25H_T_RES_AVG_64;     //LPS25H Temperature resolution selection AVG_64</a:t>
            </a:r>
          </a:p>
          <a:p>
            <a:pPr marL="0" indent="0">
              <a:buNone/>
            </a:pPr>
            <a:r>
              <a:rPr lang="en-US" altLang="ko-KR" sz="1200" b="0" i="0" dirty="0"/>
              <a:t>    SENSOR_LPS25H_Write_Bytes(LPS25H_SLAVE_ADDRESS, LPS25H_RES_CONF_ADDR, 1, &amp;</a:t>
            </a:r>
            <a:r>
              <a:rPr lang="en-US" altLang="ko-KR" sz="1200" b="0" i="0" dirty="0" err="1"/>
              <a:t>dataVal</a:t>
            </a:r>
            <a:r>
              <a:rPr lang="en-US" altLang="ko-KR" sz="1200" b="0" i="0" dirty="0"/>
              <a:t>);</a:t>
            </a:r>
          </a:p>
          <a:p>
            <a:pPr marL="0" indent="0">
              <a:buNone/>
            </a:pPr>
            <a:r>
              <a:rPr lang="en-US" altLang="ko-KR" sz="1200" b="0" i="0" dirty="0"/>
              <a:t>    SENSOR_LPS25H_Read_Bytes(LPS25H_SLAVE_ADDRESS, LPS25H_RES_CONF_ADDR, 1, &amp;</a:t>
            </a:r>
            <a:r>
              <a:rPr lang="en-US" altLang="ko-KR" sz="1200" b="0" i="0" dirty="0" err="1"/>
              <a:t>dataValRead</a:t>
            </a:r>
            <a:r>
              <a:rPr lang="en-US" altLang="ko-KR" sz="1200" b="0" i="0" dirty="0"/>
              <a:t>);</a:t>
            </a:r>
          </a:p>
          <a:p>
            <a:pPr marL="0" indent="0">
              <a:buNone/>
            </a:pPr>
            <a:r>
              <a:rPr lang="en-US" altLang="ko-KR" sz="1200" b="0" i="0" dirty="0"/>
              <a:t>    </a:t>
            </a:r>
            <a:r>
              <a:rPr lang="en-US" altLang="ko-KR" sz="1200" b="0" i="0" dirty="0" err="1"/>
              <a:t>printf</a:t>
            </a:r>
            <a:r>
              <a:rPr lang="en-US" altLang="ko-KR" sz="1200" b="0" i="0" dirty="0"/>
              <a:t>("LPS25H_RES_CONF_ADDR </a:t>
            </a:r>
            <a:r>
              <a:rPr lang="en-US" altLang="ko-KR" sz="1200" b="0" i="0" dirty="0" err="1"/>
              <a:t>init</a:t>
            </a:r>
            <a:r>
              <a:rPr lang="en-US" altLang="ko-KR" sz="1200" b="0" i="0" dirty="0"/>
              <a:t> read : 0x%02X\r\n", </a:t>
            </a:r>
            <a:r>
              <a:rPr lang="en-US" altLang="ko-KR" sz="1200" b="0" i="0" dirty="0" err="1"/>
              <a:t>dataValRead</a:t>
            </a:r>
            <a:r>
              <a:rPr lang="en-US" altLang="ko-KR" sz="1200" b="0" i="0" dirty="0"/>
              <a:t>);</a:t>
            </a:r>
          </a:p>
          <a:p>
            <a:pPr marL="0" indent="0">
              <a:buNone/>
            </a:pPr>
            <a:r>
              <a:rPr lang="en-US" altLang="ko-KR" sz="1200" b="0" i="0" dirty="0"/>
              <a:t>}</a:t>
            </a:r>
          </a:p>
          <a:p>
            <a:pPr marL="0" indent="0">
              <a:buNone/>
            </a:pPr>
            <a:r>
              <a:rPr lang="en-US" altLang="ko-KR" sz="1200" b="0" i="0" dirty="0"/>
              <a:t>/* USER CODE END 0 */</a:t>
            </a:r>
          </a:p>
        </p:txBody>
      </p:sp>
    </p:spTree>
    <p:extLst>
      <p:ext uri="{BB962C8B-B14F-4D97-AF65-F5344CB8AC3E}">
        <p14:creationId xmlns:p14="http://schemas.microsoft.com/office/powerpoint/2010/main" val="65956229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F7E0CF-BF87-996D-5C09-4E4F0D6A3A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0EEECD9-03F6-9330-59FF-D962300B30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Code </a:t>
            </a:r>
            <a:r>
              <a:rPr lang="ko-KR" altLang="en-US" dirty="0"/>
              <a:t>수정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277FC0-BF65-09A1-9526-9B5685086852}"/>
              </a:ext>
            </a:extLst>
          </p:cNvPr>
          <p:cNvSpPr txBox="1">
            <a:spLocks/>
          </p:cNvSpPr>
          <p:nvPr/>
        </p:nvSpPr>
        <p:spPr bwMode="auto">
          <a:xfrm>
            <a:off x="628650" y="692696"/>
            <a:ext cx="7886700" cy="55446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 fontScale="92500" lnSpcReduction="10000"/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Ø"/>
              <a:defRPr kumimoji="1">
                <a:solidFill>
                  <a:schemeClr val="tx1"/>
                </a:solidFill>
                <a:latin typeface="Verdana" pitchFamily="34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 2" pitchFamily="18" charset="2"/>
              <a:buChar char="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r>
              <a:rPr lang="ko-KR" altLang="en-US" b="0" i="0" kern="0" dirty="0"/>
              <a:t>초기화 후 디바이스 </a:t>
            </a:r>
            <a:r>
              <a:rPr lang="en-US" altLang="ko-KR" b="0" i="0" kern="0" dirty="0"/>
              <a:t>ID </a:t>
            </a:r>
            <a:r>
              <a:rPr lang="ko-KR" altLang="en-US" b="0" i="0" kern="0" dirty="0"/>
              <a:t>읽어보기</a:t>
            </a:r>
            <a:endParaRPr lang="en-US" altLang="ko-KR" b="0" i="0" kern="0" dirty="0"/>
          </a:p>
          <a:p>
            <a:endParaRPr lang="en-US" altLang="ko-KR" b="0" i="0" kern="0" dirty="0"/>
          </a:p>
          <a:p>
            <a:pPr marL="0" indent="0">
              <a:buNone/>
            </a:pPr>
            <a:r>
              <a:rPr lang="en-US" altLang="ko-KR" sz="1200" b="0" i="0" dirty="0"/>
              <a:t>int main(void)</a:t>
            </a:r>
          </a:p>
          <a:p>
            <a:pPr marL="0" indent="0">
              <a:buNone/>
            </a:pPr>
            <a:r>
              <a:rPr lang="en-US" altLang="ko-KR" sz="1200" b="0" i="0" dirty="0"/>
              <a:t>{</a:t>
            </a:r>
          </a:p>
          <a:p>
            <a:pPr marL="0" indent="0">
              <a:buNone/>
            </a:pPr>
            <a:r>
              <a:rPr lang="en-US" altLang="ko-KR" sz="1200" b="0" i="0" dirty="0"/>
              <a:t>  /* USER CODE BEGIN 1 */</a:t>
            </a:r>
          </a:p>
          <a:p>
            <a:pPr marL="0" indent="0">
              <a:buNone/>
            </a:pPr>
            <a:r>
              <a:rPr lang="en-US" altLang="ko-KR" sz="1200" b="0" i="0" dirty="0"/>
              <a:t>    uint8_t   </a:t>
            </a:r>
            <a:r>
              <a:rPr lang="en-US" altLang="ko-KR" sz="1200" b="0" i="0" dirty="0" err="1"/>
              <a:t>dataVal</a:t>
            </a:r>
            <a:r>
              <a:rPr lang="en-US" altLang="ko-KR" sz="1200" b="0" i="0" dirty="0"/>
              <a:t>[3];</a:t>
            </a:r>
          </a:p>
          <a:p>
            <a:pPr marL="0" indent="0">
              <a:buNone/>
            </a:pPr>
            <a:r>
              <a:rPr lang="en-US" altLang="ko-KR" sz="1200" b="0" i="0" dirty="0"/>
              <a:t>    uint8_t   buffer[3]={0}, </a:t>
            </a:r>
            <a:r>
              <a:rPr lang="en-US" altLang="ko-KR" sz="1200" b="0" i="0" dirty="0" err="1"/>
              <a:t>i</a:t>
            </a:r>
            <a:r>
              <a:rPr lang="en-US" altLang="ko-KR" sz="1200" b="0" i="0" dirty="0"/>
              <a:t>;</a:t>
            </a:r>
          </a:p>
          <a:p>
            <a:pPr marL="0" indent="0">
              <a:buNone/>
            </a:pPr>
            <a:r>
              <a:rPr lang="en-US" altLang="ko-KR" sz="1200" b="0" i="0" dirty="0"/>
              <a:t>    uint32_t  data32Val;</a:t>
            </a:r>
          </a:p>
          <a:p>
            <a:pPr marL="0" indent="0">
              <a:buNone/>
            </a:pPr>
            <a:r>
              <a:rPr lang="en-US" altLang="ko-KR" sz="1200" b="0" i="0" dirty="0"/>
              <a:t>    int16_t   data16Val;</a:t>
            </a:r>
          </a:p>
          <a:p>
            <a:pPr marL="0" indent="0">
              <a:buNone/>
            </a:pPr>
            <a:endParaRPr lang="en-US" altLang="ko-KR" sz="1200" b="0" i="0" dirty="0"/>
          </a:p>
          <a:p>
            <a:pPr marL="0" indent="0">
              <a:buNone/>
            </a:pPr>
            <a:r>
              <a:rPr lang="en-US" altLang="ko-KR" sz="1200" b="0" i="0" dirty="0"/>
              <a:t>    uint32_t  k;</a:t>
            </a:r>
          </a:p>
          <a:p>
            <a:pPr marL="0" indent="0">
              <a:buNone/>
            </a:pPr>
            <a:endParaRPr lang="en-US" altLang="ko-KR" sz="1200" b="0" i="0" dirty="0"/>
          </a:p>
          <a:p>
            <a:pPr marL="0" indent="0">
              <a:buNone/>
            </a:pPr>
            <a:r>
              <a:rPr lang="en-US" altLang="ko-KR" sz="1200" b="0" i="0" dirty="0"/>
              <a:t>    float </a:t>
            </a:r>
            <a:r>
              <a:rPr lang="en-US" altLang="ko-KR" sz="1200" b="0" i="0" dirty="0" err="1"/>
              <a:t>calcData</a:t>
            </a:r>
            <a:r>
              <a:rPr lang="en-US" altLang="ko-KR" sz="1200" b="0" i="0" dirty="0"/>
              <a:t>;</a:t>
            </a:r>
          </a:p>
          <a:p>
            <a:pPr marL="0" indent="0">
              <a:buNone/>
            </a:pPr>
            <a:r>
              <a:rPr lang="en-US" altLang="ko-KR" sz="1200" b="0" i="0" dirty="0"/>
              <a:t>    uint32_t  data32Val_sum;</a:t>
            </a:r>
          </a:p>
          <a:p>
            <a:pPr marL="0" indent="0">
              <a:buNone/>
            </a:pPr>
            <a:r>
              <a:rPr lang="en-US" altLang="ko-KR" sz="1200" b="0" i="0" dirty="0"/>
              <a:t>  /* USER CODE END 1 */</a:t>
            </a:r>
          </a:p>
          <a:p>
            <a:pPr marL="0" indent="0">
              <a:buNone/>
            </a:pPr>
            <a:endParaRPr lang="en-US" altLang="ko-KR" sz="1200" b="0" i="0" dirty="0"/>
          </a:p>
          <a:p>
            <a:pPr marL="0" indent="0">
              <a:buNone/>
            </a:pPr>
            <a:r>
              <a:rPr lang="en-US" altLang="ko-KR" sz="1200" b="0" i="0" dirty="0"/>
              <a:t>  /* USER CODE BEGIN 2 */</a:t>
            </a:r>
          </a:p>
          <a:p>
            <a:pPr marL="0" indent="0">
              <a:buNone/>
            </a:pPr>
            <a:r>
              <a:rPr lang="en-US" altLang="ko-KR" sz="1200" b="0" i="0" dirty="0"/>
              <a:t>  </a:t>
            </a:r>
            <a:r>
              <a:rPr lang="en-US" altLang="ko-KR" sz="1200" b="0" i="0" dirty="0" err="1"/>
              <a:t>printf</a:t>
            </a:r>
            <a:r>
              <a:rPr lang="en-US" altLang="ko-KR" sz="1200" b="0" i="0" dirty="0"/>
              <a:t>("I2C-LPS25 test\r\n");</a:t>
            </a:r>
          </a:p>
          <a:p>
            <a:pPr marL="0" indent="0">
              <a:buNone/>
            </a:pPr>
            <a:endParaRPr lang="en-US" altLang="ko-KR" sz="1200" b="0" i="0" dirty="0"/>
          </a:p>
          <a:p>
            <a:pPr marL="0" indent="0">
              <a:buNone/>
            </a:pPr>
            <a:r>
              <a:rPr lang="en-US" altLang="ko-KR" sz="1200" b="0" i="0" dirty="0"/>
              <a:t>    </a:t>
            </a:r>
            <a:r>
              <a:rPr lang="en-US" altLang="ko-KR" sz="1200" b="0" i="0" dirty="0" err="1"/>
              <a:t>HAL_Delay</a:t>
            </a:r>
            <a:r>
              <a:rPr lang="en-US" altLang="ko-KR" sz="1200" b="0" i="0" dirty="0"/>
              <a:t>(1000);</a:t>
            </a:r>
          </a:p>
          <a:p>
            <a:pPr marL="0" indent="0">
              <a:buNone/>
            </a:pPr>
            <a:r>
              <a:rPr lang="en-US" altLang="ko-KR" sz="1200" b="0" i="0" dirty="0"/>
              <a:t>    LPS25H_Init();</a:t>
            </a:r>
          </a:p>
          <a:p>
            <a:pPr marL="0" indent="0">
              <a:buNone/>
            </a:pPr>
            <a:r>
              <a:rPr lang="en-US" altLang="ko-KR" sz="1200" b="0" i="0" dirty="0"/>
              <a:t>    </a:t>
            </a:r>
            <a:r>
              <a:rPr lang="en-US" altLang="ko-KR" sz="1200" b="0" i="0" dirty="0" err="1"/>
              <a:t>HAL_Delay</a:t>
            </a:r>
            <a:r>
              <a:rPr lang="en-US" altLang="ko-KR" sz="1200" b="0" i="0" dirty="0"/>
              <a:t>(300);</a:t>
            </a:r>
          </a:p>
          <a:p>
            <a:pPr marL="0" indent="0">
              <a:buNone/>
            </a:pPr>
            <a:r>
              <a:rPr lang="en-US" altLang="ko-KR" sz="1200" b="0" i="0" dirty="0"/>
              <a:t>    SENSOR_LPS25H_Read_Bytes(LPS25H_SLAVE_ADDRESS, LPS25H_WHO_AM_I_ADDR, 1, </a:t>
            </a:r>
            <a:r>
              <a:rPr lang="en-US" altLang="ko-KR" sz="1200" b="0" i="0" dirty="0" err="1"/>
              <a:t>dataVal</a:t>
            </a:r>
            <a:r>
              <a:rPr lang="en-US" altLang="ko-KR" sz="1200" b="0" i="0" dirty="0"/>
              <a:t>);</a:t>
            </a:r>
          </a:p>
          <a:p>
            <a:pPr marL="0" indent="0">
              <a:buNone/>
            </a:pPr>
            <a:r>
              <a:rPr lang="en-US" altLang="ko-KR" sz="1200" b="0" i="0" dirty="0"/>
              <a:t>    </a:t>
            </a:r>
            <a:r>
              <a:rPr lang="en-US" altLang="ko-KR" sz="1200" b="0" i="0" dirty="0" err="1"/>
              <a:t>printf</a:t>
            </a:r>
            <a:r>
              <a:rPr lang="en-US" altLang="ko-KR" sz="1200" b="0" i="0" dirty="0"/>
              <a:t>("Device id : 0x%02X\r\n", </a:t>
            </a:r>
            <a:r>
              <a:rPr lang="en-US" altLang="ko-KR" sz="1200" b="0" i="0" dirty="0" err="1"/>
              <a:t>dataVal</a:t>
            </a:r>
            <a:r>
              <a:rPr lang="en-US" altLang="ko-KR" sz="1200" b="0" i="0" dirty="0"/>
              <a:t>[0]);</a:t>
            </a:r>
          </a:p>
          <a:p>
            <a:pPr marL="0" indent="0">
              <a:buNone/>
            </a:pPr>
            <a:endParaRPr lang="en-US" altLang="ko-KR" sz="1200" b="0" i="0" dirty="0"/>
          </a:p>
          <a:p>
            <a:pPr marL="0" indent="0">
              <a:buNone/>
            </a:pPr>
            <a:r>
              <a:rPr lang="en-US" altLang="ko-KR" sz="1200" b="0" i="0" dirty="0"/>
              <a:t>  /* USER CODE END 2 */</a:t>
            </a:r>
          </a:p>
        </p:txBody>
      </p:sp>
    </p:spTree>
    <p:extLst>
      <p:ext uri="{BB962C8B-B14F-4D97-AF65-F5344CB8AC3E}">
        <p14:creationId xmlns:p14="http://schemas.microsoft.com/office/powerpoint/2010/main" val="378486396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2ED98D-EDA4-7C37-1524-A06ADCC588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2BBAF7E-9763-8589-7D08-D8792DD8B9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Code </a:t>
            </a:r>
            <a:r>
              <a:rPr lang="ko-KR" altLang="en-US" dirty="0"/>
              <a:t>수정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75CD07-F00A-9A75-A83D-366FC238ABCF}"/>
              </a:ext>
            </a:extLst>
          </p:cNvPr>
          <p:cNvSpPr txBox="1">
            <a:spLocks/>
          </p:cNvSpPr>
          <p:nvPr/>
        </p:nvSpPr>
        <p:spPr bwMode="auto">
          <a:xfrm>
            <a:off x="628650" y="692696"/>
            <a:ext cx="7886700" cy="55446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 fontScale="85000" lnSpcReduction="20000"/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Ø"/>
              <a:defRPr kumimoji="1">
                <a:solidFill>
                  <a:schemeClr val="tx1"/>
                </a:solidFill>
                <a:latin typeface="Verdana" pitchFamily="34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 2" pitchFamily="18" charset="2"/>
              <a:buChar char="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r>
              <a:rPr lang="en-US" altLang="ko-KR" b="0" i="0" kern="0" dirty="0"/>
              <a:t>1</a:t>
            </a:r>
            <a:r>
              <a:rPr lang="ko-KR" altLang="en-US" b="0" i="0" kern="0" dirty="0"/>
              <a:t>초 주기로 대기압과 온도 정보를 표시한다</a:t>
            </a:r>
            <a:r>
              <a:rPr lang="en-US" altLang="ko-KR" b="0" i="0" kern="0" dirty="0"/>
              <a:t>.</a:t>
            </a:r>
          </a:p>
          <a:p>
            <a:endParaRPr lang="en-US" altLang="ko-KR" b="0" i="0" kern="0" dirty="0"/>
          </a:p>
          <a:p>
            <a:pPr marL="0" indent="0">
              <a:buNone/>
            </a:pPr>
            <a:r>
              <a:rPr lang="en-US" altLang="ko-KR" sz="1200" b="0" i="0" dirty="0"/>
              <a:t> while (1)</a:t>
            </a:r>
          </a:p>
          <a:p>
            <a:pPr marL="0" indent="0">
              <a:buNone/>
            </a:pPr>
            <a:r>
              <a:rPr lang="en-US" altLang="ko-KR" sz="1200" b="0" i="0" dirty="0"/>
              <a:t>  {</a:t>
            </a:r>
          </a:p>
          <a:p>
            <a:pPr marL="0" indent="0">
              <a:buNone/>
            </a:pPr>
            <a:r>
              <a:rPr lang="en-US" altLang="ko-KR" sz="1200" b="0" i="0" dirty="0"/>
              <a:t>	data32Val = 0;</a:t>
            </a:r>
          </a:p>
          <a:p>
            <a:pPr marL="0" indent="0">
              <a:buNone/>
            </a:pPr>
            <a:r>
              <a:rPr lang="en-US" altLang="ko-KR" sz="1200" b="0" i="0" dirty="0"/>
              <a:t>	data32Val_sum = 0;</a:t>
            </a:r>
          </a:p>
          <a:p>
            <a:pPr marL="0" indent="0">
              <a:buNone/>
            </a:pPr>
            <a:endParaRPr lang="en-US" altLang="ko-KR" sz="1200" b="0" i="0" dirty="0"/>
          </a:p>
          <a:p>
            <a:pPr marL="0" indent="0">
              <a:buNone/>
            </a:pPr>
            <a:r>
              <a:rPr lang="en-US" altLang="ko-KR" sz="1200" b="0" i="0" dirty="0"/>
              <a:t>	</a:t>
            </a:r>
            <a:r>
              <a:rPr lang="en-US" altLang="ko-KR" sz="1200" b="0" i="0" dirty="0" err="1"/>
              <a:t>HAL_Delay</a:t>
            </a:r>
            <a:r>
              <a:rPr lang="en-US" altLang="ko-KR" sz="1200" b="0" i="0" dirty="0"/>
              <a:t>(1000);</a:t>
            </a:r>
          </a:p>
          <a:p>
            <a:pPr marL="0" indent="0">
              <a:buNone/>
            </a:pPr>
            <a:r>
              <a:rPr lang="en-US" altLang="ko-KR" sz="1200" b="0" i="0" dirty="0"/>
              <a:t>	for(k = 0; k &lt; COUNT_AVERAGE_VAL; k ++)</a:t>
            </a:r>
          </a:p>
          <a:p>
            <a:pPr marL="0" indent="0">
              <a:buNone/>
            </a:pPr>
            <a:r>
              <a:rPr lang="en-US" altLang="ko-KR" sz="1200" b="0" i="0" dirty="0"/>
              <a:t>	{</a:t>
            </a:r>
          </a:p>
          <a:p>
            <a:pPr marL="0" indent="0">
              <a:buNone/>
            </a:pPr>
            <a:r>
              <a:rPr lang="en-US" altLang="ko-KR" sz="1200" b="0" i="0" dirty="0"/>
              <a:t>		SENSOR_LPS25H_Read_Bytes(LPS25H_SLAVE_ADDRESS, LPS25H_PRESS_POUT_XL_ADDR + 0x80, 3, buffer);</a:t>
            </a:r>
          </a:p>
          <a:p>
            <a:pPr marL="0" indent="0">
              <a:buNone/>
            </a:pPr>
            <a:endParaRPr lang="en-US" altLang="ko-KR" sz="1200" b="0" i="0" dirty="0"/>
          </a:p>
          <a:p>
            <a:pPr marL="0" indent="0">
              <a:buNone/>
            </a:pPr>
            <a:r>
              <a:rPr lang="en-US" altLang="ko-KR" sz="1200" b="0" i="0" dirty="0"/>
              <a:t>		/* Build the raw data */</a:t>
            </a:r>
          </a:p>
          <a:p>
            <a:pPr marL="0" indent="0">
              <a:buNone/>
            </a:pPr>
            <a:r>
              <a:rPr lang="en-US" altLang="ko-KR" sz="1200" b="0" i="0" dirty="0"/>
              <a:t>		for(</a:t>
            </a:r>
            <a:r>
              <a:rPr lang="en-US" altLang="ko-KR" sz="1200" b="0" i="0" dirty="0" err="1"/>
              <a:t>i</a:t>
            </a:r>
            <a:r>
              <a:rPr lang="en-US" altLang="ko-KR" sz="1200" b="0" i="0" dirty="0"/>
              <a:t> = 0; </a:t>
            </a:r>
            <a:r>
              <a:rPr lang="en-US" altLang="ko-KR" sz="1200" b="0" i="0" dirty="0" err="1"/>
              <a:t>i</a:t>
            </a:r>
            <a:r>
              <a:rPr lang="en-US" altLang="ko-KR" sz="1200" b="0" i="0" dirty="0"/>
              <a:t> &lt; 3; </a:t>
            </a:r>
            <a:r>
              <a:rPr lang="en-US" altLang="ko-KR" sz="1200" b="0" i="0" dirty="0" err="1"/>
              <a:t>i</a:t>
            </a:r>
            <a:r>
              <a:rPr lang="en-US" altLang="ko-KR" sz="1200" b="0" i="0" dirty="0"/>
              <a:t> ++)</a:t>
            </a:r>
          </a:p>
          <a:p>
            <a:pPr marL="0" indent="0">
              <a:buNone/>
            </a:pPr>
            <a:r>
              <a:rPr lang="en-US" altLang="ko-KR" sz="1200" b="0" i="0" dirty="0"/>
              <a:t>			data32Val |= (((uint32_t) buffer[</a:t>
            </a:r>
            <a:r>
              <a:rPr lang="en-US" altLang="ko-KR" sz="1200" b="0" i="0" dirty="0" err="1"/>
              <a:t>i</a:t>
            </a:r>
            <a:r>
              <a:rPr lang="en-US" altLang="ko-KR" sz="1200" b="0" i="0" dirty="0"/>
              <a:t>]) &lt;&lt; (8 * </a:t>
            </a:r>
            <a:r>
              <a:rPr lang="en-US" altLang="ko-KR" sz="1200" b="0" i="0" dirty="0" err="1"/>
              <a:t>i</a:t>
            </a:r>
            <a:r>
              <a:rPr lang="en-US" altLang="ko-KR" sz="1200" b="0" i="0" dirty="0"/>
              <a:t>));</a:t>
            </a:r>
          </a:p>
          <a:p>
            <a:pPr marL="0" indent="0">
              <a:buNone/>
            </a:pPr>
            <a:r>
              <a:rPr lang="en-US" altLang="ko-KR" sz="1200" b="0" i="0" dirty="0"/>
              <a:t>		if (data32Val &amp; 0x00800000)</a:t>
            </a:r>
          </a:p>
          <a:p>
            <a:pPr marL="0" indent="0">
              <a:buNone/>
            </a:pPr>
            <a:r>
              <a:rPr lang="en-US" altLang="ko-KR" sz="1200" b="0" i="0" dirty="0"/>
              <a:t>			data32Val |= 0xFF000000;</a:t>
            </a:r>
          </a:p>
          <a:p>
            <a:pPr marL="0" indent="0">
              <a:buNone/>
            </a:pPr>
            <a:r>
              <a:rPr lang="en-US" altLang="ko-KR" sz="1200" b="0" i="0" dirty="0"/>
              <a:t>		data32Val_sum += data32Val;</a:t>
            </a:r>
          </a:p>
          <a:p>
            <a:pPr marL="0" indent="0">
              <a:buNone/>
            </a:pPr>
            <a:r>
              <a:rPr lang="en-US" altLang="ko-KR" sz="1200" b="0" i="0" dirty="0"/>
              <a:t>		</a:t>
            </a:r>
            <a:r>
              <a:rPr lang="en-US" altLang="ko-KR" sz="1200" b="0" i="0" dirty="0" err="1"/>
              <a:t>HAL_Delay</a:t>
            </a:r>
            <a:r>
              <a:rPr lang="en-US" altLang="ko-KR" sz="1200" b="0" i="0" dirty="0"/>
              <a:t>(1);</a:t>
            </a:r>
          </a:p>
          <a:p>
            <a:pPr marL="0" indent="0">
              <a:buNone/>
            </a:pPr>
            <a:r>
              <a:rPr lang="en-US" altLang="ko-KR" sz="1200" b="0" i="0" dirty="0"/>
              <a:t>	}</a:t>
            </a:r>
          </a:p>
          <a:p>
            <a:pPr marL="0" indent="0">
              <a:buNone/>
            </a:pPr>
            <a:r>
              <a:rPr lang="en-US" altLang="ko-KR" sz="1200" b="0" i="0" dirty="0"/>
              <a:t>	</a:t>
            </a:r>
            <a:r>
              <a:rPr lang="en-US" altLang="ko-KR" sz="1200" b="0" i="0" dirty="0" err="1"/>
              <a:t>calcData</a:t>
            </a:r>
            <a:r>
              <a:rPr lang="en-US" altLang="ko-KR" sz="1200" b="0" i="0" dirty="0"/>
              <a:t> = (float)data32Val_sum / COUNT_AVERAGE_VAL / 4096.0;</a:t>
            </a:r>
          </a:p>
          <a:p>
            <a:pPr marL="0" indent="0">
              <a:buNone/>
            </a:pPr>
            <a:r>
              <a:rPr lang="en-US" altLang="ko-KR" sz="1200" b="0" i="0" dirty="0"/>
              <a:t>	</a:t>
            </a:r>
            <a:r>
              <a:rPr lang="en-US" altLang="ko-KR" sz="1200" b="0" i="0" dirty="0" err="1"/>
              <a:t>printf</a:t>
            </a:r>
            <a:r>
              <a:rPr lang="en-US" altLang="ko-KR" sz="1200" b="0" i="0" dirty="0"/>
              <a:t>("Pressure: %5.2f </a:t>
            </a:r>
            <a:r>
              <a:rPr lang="en-US" altLang="ko-KR" sz="1200" b="0" i="0" dirty="0" err="1"/>
              <a:t>hPa</a:t>
            </a:r>
            <a:r>
              <a:rPr lang="en-US" altLang="ko-KR" sz="1200" b="0" i="0" dirty="0"/>
              <a:t>\r\n", </a:t>
            </a:r>
            <a:r>
              <a:rPr lang="en-US" altLang="ko-KR" sz="1200" b="0" i="0" dirty="0" err="1"/>
              <a:t>calcData</a:t>
            </a:r>
            <a:r>
              <a:rPr lang="en-US" altLang="ko-KR" sz="1200" b="0" i="0" dirty="0"/>
              <a:t>);</a:t>
            </a:r>
          </a:p>
          <a:p>
            <a:pPr marL="0" indent="0">
              <a:buNone/>
            </a:pPr>
            <a:r>
              <a:rPr lang="en-US" altLang="ko-KR" sz="1200" b="0" i="0" dirty="0"/>
              <a:t>	data16Val=0;</a:t>
            </a:r>
          </a:p>
          <a:p>
            <a:pPr marL="0" indent="0">
              <a:buNone/>
            </a:pPr>
            <a:endParaRPr lang="en-US" altLang="ko-KR" sz="1200" b="0" i="0" dirty="0"/>
          </a:p>
          <a:p>
            <a:pPr marL="0" indent="0">
              <a:buNone/>
            </a:pPr>
            <a:r>
              <a:rPr lang="en-US" altLang="ko-KR" sz="1200" b="0" i="0" dirty="0"/>
              <a:t>	SENSOR_LPS25H_Read_Bytes(LPS25H_SLAVE_ADDRESS, LPS25H_TEMP_OUT_L_ADDR + 0x80, 2, buffer);</a:t>
            </a:r>
          </a:p>
          <a:p>
            <a:pPr marL="0" indent="0">
              <a:buNone/>
            </a:pPr>
            <a:endParaRPr lang="en-US" altLang="ko-KR" sz="1200" b="0" i="0" dirty="0"/>
          </a:p>
          <a:p>
            <a:pPr marL="0" indent="0">
              <a:buNone/>
            </a:pPr>
            <a:r>
              <a:rPr lang="en-US" altLang="ko-KR" sz="1200" b="0" i="0" dirty="0"/>
              <a:t>	data16Val = (((int16_t)buffer[1]) &lt;&lt; 8) + (int16_t)buffer[0];</a:t>
            </a:r>
          </a:p>
          <a:p>
            <a:pPr marL="0" indent="0">
              <a:buNone/>
            </a:pPr>
            <a:r>
              <a:rPr lang="en-US" altLang="ko-KR" sz="1200" b="0" i="0" dirty="0"/>
              <a:t>	</a:t>
            </a:r>
            <a:r>
              <a:rPr lang="en-US" altLang="ko-KR" sz="1200" b="0" i="0" dirty="0" err="1"/>
              <a:t>calcData</a:t>
            </a:r>
            <a:r>
              <a:rPr lang="en-US" altLang="ko-KR" sz="1200" b="0" i="0" dirty="0"/>
              <a:t> = (((float)data16Val/480.0) + 42.5);</a:t>
            </a:r>
          </a:p>
          <a:p>
            <a:pPr marL="0" indent="0">
              <a:buNone/>
            </a:pPr>
            <a:r>
              <a:rPr lang="en-US" altLang="ko-KR" sz="1200" b="0" i="0" dirty="0"/>
              <a:t>	</a:t>
            </a:r>
            <a:r>
              <a:rPr lang="en-US" altLang="ko-KR" sz="1200" b="0" i="0" dirty="0" err="1"/>
              <a:t>printf</a:t>
            </a:r>
            <a:r>
              <a:rPr lang="en-US" altLang="ko-KR" sz="1200" b="0" i="0" dirty="0"/>
              <a:t>("Temperature: %</a:t>
            </a:r>
            <a:r>
              <a:rPr lang="en-US" altLang="ko-KR" sz="1200" b="0" i="0" dirty="0" err="1"/>
              <a:t>f°C</a:t>
            </a:r>
            <a:r>
              <a:rPr lang="en-US" altLang="ko-KR" sz="1200" b="0" i="0" dirty="0"/>
              <a:t>\r\n", </a:t>
            </a:r>
            <a:r>
              <a:rPr lang="en-US" altLang="ko-KR" sz="1200" b="0" i="0" dirty="0" err="1"/>
              <a:t>calcData</a:t>
            </a:r>
            <a:r>
              <a:rPr lang="en-US" altLang="ko-KR" sz="1200" b="0" i="0" dirty="0"/>
              <a:t>);</a:t>
            </a:r>
          </a:p>
          <a:p>
            <a:pPr marL="0" indent="0">
              <a:buNone/>
            </a:pPr>
            <a:r>
              <a:rPr lang="en-US" altLang="ko-KR" sz="1200" b="0" i="0" dirty="0"/>
              <a:t>  }</a:t>
            </a:r>
          </a:p>
        </p:txBody>
      </p:sp>
    </p:spTree>
    <p:extLst>
      <p:ext uri="{BB962C8B-B14F-4D97-AF65-F5344CB8AC3E}">
        <p14:creationId xmlns:p14="http://schemas.microsoft.com/office/powerpoint/2010/main" val="249201176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0A4767-0E7A-E8D3-ABC6-6DF7ACEF40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2129216-DF74-AAF1-8F0D-0C40F5AFFC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Build</a:t>
            </a:r>
            <a:r>
              <a:rPr lang="ko-KR" alt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986E09-B1AD-4CC3-E143-56E52148A587}"/>
              </a:ext>
            </a:extLst>
          </p:cNvPr>
          <p:cNvSpPr txBox="1">
            <a:spLocks/>
          </p:cNvSpPr>
          <p:nvPr/>
        </p:nvSpPr>
        <p:spPr bwMode="auto">
          <a:xfrm>
            <a:off x="628650" y="692696"/>
            <a:ext cx="7886700" cy="56886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Ø"/>
              <a:defRPr kumimoji="1">
                <a:solidFill>
                  <a:schemeClr val="tx1"/>
                </a:solidFill>
                <a:latin typeface="Verdana" pitchFamily="34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 2" pitchFamily="18" charset="2"/>
              <a:buChar char="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r>
              <a:rPr lang="ko-KR" altLang="en-US" b="0" i="0" kern="0" dirty="0"/>
              <a:t>아래 버튼 클릭하여 </a:t>
            </a:r>
            <a:r>
              <a:rPr lang="en-US" altLang="ko-KR" b="0" i="0" kern="0" dirty="0"/>
              <a:t>Build</a:t>
            </a:r>
          </a:p>
          <a:p>
            <a:pPr marL="0" indent="0">
              <a:buNone/>
            </a:pPr>
            <a:endParaRPr lang="en-US" altLang="ko-KR" b="0" i="0" kern="0" dirty="0"/>
          </a:p>
          <a:p>
            <a:pPr marL="0" indent="0">
              <a:buNone/>
            </a:pPr>
            <a:endParaRPr lang="en-US" altLang="ko-KR" sz="1400" b="0" i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</p:txBody>
      </p:sp>
      <p:pic>
        <p:nvPicPr>
          <p:cNvPr id="5" name="그림 4" descr="텍스트, 스크린샷, 소프트웨어, 컴퓨터 아이콘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B538E2A-ECBE-73F7-2864-2D1034AF14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5696" y="1484784"/>
            <a:ext cx="5200650" cy="4229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47941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67755D-007D-0D13-8034-0ACC4F8BC9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FB0814A-47DF-9707-6D4B-1C2B9D69BA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Build </a:t>
            </a:r>
            <a:r>
              <a:rPr lang="ko-KR" altLang="en-US" dirty="0"/>
              <a:t>결과물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6A087B-9A95-B5F6-52C4-344BCB941593}"/>
              </a:ext>
            </a:extLst>
          </p:cNvPr>
          <p:cNvSpPr txBox="1">
            <a:spLocks/>
          </p:cNvSpPr>
          <p:nvPr/>
        </p:nvSpPr>
        <p:spPr bwMode="auto">
          <a:xfrm>
            <a:off x="628650" y="692696"/>
            <a:ext cx="7886700" cy="56886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Ø"/>
              <a:defRPr kumimoji="1">
                <a:solidFill>
                  <a:schemeClr val="tx1"/>
                </a:solidFill>
                <a:latin typeface="Verdana" pitchFamily="34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 2" pitchFamily="18" charset="2"/>
              <a:buChar char="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r>
              <a:rPr lang="ko-KR" altLang="en-US" b="0" i="0" kern="0" dirty="0"/>
              <a:t>빌드 결과물 이름은 </a:t>
            </a:r>
            <a:r>
              <a:rPr lang="en-US" altLang="ko-KR" b="0" i="0" kern="0" dirty="0"/>
              <a:t>[</a:t>
            </a:r>
            <a:r>
              <a:rPr lang="ko-KR" altLang="en-US" b="0" i="0" kern="0" dirty="0"/>
              <a:t>프로젝트 이름</a:t>
            </a:r>
            <a:r>
              <a:rPr lang="en-US" altLang="ko-KR" b="0" i="0" kern="0" dirty="0"/>
              <a:t>].bin</a:t>
            </a:r>
            <a:r>
              <a:rPr lang="ko-KR" altLang="en-US" b="0" i="0" kern="0" dirty="0"/>
              <a:t>이다</a:t>
            </a:r>
            <a:r>
              <a:rPr lang="en-US" altLang="ko-KR" b="0" i="0" kern="0" dirty="0"/>
              <a:t>.</a:t>
            </a:r>
          </a:p>
          <a:p>
            <a:pPr marL="0" indent="0">
              <a:buNone/>
            </a:pPr>
            <a:endParaRPr lang="en-US" altLang="ko-KR" b="0" i="0" kern="0" dirty="0"/>
          </a:p>
          <a:p>
            <a:pPr marL="0" indent="0">
              <a:buNone/>
            </a:pPr>
            <a:endParaRPr lang="en-US" altLang="ko-KR" sz="1400" b="0" i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</p:txBody>
      </p:sp>
      <p:pic>
        <p:nvPicPr>
          <p:cNvPr id="6" name="그림 5" descr="텍스트, 스크린샷, 폰트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9557283-11C0-814B-21EC-6834EEFF0E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5162" y="1527237"/>
            <a:ext cx="2733675" cy="4019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495806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EEB8F8-B0D9-705C-74BC-ECAD471F86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B366729-F726-75F5-0172-6C7BEF8E1D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BIN </a:t>
            </a:r>
            <a:r>
              <a:rPr lang="ko-KR" altLang="en-US" dirty="0"/>
              <a:t>다운로드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903C50-C32B-952D-8FC4-82AA18768427}"/>
              </a:ext>
            </a:extLst>
          </p:cNvPr>
          <p:cNvSpPr txBox="1">
            <a:spLocks/>
          </p:cNvSpPr>
          <p:nvPr/>
        </p:nvSpPr>
        <p:spPr bwMode="auto">
          <a:xfrm>
            <a:off x="628650" y="692696"/>
            <a:ext cx="7886700" cy="56886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Ø"/>
              <a:defRPr kumimoji="1">
                <a:solidFill>
                  <a:schemeClr val="tx1"/>
                </a:solidFill>
                <a:latin typeface="Verdana" pitchFamily="34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 2" pitchFamily="18" charset="2"/>
              <a:buChar char="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r>
              <a:rPr lang="en-US" altLang="ko-KR" b="0" i="0" kern="0" dirty="0"/>
              <a:t>UART1</a:t>
            </a:r>
            <a:r>
              <a:rPr lang="ko-KR" altLang="en-US" b="0" i="0" kern="0" dirty="0"/>
              <a:t>과 연결되어 있는 터미널</a:t>
            </a:r>
            <a:r>
              <a:rPr lang="en-US" altLang="ko-KR" b="0" i="0" kern="0" dirty="0"/>
              <a:t>(</a:t>
            </a:r>
            <a:r>
              <a:rPr lang="en-US" altLang="ko-KR" b="0" i="0" kern="0" dirty="0" err="1"/>
              <a:t>Teraterm</a:t>
            </a:r>
            <a:r>
              <a:rPr lang="en-US" altLang="ko-KR" b="0" i="0" kern="0" dirty="0"/>
              <a:t>) </a:t>
            </a:r>
            <a:r>
              <a:rPr lang="ko-KR" altLang="en-US" b="0" i="0" kern="0" dirty="0"/>
              <a:t>종료</a:t>
            </a:r>
            <a:r>
              <a:rPr lang="en-US" altLang="ko-KR" b="0" i="0" kern="0" dirty="0"/>
              <a:t>.</a:t>
            </a:r>
          </a:p>
          <a:p>
            <a:r>
              <a:rPr lang="en-US" altLang="ko-KR" b="0" i="0" kern="0" dirty="0"/>
              <a:t>Mango-M32F4</a:t>
            </a:r>
            <a:r>
              <a:rPr lang="ko-KR" altLang="en-US" b="0" i="0" kern="0" dirty="0"/>
              <a:t>를 다운로드 모드로 설정하고 </a:t>
            </a:r>
            <a:r>
              <a:rPr lang="en-US" altLang="ko-KR" b="0" i="0" kern="0" dirty="0"/>
              <a:t>SW3 </a:t>
            </a:r>
            <a:r>
              <a:rPr lang="ko-KR" altLang="en-US" b="0" i="0" kern="0" dirty="0"/>
              <a:t>리셋 키를 누른다</a:t>
            </a:r>
            <a:r>
              <a:rPr lang="en-US" altLang="ko-KR" b="0" i="0" kern="0" dirty="0"/>
              <a:t>.</a:t>
            </a:r>
          </a:p>
          <a:p>
            <a:pPr marL="0" indent="0">
              <a:buNone/>
            </a:pPr>
            <a:endParaRPr lang="en-US" altLang="ko-KR" b="0" i="0" kern="0" dirty="0"/>
          </a:p>
          <a:p>
            <a:pPr marL="0" indent="0">
              <a:buNone/>
            </a:pPr>
            <a:endParaRPr lang="en-US" altLang="ko-KR" sz="1400" b="0" i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D6C9064-0094-7603-2C7D-8DA73C19FD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123728" y="1700808"/>
            <a:ext cx="4951264" cy="46501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06E5B50-7D70-E392-6D79-FECDCABBF39D}"/>
              </a:ext>
            </a:extLst>
          </p:cNvPr>
          <p:cNvSpPr txBox="1"/>
          <p:nvPr/>
        </p:nvSpPr>
        <p:spPr>
          <a:xfrm>
            <a:off x="3419872" y="2612570"/>
            <a:ext cx="64601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i="0" dirty="0">
                <a:solidFill>
                  <a:schemeClr val="tx1"/>
                </a:solidFill>
              </a:rPr>
              <a:t>UART1</a:t>
            </a:r>
            <a:endParaRPr lang="ko-KR" altLang="en-US" i="0" dirty="0">
              <a:solidFill>
                <a:schemeClr val="tx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319ECF6-1116-AE34-AFA6-4F7A662D5957}"/>
              </a:ext>
            </a:extLst>
          </p:cNvPr>
          <p:cNvSpPr txBox="1"/>
          <p:nvPr/>
        </p:nvSpPr>
        <p:spPr>
          <a:xfrm>
            <a:off x="6004177" y="2397126"/>
            <a:ext cx="117765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i="0" dirty="0">
                <a:solidFill>
                  <a:schemeClr val="tx1"/>
                </a:solidFill>
              </a:rPr>
              <a:t>5V/2A </a:t>
            </a:r>
            <a:r>
              <a:rPr lang="ko-KR" altLang="en-US" i="0" dirty="0">
                <a:solidFill>
                  <a:schemeClr val="tx1"/>
                </a:solidFill>
              </a:rPr>
              <a:t>어댑터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BA95EBF3-EE4E-B875-3DC1-B6A4A26237DE}"/>
              </a:ext>
            </a:extLst>
          </p:cNvPr>
          <p:cNvSpPr/>
          <p:nvPr/>
        </p:nvSpPr>
        <p:spPr>
          <a:xfrm>
            <a:off x="5364088" y="5154235"/>
            <a:ext cx="476491" cy="33746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84C078E-58B6-30BA-4A63-AC437C11D918}"/>
              </a:ext>
            </a:extLst>
          </p:cNvPr>
          <p:cNvSpPr txBox="1"/>
          <p:nvPr/>
        </p:nvSpPr>
        <p:spPr>
          <a:xfrm>
            <a:off x="6677114" y="5169563"/>
            <a:ext cx="104673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i="0" dirty="0">
                <a:solidFill>
                  <a:schemeClr val="tx1"/>
                </a:solidFill>
              </a:rPr>
              <a:t>Boot Switch</a:t>
            </a:r>
          </a:p>
          <a:p>
            <a:r>
              <a:rPr lang="en-US" altLang="ko-KR" i="0" dirty="0">
                <a:solidFill>
                  <a:schemeClr val="tx1"/>
                </a:solidFill>
              </a:rPr>
              <a:t>D/L ON</a:t>
            </a:r>
            <a:endParaRPr lang="ko-KR" altLang="en-US" i="0" dirty="0">
              <a:solidFill>
                <a:schemeClr val="tx1"/>
              </a:solidFill>
            </a:endParaRPr>
          </a:p>
        </p:txBody>
      </p:sp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FEC58727-6920-FE13-F961-F8EA5BD77784}"/>
              </a:ext>
            </a:extLst>
          </p:cNvPr>
          <p:cNvCxnSpPr>
            <a:cxnSpLocks/>
            <a:endCxn id="9" idx="1"/>
          </p:cNvCxnSpPr>
          <p:nvPr/>
        </p:nvCxnSpPr>
        <p:spPr>
          <a:xfrm>
            <a:off x="5940152" y="5338840"/>
            <a:ext cx="736962" cy="0"/>
          </a:xfrm>
          <a:prstGeom prst="straightConnector1">
            <a:avLst/>
          </a:prstGeom>
          <a:ln w="25400">
            <a:solidFill>
              <a:srgbClr val="FF0000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47EC2D03-6E19-E4A6-8392-F7069ABB12ED}"/>
              </a:ext>
            </a:extLst>
          </p:cNvPr>
          <p:cNvSpPr/>
          <p:nvPr/>
        </p:nvSpPr>
        <p:spPr>
          <a:xfrm>
            <a:off x="5632840" y="5679588"/>
            <a:ext cx="317661" cy="33746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E69B26F-AFD8-A840-215E-3EE2BDEE655E}"/>
              </a:ext>
            </a:extLst>
          </p:cNvPr>
          <p:cNvSpPr txBox="1"/>
          <p:nvPr/>
        </p:nvSpPr>
        <p:spPr>
          <a:xfrm>
            <a:off x="6716158" y="5793355"/>
            <a:ext cx="88017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i="0" dirty="0">
                <a:solidFill>
                  <a:schemeClr val="tx1"/>
                </a:solidFill>
              </a:rPr>
              <a:t>Reset Key</a:t>
            </a:r>
            <a:endParaRPr lang="ko-KR" altLang="en-US" i="0" dirty="0">
              <a:solidFill>
                <a:schemeClr val="tx1"/>
              </a:solidFill>
            </a:endParaRPr>
          </a:p>
        </p:txBody>
      </p: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2F7A5EBE-FF7A-B60F-C266-52021686865E}"/>
              </a:ext>
            </a:extLst>
          </p:cNvPr>
          <p:cNvCxnSpPr>
            <a:cxnSpLocks/>
          </p:cNvCxnSpPr>
          <p:nvPr/>
        </p:nvCxnSpPr>
        <p:spPr>
          <a:xfrm>
            <a:off x="5950501" y="5852930"/>
            <a:ext cx="753626" cy="51285"/>
          </a:xfrm>
          <a:prstGeom prst="straightConnector1">
            <a:avLst/>
          </a:prstGeom>
          <a:ln w="25400">
            <a:solidFill>
              <a:srgbClr val="FF0000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134457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77C8EA-5B76-B9FE-2718-FF4194FC1D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BF627A1-0438-7FD4-5D1A-8D9C8061E1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BIN </a:t>
            </a:r>
            <a:r>
              <a:rPr lang="ko-KR" altLang="en-US" dirty="0"/>
              <a:t>다운로드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1FC5C7-F9E8-AC5B-7724-DEF00CDA8679}"/>
              </a:ext>
            </a:extLst>
          </p:cNvPr>
          <p:cNvSpPr txBox="1">
            <a:spLocks/>
          </p:cNvSpPr>
          <p:nvPr/>
        </p:nvSpPr>
        <p:spPr bwMode="auto">
          <a:xfrm>
            <a:off x="628650" y="692696"/>
            <a:ext cx="7886700" cy="56886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Ø"/>
              <a:defRPr kumimoji="1">
                <a:solidFill>
                  <a:schemeClr val="tx1"/>
                </a:solidFill>
                <a:latin typeface="Verdana" pitchFamily="34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 2" pitchFamily="18" charset="2"/>
              <a:buChar char="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r>
              <a:rPr lang="en-US" altLang="ko-KR" b="0" i="0" kern="0" dirty="0"/>
              <a:t>STM32CubeProgrammer</a:t>
            </a:r>
            <a:r>
              <a:rPr lang="ko-KR" altLang="en-US" b="0" i="0" kern="0" dirty="0"/>
              <a:t>를 실행한다</a:t>
            </a:r>
            <a:r>
              <a:rPr lang="en-US" altLang="ko-KR" b="0" i="0" kern="0" dirty="0"/>
              <a:t>.</a:t>
            </a:r>
          </a:p>
          <a:p>
            <a:pPr marL="0" indent="0">
              <a:buNone/>
            </a:pPr>
            <a:endParaRPr lang="en-US" altLang="ko-KR" b="0" i="0" kern="0" dirty="0"/>
          </a:p>
          <a:p>
            <a:pPr marL="0" indent="0">
              <a:buNone/>
            </a:pPr>
            <a:endParaRPr lang="en-US" altLang="ko-KR" sz="1400" b="0" i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</p:txBody>
      </p:sp>
      <p:pic>
        <p:nvPicPr>
          <p:cNvPr id="6" name="그림 5" descr="텍스트, 스크린샷, 소프트웨어, 컴퓨터 아이콘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7C216B6-DF00-DAF3-FDCC-C920F241D3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3236" y="1779148"/>
            <a:ext cx="6077527" cy="41770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533325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A0555B-A049-96B7-66E3-7F5E4A6B60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3C8FD58-E78F-6B6F-48D2-7EB4DCE350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BIN </a:t>
            </a:r>
            <a:r>
              <a:rPr lang="ko-KR" altLang="en-US" dirty="0"/>
              <a:t>다운로드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73F0F8-B472-1E25-8E3D-2860C743EBBE}"/>
              </a:ext>
            </a:extLst>
          </p:cNvPr>
          <p:cNvSpPr txBox="1">
            <a:spLocks/>
          </p:cNvSpPr>
          <p:nvPr/>
        </p:nvSpPr>
        <p:spPr bwMode="auto">
          <a:xfrm>
            <a:off x="628650" y="692696"/>
            <a:ext cx="7886700" cy="56886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Ø"/>
              <a:defRPr kumimoji="1">
                <a:solidFill>
                  <a:schemeClr val="tx1"/>
                </a:solidFill>
                <a:latin typeface="Verdana" pitchFamily="34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 2" pitchFamily="18" charset="2"/>
              <a:buChar char="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r>
              <a:rPr lang="ko-KR" altLang="en-US" b="0" i="0" kern="0" dirty="0" err="1"/>
              <a:t>빌드된</a:t>
            </a:r>
            <a:r>
              <a:rPr lang="ko-KR" altLang="en-US" b="0" i="0" kern="0" dirty="0"/>
              <a:t> </a:t>
            </a:r>
            <a:r>
              <a:rPr lang="en-US" altLang="ko-KR" b="0" i="0" kern="0" dirty="0"/>
              <a:t>BIN </a:t>
            </a:r>
            <a:r>
              <a:rPr lang="ko-KR" altLang="en-US" b="0" i="0" kern="0" dirty="0"/>
              <a:t>파일을 열어서 다운로드한다</a:t>
            </a:r>
            <a:r>
              <a:rPr lang="en-US" altLang="ko-KR" b="0" i="0" kern="0" dirty="0"/>
              <a:t>.</a:t>
            </a:r>
          </a:p>
          <a:p>
            <a:pPr marL="0" indent="0">
              <a:buNone/>
            </a:pPr>
            <a:endParaRPr lang="en-US" altLang="ko-KR" b="0" i="0" kern="0" dirty="0"/>
          </a:p>
          <a:p>
            <a:pPr marL="0" indent="0">
              <a:buNone/>
            </a:pPr>
            <a:endParaRPr lang="en-US" altLang="ko-KR" sz="1400" b="0" i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</p:txBody>
      </p:sp>
      <p:pic>
        <p:nvPicPr>
          <p:cNvPr id="4" name="그림 3" descr="텍스트, 스크린샷, 소프트웨어, 컴퓨터 아이콘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D8528A2-FEF8-6E34-E9FF-0F44A8136D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3236" y="1756934"/>
            <a:ext cx="6077528" cy="41740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029704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8F35C2-2AD7-852D-6159-B05B89F7F5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50C3BDC-9F83-EF64-5876-F826FA7024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실행결과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A47A88-C400-298E-C351-D677F1A205DA}"/>
              </a:ext>
            </a:extLst>
          </p:cNvPr>
          <p:cNvSpPr txBox="1">
            <a:spLocks/>
          </p:cNvSpPr>
          <p:nvPr/>
        </p:nvSpPr>
        <p:spPr bwMode="auto">
          <a:xfrm>
            <a:off x="628650" y="692696"/>
            <a:ext cx="7886700" cy="56886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Ø"/>
              <a:defRPr kumimoji="1">
                <a:solidFill>
                  <a:schemeClr val="tx1"/>
                </a:solidFill>
                <a:latin typeface="Verdana" pitchFamily="34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 2" pitchFamily="18" charset="2"/>
              <a:buChar char="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r>
              <a:rPr lang="en-US" altLang="ko-KR" b="0" i="0" kern="0" dirty="0"/>
              <a:t>STM32CubeProgrammer</a:t>
            </a:r>
            <a:r>
              <a:rPr lang="ko-KR" altLang="en-US" b="0" i="0" kern="0" dirty="0"/>
              <a:t>의 </a:t>
            </a:r>
            <a:r>
              <a:rPr lang="en-US" altLang="ko-KR" b="0" i="0" kern="0" dirty="0"/>
              <a:t>COM Port</a:t>
            </a:r>
            <a:r>
              <a:rPr lang="ko-KR" altLang="en-US" b="0" i="0" kern="0" dirty="0"/>
              <a:t>를 연결해제하고 터미널</a:t>
            </a:r>
            <a:r>
              <a:rPr lang="en-US" altLang="ko-KR" b="0" i="0" kern="0" dirty="0"/>
              <a:t>(</a:t>
            </a:r>
            <a:r>
              <a:rPr lang="en-US" altLang="ko-KR" b="0" i="0" kern="0" dirty="0" err="1"/>
              <a:t>Teraterm</a:t>
            </a:r>
            <a:r>
              <a:rPr lang="en-US" altLang="ko-KR" b="0" i="0" kern="0" dirty="0"/>
              <a:t>)</a:t>
            </a:r>
            <a:r>
              <a:rPr lang="ko-KR" altLang="en-US" b="0" i="0" kern="0" dirty="0"/>
              <a:t>을 실행한다</a:t>
            </a:r>
            <a:r>
              <a:rPr lang="en-US" altLang="ko-KR" b="0" i="0" kern="0" dirty="0"/>
              <a:t>.</a:t>
            </a:r>
          </a:p>
          <a:p>
            <a:r>
              <a:rPr lang="en-US" altLang="ko-KR" b="0" i="0" kern="0" dirty="0"/>
              <a:t>Mango-M32F4</a:t>
            </a:r>
            <a:r>
              <a:rPr lang="ko-KR" altLang="en-US" b="0" i="0" kern="0" dirty="0"/>
              <a:t>를 실행모드로 설정하고 </a:t>
            </a:r>
            <a:r>
              <a:rPr lang="en-US" altLang="ko-KR" b="0" i="0" kern="0" dirty="0"/>
              <a:t>SW3 </a:t>
            </a:r>
            <a:r>
              <a:rPr lang="ko-KR" altLang="en-US" b="0" i="0" kern="0" dirty="0"/>
              <a:t>리셋 키를 누른다</a:t>
            </a:r>
            <a:r>
              <a:rPr lang="en-US" altLang="ko-KR" b="0" i="0" kern="0" dirty="0"/>
              <a:t>.</a:t>
            </a:r>
          </a:p>
          <a:p>
            <a:pPr marL="0" indent="0">
              <a:buNone/>
            </a:pPr>
            <a:endParaRPr lang="en-US" altLang="ko-KR" b="0" i="0" kern="0" dirty="0"/>
          </a:p>
          <a:p>
            <a:pPr marL="0" indent="0">
              <a:buNone/>
            </a:pPr>
            <a:endParaRPr lang="en-US" altLang="ko-KR" sz="1400" b="0" i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A04285CD-1D16-BA52-840C-ED41FFC5F999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919578" y="2348880"/>
            <a:ext cx="4380614" cy="3456434"/>
          </a:xfrm>
          <a:prstGeom prst="rect">
            <a:avLst/>
          </a:prstGeom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978162E5-DE37-4F82-2806-047EC174F05F}"/>
              </a:ext>
            </a:extLst>
          </p:cNvPr>
          <p:cNvSpPr/>
          <p:nvPr/>
        </p:nvSpPr>
        <p:spPr>
          <a:xfrm>
            <a:off x="5130612" y="4797153"/>
            <a:ext cx="318977" cy="28803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631B7CA7-AE71-97B0-00EF-EC3B81136746}"/>
              </a:ext>
            </a:extLst>
          </p:cNvPr>
          <p:cNvSpPr/>
          <p:nvPr/>
        </p:nvSpPr>
        <p:spPr>
          <a:xfrm>
            <a:off x="5364088" y="5301208"/>
            <a:ext cx="318977" cy="28803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8702499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539561-4C2C-1B02-BC34-D7BED381F7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AF951F6-AFDE-C24D-9F86-A4ABD6D215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실행결과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22F5F4-E7A5-8865-2DCF-EAD1BA11D3F8}"/>
              </a:ext>
            </a:extLst>
          </p:cNvPr>
          <p:cNvSpPr txBox="1">
            <a:spLocks/>
          </p:cNvSpPr>
          <p:nvPr/>
        </p:nvSpPr>
        <p:spPr bwMode="auto">
          <a:xfrm>
            <a:off x="628650" y="692696"/>
            <a:ext cx="7886700" cy="56886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Ø"/>
              <a:defRPr kumimoji="1">
                <a:solidFill>
                  <a:schemeClr val="tx1"/>
                </a:solidFill>
                <a:latin typeface="Verdana" pitchFamily="34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 2" pitchFamily="18" charset="2"/>
              <a:buChar char="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r>
              <a:rPr lang="en-US" altLang="ko-KR" b="0" i="0" kern="0" dirty="0"/>
              <a:t>CS-LPS25 </a:t>
            </a:r>
            <a:r>
              <a:rPr lang="ko-KR" altLang="en-US" b="0" i="0" kern="0" dirty="0"/>
              <a:t>센서 보드를 </a:t>
            </a:r>
            <a:r>
              <a:rPr lang="en-US" altLang="ko-KR" b="0" i="0" kern="0" dirty="0"/>
              <a:t>Mango-M32F4 </a:t>
            </a:r>
            <a:r>
              <a:rPr lang="ko-KR" altLang="en-US" b="0" i="0" kern="0" dirty="0"/>
              <a:t>보드의 </a:t>
            </a:r>
            <a:r>
              <a:rPr lang="en-US" altLang="ko-KR" b="0" i="0" kern="0" dirty="0"/>
              <a:t>J4 </a:t>
            </a:r>
            <a:r>
              <a:rPr lang="ko-KR" altLang="en-US" b="0" i="0" kern="0" dirty="0"/>
              <a:t>혹은 </a:t>
            </a:r>
            <a:r>
              <a:rPr lang="en-US" altLang="ko-KR" b="0" i="0" kern="0" dirty="0"/>
              <a:t>J5</a:t>
            </a:r>
            <a:r>
              <a:rPr lang="ko-KR" altLang="en-US" b="0" i="0" kern="0" dirty="0"/>
              <a:t>에 </a:t>
            </a:r>
            <a:r>
              <a:rPr lang="en-US" altLang="ko-KR" b="0" i="0" kern="0" dirty="0"/>
              <a:t>8</a:t>
            </a:r>
            <a:r>
              <a:rPr lang="ko-KR" altLang="en-US" b="0" i="0" kern="0" dirty="0"/>
              <a:t>핀 커넥터를 이용하여 연결한다</a:t>
            </a:r>
            <a:r>
              <a:rPr lang="en-US" altLang="ko-KR" b="0" i="0" kern="0" dirty="0"/>
              <a:t>. </a:t>
            </a:r>
          </a:p>
          <a:p>
            <a:r>
              <a:rPr lang="en-US" altLang="ko-KR" b="0" i="0" kern="0" dirty="0"/>
              <a:t>Chip ID – 0xBD </a:t>
            </a:r>
            <a:r>
              <a:rPr lang="ko-KR" altLang="en-US" b="0" i="0" kern="0" dirty="0"/>
              <a:t>정상적으로 읽힘</a:t>
            </a:r>
            <a:r>
              <a:rPr lang="en-US" altLang="ko-KR" b="0" i="0" kern="0" dirty="0"/>
              <a:t>.</a:t>
            </a:r>
          </a:p>
          <a:p>
            <a:r>
              <a:rPr lang="ko-KR" altLang="en-US" b="0" i="0" kern="0" dirty="0"/>
              <a:t>대기압과 온도 정보가 정상적으로 읽힘</a:t>
            </a:r>
            <a:r>
              <a:rPr lang="en-US" altLang="ko-KR" b="0" i="0" kern="0" dirty="0"/>
              <a:t>.</a:t>
            </a:r>
            <a:r>
              <a:rPr lang="ko-KR" altLang="en-US" b="0" i="0" kern="0" dirty="0"/>
              <a:t> </a:t>
            </a:r>
            <a:endParaRPr lang="en-US" altLang="ko-KR" b="0" i="0" kern="0" dirty="0"/>
          </a:p>
          <a:p>
            <a:endParaRPr lang="en-US" altLang="ko-KR" b="0" i="0" kern="0" dirty="0"/>
          </a:p>
          <a:p>
            <a:pPr marL="0" indent="0">
              <a:buNone/>
            </a:pPr>
            <a:endParaRPr lang="en-US" altLang="ko-KR" sz="1400" b="0" i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</p:txBody>
      </p:sp>
      <p:pic>
        <p:nvPicPr>
          <p:cNvPr id="6" name="그림 5" descr="텍스트, 스크린샷, 소프트웨어, 컴퓨터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76641A0-129A-E3D0-E6B5-CBEE54DFDB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592" y="2168330"/>
            <a:ext cx="7296472" cy="4212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1789482"/>
      </p:ext>
    </p:extLst>
  </p:cSld>
  <p:clrMapOvr>
    <a:masterClrMapping/>
  </p:clrMapOvr>
</p:sld>
</file>

<file path=ppt/theme/theme1.xml><?xml version="1.0" encoding="utf-8"?>
<a:theme xmlns:a="http://schemas.openxmlformats.org/drawingml/2006/main" name="디자인 사용자 지정">
  <a:themeElements>
    <a:clrScheme name="디자인 사용자 지정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디자인 사용자 지정">
      <a:majorFont>
        <a:latin typeface="Tahoma"/>
        <a:ea typeface="굴림"/>
        <a:cs typeface=""/>
      </a:majorFont>
      <a:minorFont>
        <a:latin typeface="Tahoma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800" b="1" i="1" u="none" strike="noStrike" cap="none" normalizeH="0" baseline="0" smtClean="0">
            <a:ln>
              <a:noFill/>
            </a:ln>
            <a:solidFill>
              <a:srgbClr val="C0C0C0"/>
            </a:solidFill>
            <a:effectLst/>
            <a:latin typeface="Tahoma" pitchFamily="34" charset="0"/>
            <a:ea typeface="굴림" pitchFamily="50" charset="-127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800" b="1" i="1" u="none" strike="noStrike" cap="none" normalizeH="0" baseline="0" smtClean="0">
            <a:ln>
              <a:noFill/>
            </a:ln>
            <a:solidFill>
              <a:srgbClr val="C0C0C0"/>
            </a:solidFill>
            <a:effectLst/>
            <a:latin typeface="Tahoma" pitchFamily="34" charset="0"/>
            <a:ea typeface="굴림" pitchFamily="50" charset="-127"/>
          </a:defRPr>
        </a:defPPr>
      </a:lstStyle>
    </a:lnDef>
  </a:objectDefaults>
  <a:extraClrSchemeLst>
    <a:extraClrScheme>
      <a:clrScheme name="디자인 사용자 지정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21405</TotalTime>
  <Words>1733</Words>
  <Application>Microsoft Office PowerPoint</Application>
  <PresentationFormat>화면 슬라이드 쇼(4:3)</PresentationFormat>
  <Paragraphs>284</Paragraphs>
  <Slides>36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36</vt:i4>
      </vt:variant>
    </vt:vector>
  </HeadingPairs>
  <TitlesOfParts>
    <vt:vector size="44" baseType="lpstr">
      <vt:lpstr>굴림</vt:lpstr>
      <vt:lpstr>Arial</vt:lpstr>
      <vt:lpstr>Century Gothic</vt:lpstr>
      <vt:lpstr>Tahoma</vt:lpstr>
      <vt:lpstr>Verdana</vt:lpstr>
      <vt:lpstr>Wingdings</vt:lpstr>
      <vt:lpstr>Wingdings 2</vt:lpstr>
      <vt:lpstr>디자인 사용자 지정</vt:lpstr>
      <vt:lpstr>LPS25 – 대기압 센서 실습</vt:lpstr>
      <vt:lpstr>Project 생성</vt:lpstr>
      <vt:lpstr>Project 생성</vt:lpstr>
      <vt:lpstr>Project 생성</vt:lpstr>
      <vt:lpstr>Project 생성</vt:lpstr>
      <vt:lpstr>Project 생성</vt:lpstr>
      <vt:lpstr>Project 생성</vt:lpstr>
      <vt:lpstr>Project 생성</vt:lpstr>
      <vt:lpstr>Project 생성</vt:lpstr>
      <vt:lpstr>Project 생성</vt:lpstr>
      <vt:lpstr>Project 생성</vt:lpstr>
      <vt:lpstr>Project 생성</vt:lpstr>
      <vt:lpstr>BIN 파일 생성 설정</vt:lpstr>
      <vt:lpstr>BIN 파일 생성 설정</vt:lpstr>
      <vt:lpstr>빌드 설정</vt:lpstr>
      <vt:lpstr>LPS25 데이터시트</vt:lpstr>
      <vt:lpstr>LPS25 데이터시트</vt:lpstr>
      <vt:lpstr>LPS25 데이터시트</vt:lpstr>
      <vt:lpstr>LPS25 데이터시트</vt:lpstr>
      <vt:lpstr>LPS25 데이터시트</vt:lpstr>
      <vt:lpstr>LPS25 데이터시트</vt:lpstr>
      <vt:lpstr>LPS25 데이터시트</vt:lpstr>
      <vt:lpstr>LPS25 데이터시트</vt:lpstr>
      <vt:lpstr>Code 수정 </vt:lpstr>
      <vt:lpstr>Code 수정</vt:lpstr>
      <vt:lpstr>Code 수정</vt:lpstr>
      <vt:lpstr>Code 수정</vt:lpstr>
      <vt:lpstr>Code 수정</vt:lpstr>
      <vt:lpstr>Code 수정</vt:lpstr>
      <vt:lpstr>Build </vt:lpstr>
      <vt:lpstr>Build 결과물 </vt:lpstr>
      <vt:lpstr>BIN 다운로드 </vt:lpstr>
      <vt:lpstr>BIN 다운로드 </vt:lpstr>
      <vt:lpstr>BIN 다운로드 </vt:lpstr>
      <vt:lpstr>실행결과 </vt:lpstr>
      <vt:lpstr>실행결과 </vt:lpstr>
    </vt:vector>
  </TitlesOfParts>
  <Company>마케팅팀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김정남</dc:creator>
  <cp:lastModifiedBy>홍기 최</cp:lastModifiedBy>
  <cp:revision>856</cp:revision>
  <dcterms:created xsi:type="dcterms:W3CDTF">2006-02-08T03:00:46Z</dcterms:created>
  <dcterms:modified xsi:type="dcterms:W3CDTF">2026-01-21T06:43:06Z</dcterms:modified>
</cp:coreProperties>
</file>