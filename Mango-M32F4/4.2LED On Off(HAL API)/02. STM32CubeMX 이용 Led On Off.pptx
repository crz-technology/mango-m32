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308" r:id="rId2"/>
    <p:sldId id="331" r:id="rId3"/>
    <p:sldId id="341" r:id="rId4"/>
    <p:sldId id="342" r:id="rId5"/>
    <p:sldId id="309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6" r:id="rId14"/>
    <p:sldId id="350" r:id="rId15"/>
    <p:sldId id="351" r:id="rId16"/>
    <p:sldId id="352" r:id="rId17"/>
    <p:sldId id="354" r:id="rId18"/>
    <p:sldId id="355" r:id="rId19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STM32CubeMX </a:t>
            </a:r>
            <a:r>
              <a:rPr lang="ko-KR" altLang="en-US" dirty="0"/>
              <a:t>이용</a:t>
            </a:r>
            <a:br>
              <a:rPr lang="en-US" altLang="ko-KR" dirty="0"/>
            </a:br>
            <a:r>
              <a:rPr lang="en-US" altLang="ko-KR" dirty="0"/>
              <a:t>Led On Off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STM32CubeMX </a:t>
            </a:r>
            <a:r>
              <a:rPr lang="ko-KR" altLang="en-US" dirty="0"/>
              <a:t>실행 </a:t>
            </a:r>
            <a:r>
              <a:rPr lang="en-US" altLang="ko-KR" dirty="0"/>
              <a:t>– Access to MCU Selector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22B496-BF80-2BCA-1F20-C1ED16627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95" y="692696"/>
            <a:ext cx="8123809" cy="5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2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STM32CubeMX – </a:t>
            </a:r>
            <a:r>
              <a:rPr lang="ko-KR" altLang="en-US" dirty="0"/>
              <a:t>프로젝트 수행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03B10E-2119-59B0-7ADC-8BC7DD40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574764"/>
            <a:ext cx="8858250" cy="4806564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8531A31-1A72-1E4B-C9B1-27CEB5B0F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STM32F407ZET6 </a:t>
            </a:r>
            <a:r>
              <a:rPr lang="ko-KR" altLang="en-US" dirty="0"/>
              <a:t>선택 후 </a:t>
            </a:r>
            <a:r>
              <a:rPr lang="en-US" altLang="ko-KR" dirty="0"/>
              <a:t>Start Project </a:t>
            </a:r>
            <a:r>
              <a:rPr lang="ko-KR" altLang="en-US" dirty="0"/>
              <a:t>클릭</a:t>
            </a:r>
            <a:endParaRPr lang="en-US" altLang="ko-KR" dirty="0"/>
          </a:p>
          <a:p>
            <a:pPr lvl="1"/>
            <a:r>
              <a:rPr lang="en-US" altLang="ko-KR" dirty="0"/>
              <a:t>TR: Tape &amp; Reel </a:t>
            </a:r>
            <a:r>
              <a:rPr lang="ko-KR" altLang="en-US" dirty="0"/>
              <a:t>포장 방식</a:t>
            </a:r>
            <a:r>
              <a:rPr lang="en-US" altLang="ko-KR" dirty="0"/>
              <a:t>, </a:t>
            </a:r>
            <a:r>
              <a:rPr lang="ko-KR" altLang="en-US" dirty="0"/>
              <a:t>동일한 </a:t>
            </a:r>
            <a:r>
              <a:rPr lang="en-US" altLang="ko-KR" dirty="0"/>
              <a:t>device</a:t>
            </a:r>
          </a:p>
        </p:txBody>
      </p:sp>
    </p:spTree>
    <p:extLst>
      <p:ext uri="{BB962C8B-B14F-4D97-AF65-F5344CB8AC3E}">
        <p14:creationId xmlns:p14="http://schemas.microsoft.com/office/powerpoint/2010/main" val="69938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STM32CubeMX – Pinout &amp; Configuration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8531A31-1A72-1E4B-C9B1-27CEB5B0F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Device GUI</a:t>
            </a:r>
            <a:r>
              <a:rPr lang="ko-KR" altLang="en-US" dirty="0"/>
              <a:t>를 통한 핀 설정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964CAC-1169-A4D6-D9CE-BCF4B9CB9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7344816" cy="506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9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핀 위치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4167E1-E9BC-8D53-FAE9-69D951F0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0768"/>
            <a:ext cx="7580952" cy="400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996EDD-12EB-2912-2C2E-6987D0A35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725144"/>
            <a:ext cx="8523809" cy="1609524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PF6</a:t>
            </a:r>
            <a:r>
              <a:rPr lang="ko-KR" altLang="en-US" dirty="0"/>
              <a:t> 부분을 클릭한 후 </a:t>
            </a:r>
            <a:r>
              <a:rPr lang="en-US" altLang="ko-KR" dirty="0" err="1"/>
              <a:t>GPIO_Output</a:t>
            </a:r>
            <a:r>
              <a:rPr lang="ko-KR" altLang="en-US" dirty="0"/>
              <a:t>을 선택한다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핀 설정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System Core</a:t>
            </a:r>
            <a:r>
              <a:rPr lang="ko-KR" altLang="en-US" dirty="0"/>
              <a:t>의 </a:t>
            </a:r>
            <a:r>
              <a:rPr lang="en-US" altLang="ko-KR" dirty="0"/>
              <a:t>GPIO </a:t>
            </a:r>
            <a:r>
              <a:rPr lang="ko-KR" altLang="en-US" dirty="0"/>
              <a:t>선택</a:t>
            </a:r>
            <a:r>
              <a:rPr lang="en-US" altLang="ko-KR" dirty="0"/>
              <a:t>, LED1</a:t>
            </a:r>
            <a:r>
              <a:rPr lang="ko-KR" altLang="en-US" dirty="0"/>
              <a:t>으로 설정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D6DD1E-1A6C-74BA-1729-5A2941185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1938"/>
            <a:ext cx="6268025" cy="28686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D87941-6E9E-5249-8EE1-32B947936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4130570"/>
            <a:ext cx="4323809" cy="2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8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핀 설정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ko-KR" altLang="en-US" dirty="0"/>
              <a:t>동일하게 </a:t>
            </a:r>
            <a:r>
              <a:rPr lang="en-US" altLang="ko-KR" dirty="0"/>
              <a:t>LED2, LED3</a:t>
            </a:r>
            <a:r>
              <a:rPr lang="ko-KR" altLang="en-US" dirty="0"/>
              <a:t>까지 설정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41D806-44E2-A105-9DF1-B536E0762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5" y="1305294"/>
            <a:ext cx="8076190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3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Generate Code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GENERATE CODE </a:t>
            </a:r>
            <a:r>
              <a:rPr lang="ko-KR" altLang="en-US" dirty="0"/>
              <a:t>수행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8EDA32-E1AE-575C-F44F-A64B56299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06" y="1350451"/>
            <a:ext cx="8095238" cy="4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023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Generate Code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ko-KR" altLang="en-US" dirty="0"/>
              <a:t>이름 설정</a:t>
            </a:r>
            <a:r>
              <a:rPr lang="en-US" altLang="ko-KR" dirty="0"/>
              <a:t>, Toolchain STM32CubeIDE</a:t>
            </a:r>
            <a:r>
              <a:rPr lang="ko-KR" altLang="en-US" dirty="0"/>
              <a:t>로 설정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1580B0-04EA-BDE1-3A39-F6105007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8316416" cy="507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1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Generate Code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Firmware Package </a:t>
            </a:r>
            <a:r>
              <a:rPr lang="ko-KR" altLang="en-US" dirty="0"/>
              <a:t>다운로드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038334-6A9E-9664-3411-F6A28717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336218"/>
            <a:ext cx="8931275" cy="14004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B1DC48-8B23-E6E4-C07F-3EC6E819D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916849"/>
            <a:ext cx="3676190" cy="2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5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Generate Code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License </a:t>
            </a:r>
            <a:r>
              <a:rPr lang="ko-KR" altLang="en-US" dirty="0"/>
              <a:t>동의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en-US" altLang="ko-KR" dirty="0"/>
              <a:t>Finish </a:t>
            </a:r>
            <a:r>
              <a:rPr lang="ko-KR" altLang="en-US" dirty="0"/>
              <a:t>선택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4ED3E7-44E5-B222-812C-AA6F73B4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12776"/>
            <a:ext cx="5580952" cy="3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38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Open Project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Open Project </a:t>
            </a:r>
            <a:r>
              <a:rPr lang="ko-KR" altLang="en-US" dirty="0"/>
              <a:t>선택 및 방화벽 차단 해제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C1F2B3-5B65-FE4E-DB66-8E2F4843F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01" y="1295212"/>
            <a:ext cx="4009524" cy="17714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D73C39-5E60-4F8A-E29E-14C72DB0B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2496558"/>
            <a:ext cx="5461695" cy="386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63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Open Project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GPIO </a:t>
            </a:r>
            <a:r>
              <a:rPr lang="ko-KR" altLang="en-US" dirty="0"/>
              <a:t>초기값이 모두 </a:t>
            </a:r>
            <a:r>
              <a:rPr lang="en-US" altLang="ko-KR" dirty="0"/>
              <a:t>0</a:t>
            </a:r>
            <a:r>
              <a:rPr lang="ko-KR" altLang="en-US" dirty="0"/>
              <a:t>으로 되어 있기 때문에</a:t>
            </a:r>
            <a:r>
              <a:rPr lang="en-US" altLang="ko-KR" dirty="0"/>
              <a:t>, </a:t>
            </a:r>
            <a:r>
              <a:rPr lang="ko-KR" altLang="en-US" dirty="0"/>
              <a:t>프로그램을 다운로드 하면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LED</a:t>
            </a:r>
            <a:r>
              <a:rPr lang="ko-KR" altLang="en-US" dirty="0"/>
              <a:t>가 모두 켜진 상태가 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5BD434-AF54-EAF8-195B-1A7FBDAE5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18850"/>
            <a:ext cx="5616624" cy="397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8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Open Project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Test_02_CubeMX_LED_Control</a:t>
            </a:r>
          </a:p>
          <a:p>
            <a:pPr lvl="1"/>
            <a:r>
              <a:rPr lang="en-US" altLang="ko-KR" dirty="0"/>
              <a:t>Test_02_CubeMX_LED_Control.ioc </a:t>
            </a:r>
            <a:r>
              <a:rPr lang="ko-KR" altLang="en-US" dirty="0"/>
              <a:t>더블 클릭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D1FBC6-7C4F-CF01-D282-F33F0532A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00808"/>
            <a:ext cx="7361905" cy="4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23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CubeMX </a:t>
            </a:r>
            <a:r>
              <a:rPr lang="ko-KR" altLang="en-US" dirty="0"/>
              <a:t>구동 및 핀 설정 변경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CubeMX</a:t>
            </a:r>
            <a:r>
              <a:rPr lang="ko-KR" altLang="en-US" dirty="0"/>
              <a:t>가 구동되지 않으면</a:t>
            </a:r>
            <a:r>
              <a:rPr lang="en-US" altLang="ko-KR" dirty="0"/>
              <a:t>, Test_02_CubeMX_LED_Control.ioc</a:t>
            </a:r>
            <a:r>
              <a:rPr lang="ko-KR" altLang="en-US" dirty="0"/>
              <a:t>에서 마우스 오른쪽 버튼으로 </a:t>
            </a:r>
            <a:r>
              <a:rPr lang="en-US" altLang="ko-KR" dirty="0"/>
              <a:t>Open With &gt; Other </a:t>
            </a:r>
            <a:r>
              <a:rPr lang="ko-KR" altLang="en-US" dirty="0"/>
              <a:t>선택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96F248-524B-1064-4308-872C9310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41429"/>
            <a:ext cx="7057143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1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CubeMX </a:t>
            </a:r>
            <a:r>
              <a:rPr lang="ko-KR" altLang="en-US" dirty="0"/>
              <a:t>구동 및 핀 설정 변경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External programs </a:t>
            </a:r>
            <a:r>
              <a:rPr lang="ko-KR" altLang="en-US" dirty="0"/>
              <a:t>선택</a:t>
            </a:r>
            <a:r>
              <a:rPr lang="en-US" altLang="ko-KR" dirty="0"/>
              <a:t>, STM32CubeMX </a:t>
            </a:r>
            <a:r>
              <a:rPr lang="ko-KR" altLang="en-US" dirty="0"/>
              <a:t>선택</a:t>
            </a:r>
            <a:endParaRPr lang="en-US" altLang="ko-KR" dirty="0"/>
          </a:p>
          <a:p>
            <a:r>
              <a:rPr lang="en-US" altLang="ko-KR" dirty="0"/>
              <a:t>“Use</a:t>
            </a:r>
            <a:r>
              <a:rPr lang="ko-KR" altLang="en-US" dirty="0"/>
              <a:t> </a:t>
            </a:r>
            <a:r>
              <a:rPr lang="en-US" altLang="ko-KR" dirty="0"/>
              <a:t>it for all ‘*.</a:t>
            </a:r>
            <a:r>
              <a:rPr lang="en-US" altLang="ko-KR" dirty="0" err="1"/>
              <a:t>ioc</a:t>
            </a:r>
            <a:r>
              <a:rPr lang="en-US" altLang="ko-KR" dirty="0"/>
              <a:t>’ files” </a:t>
            </a:r>
            <a:r>
              <a:rPr lang="ko-KR" altLang="en-US" dirty="0"/>
              <a:t>설정 후 </a:t>
            </a:r>
            <a:r>
              <a:rPr lang="en-US" altLang="ko-KR" dirty="0"/>
              <a:t>Ok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9D823D-F9C8-D30E-4CCC-48247A809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700808"/>
            <a:ext cx="3552381" cy="4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0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LED</a:t>
            </a:r>
            <a:r>
              <a:rPr lang="ko-KR" altLang="en-US" dirty="0"/>
              <a:t> </a:t>
            </a:r>
            <a:r>
              <a:rPr lang="en-US" altLang="ko-KR" dirty="0"/>
              <a:t>On</a:t>
            </a:r>
            <a:r>
              <a:rPr lang="ko-KR" altLang="en-US" dirty="0"/>
              <a:t> </a:t>
            </a:r>
            <a:r>
              <a:rPr lang="en-US" altLang="ko-KR" dirty="0"/>
              <a:t>Off</a:t>
            </a:r>
            <a:r>
              <a:rPr lang="ko-KR" altLang="en-US" dirty="0"/>
              <a:t> 동작 확인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 err="1"/>
              <a:t>main.h</a:t>
            </a:r>
            <a:r>
              <a:rPr lang="en-US" altLang="ko-KR" dirty="0"/>
              <a:t> (Core\Inc)</a:t>
            </a:r>
          </a:p>
          <a:p>
            <a:pPr marL="0" indent="0">
              <a:buNone/>
            </a:pPr>
            <a:r>
              <a:rPr lang="en-US" altLang="ko-KR" sz="1800" dirty="0"/>
              <a:t>#define </a:t>
            </a:r>
            <a:r>
              <a:rPr lang="en-US" altLang="ko-KR" sz="1800" b="1" dirty="0">
                <a:solidFill>
                  <a:srgbClr val="0000FF"/>
                </a:solidFill>
              </a:rPr>
              <a:t>LED1_Pin</a:t>
            </a:r>
            <a:r>
              <a:rPr lang="en-US" altLang="ko-KR" sz="1800" dirty="0">
                <a:solidFill>
                  <a:srgbClr val="0000FF"/>
                </a:solidFill>
              </a:rPr>
              <a:t> </a:t>
            </a:r>
            <a:r>
              <a:rPr lang="en-US" altLang="ko-KR" sz="1800" dirty="0"/>
              <a:t>GPIO_PIN_6</a:t>
            </a:r>
          </a:p>
          <a:p>
            <a:pPr marL="0" indent="0">
              <a:buNone/>
            </a:pPr>
            <a:r>
              <a:rPr lang="en-US" altLang="ko-KR" sz="1800" dirty="0"/>
              <a:t>#define </a:t>
            </a:r>
            <a:r>
              <a:rPr lang="en-US" altLang="ko-KR" sz="1800" b="1" dirty="0">
                <a:solidFill>
                  <a:srgbClr val="0000FF"/>
                </a:solidFill>
              </a:rPr>
              <a:t>LED1_GPIO_Port</a:t>
            </a:r>
            <a:r>
              <a:rPr lang="en-US" altLang="ko-KR" sz="1800" dirty="0"/>
              <a:t> GPIOF</a:t>
            </a:r>
          </a:p>
          <a:p>
            <a:pPr marL="0" indent="0">
              <a:buNone/>
            </a:pPr>
            <a:r>
              <a:rPr lang="en-US" altLang="ko-KR" sz="1800" dirty="0"/>
              <a:t>#define LED2_Pin GPIO_PIN_7</a:t>
            </a:r>
          </a:p>
          <a:p>
            <a:pPr marL="0" indent="0">
              <a:buNone/>
            </a:pPr>
            <a:r>
              <a:rPr lang="en-US" altLang="ko-KR" sz="1800" dirty="0"/>
              <a:t>#define LED2_GPIO_Port GPIOF</a:t>
            </a:r>
          </a:p>
          <a:p>
            <a:pPr marL="0" indent="0">
              <a:buNone/>
            </a:pPr>
            <a:r>
              <a:rPr lang="en-US" altLang="ko-KR" sz="1800" dirty="0"/>
              <a:t>#define LED3_Pin GPIO_PIN_8</a:t>
            </a:r>
          </a:p>
          <a:p>
            <a:pPr marL="0" indent="0">
              <a:buNone/>
            </a:pPr>
            <a:r>
              <a:rPr lang="en-US" altLang="ko-KR" sz="1800" dirty="0"/>
              <a:t>#define LED3_GPIO_Port GPIOF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main.c</a:t>
            </a:r>
            <a:r>
              <a:rPr lang="en-US" altLang="ko-KR" dirty="0"/>
              <a:t> (Core\</a:t>
            </a:r>
            <a:r>
              <a:rPr lang="en-US" altLang="ko-KR" dirty="0" err="1"/>
              <a:t>Src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static void </a:t>
            </a:r>
            <a:r>
              <a:rPr lang="en-US" altLang="ko-KR" sz="1800" b="1" dirty="0" err="1"/>
              <a:t>MX_GPIO_Init</a:t>
            </a:r>
            <a:r>
              <a:rPr lang="en-US" altLang="ko-KR" sz="1800" dirty="0"/>
              <a:t>(void) {</a:t>
            </a:r>
          </a:p>
          <a:p>
            <a:pPr marL="0" indent="0">
              <a:buNone/>
            </a:pPr>
            <a:r>
              <a:rPr lang="en-US" altLang="ko-KR" sz="1800" dirty="0"/>
              <a:t>… … … … … </a:t>
            </a:r>
          </a:p>
          <a:p>
            <a:pPr marL="0" indent="0">
              <a:buNone/>
            </a:pPr>
            <a:r>
              <a:rPr lang="en-US" altLang="ko-KR" sz="1800" dirty="0"/>
              <a:t>  /*Configure GPIO pin Output Level */</a:t>
            </a:r>
          </a:p>
          <a:p>
            <a:pPr marL="0" indent="0">
              <a:buNone/>
            </a:pPr>
            <a:r>
              <a:rPr lang="en-US" altLang="ko-KR" sz="1800" dirty="0"/>
              <a:t>  </a:t>
            </a:r>
            <a:r>
              <a:rPr lang="en-US" altLang="ko-KR" sz="1800" b="1" dirty="0" err="1">
                <a:solidFill>
                  <a:srgbClr val="0000FF"/>
                </a:solidFill>
              </a:rPr>
              <a:t>HAL_GPIO_WritePin</a:t>
            </a:r>
            <a:r>
              <a:rPr lang="en-US" altLang="ko-KR" sz="1800" b="1" dirty="0">
                <a:solidFill>
                  <a:srgbClr val="0000FF"/>
                </a:solidFill>
              </a:rPr>
              <a:t>(GPIOF, LED1_Pin|LED2_Pin|LED3_Pin, GPIO_PIN_RESET);</a:t>
            </a:r>
          </a:p>
          <a:p>
            <a:pPr marL="0" indent="0">
              <a:buNone/>
            </a:pPr>
            <a:r>
              <a:rPr lang="en-US" altLang="ko-KR" sz="1800" dirty="0"/>
              <a:t> … 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2170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7800" y="115888"/>
            <a:ext cx="8858250" cy="469900"/>
          </a:xfrm>
        </p:spPr>
        <p:txBody>
          <a:bodyPr/>
          <a:lstStyle/>
          <a:p>
            <a:r>
              <a:rPr lang="en-US" altLang="ko-KR" dirty="0"/>
              <a:t>LED</a:t>
            </a:r>
            <a:r>
              <a:rPr lang="ko-KR" altLang="en-US" dirty="0"/>
              <a:t> </a:t>
            </a:r>
            <a:r>
              <a:rPr lang="en-US" altLang="ko-KR" dirty="0"/>
              <a:t>On</a:t>
            </a:r>
            <a:r>
              <a:rPr lang="ko-KR" altLang="en-US" dirty="0"/>
              <a:t> </a:t>
            </a:r>
            <a:r>
              <a:rPr lang="en-US" altLang="ko-KR" dirty="0"/>
              <a:t>Off</a:t>
            </a:r>
            <a:r>
              <a:rPr lang="ko-KR" altLang="en-US" dirty="0"/>
              <a:t> 동작 확인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54FF996-F78E-00C7-3D21-9015E9F29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ko-KR" altLang="en-US" dirty="0"/>
              <a:t>아래 코드를 수행하면 </a:t>
            </a:r>
            <a:r>
              <a:rPr lang="en-US" altLang="ko-KR" dirty="0"/>
              <a:t>1</a:t>
            </a:r>
            <a:r>
              <a:rPr lang="ko-KR" altLang="en-US" dirty="0"/>
              <a:t>초 간격으로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en-US" altLang="ko-KR" dirty="0"/>
              <a:t>LED </a:t>
            </a:r>
            <a:r>
              <a:rPr lang="ko-KR" altLang="en-US" dirty="0"/>
              <a:t>전체가 켜졌다 </a:t>
            </a:r>
            <a:r>
              <a:rPr lang="ko-KR" altLang="en-US" dirty="0" err="1"/>
              <a:t>꺼졌다를</a:t>
            </a:r>
            <a:r>
              <a:rPr lang="ko-KR" altLang="en-US" dirty="0"/>
              <a:t> 반복하게 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main.c</a:t>
            </a:r>
            <a:r>
              <a:rPr lang="en-US" altLang="ko-KR" dirty="0"/>
              <a:t> (Core\</a:t>
            </a:r>
            <a:r>
              <a:rPr lang="en-US" altLang="ko-KR" dirty="0" err="1"/>
              <a:t>Src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/* Infinite loop */</a:t>
            </a:r>
          </a:p>
          <a:p>
            <a:pPr marL="0" indent="0">
              <a:buNone/>
            </a:pPr>
            <a:r>
              <a:rPr lang="en-US" altLang="ko-KR" sz="1800" dirty="0"/>
              <a:t>  /* USER CODE BEGIN WHILE */</a:t>
            </a:r>
          </a:p>
          <a:p>
            <a:pPr marL="0" indent="0">
              <a:buNone/>
            </a:pPr>
            <a:r>
              <a:rPr lang="en-US" altLang="ko-KR" sz="1800" dirty="0"/>
              <a:t>  while (1)</a:t>
            </a:r>
          </a:p>
          <a:p>
            <a:pPr marL="0" indent="0">
              <a:buNone/>
            </a:pPr>
            <a:r>
              <a:rPr lang="en-US" altLang="ko-KR" sz="1800" dirty="0"/>
              <a:t>  {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 err="1">
                <a:solidFill>
                  <a:srgbClr val="0000FF"/>
                </a:solidFill>
              </a:rPr>
              <a:t>HAL_Delay</a:t>
            </a:r>
            <a:r>
              <a:rPr lang="en-US" altLang="ko-KR" sz="1800" b="1" dirty="0">
                <a:solidFill>
                  <a:srgbClr val="0000FF"/>
                </a:solidFill>
              </a:rPr>
              <a:t>(1000);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HAL_GPIO_WritePin</a:t>
            </a:r>
            <a:r>
              <a:rPr lang="en-US" altLang="ko-KR" sz="1800" dirty="0"/>
              <a:t>(GPIOF, LED1_Pin|LED2_Pin|LED3_Pin, </a:t>
            </a:r>
            <a:r>
              <a:rPr lang="en-US" altLang="ko-KR" sz="1800" b="1" dirty="0">
                <a:solidFill>
                  <a:srgbClr val="0000FF"/>
                </a:solidFill>
              </a:rPr>
              <a:t>GPIO_PIN_SET</a:t>
            </a:r>
            <a:r>
              <a:rPr lang="en-US" altLang="ko-KR" sz="1800" dirty="0"/>
              <a:t>);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HAL_Delay</a:t>
            </a:r>
            <a:r>
              <a:rPr lang="en-US" altLang="ko-KR" sz="1800" dirty="0"/>
              <a:t>(1000);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HAL_GPIO_WritePin</a:t>
            </a:r>
            <a:r>
              <a:rPr lang="en-US" altLang="ko-KR" sz="1800" dirty="0"/>
              <a:t>(GPIOF, LED1_Pin|LED2_Pin|LED3_Pin, </a:t>
            </a:r>
            <a:r>
              <a:rPr lang="en-US" altLang="ko-KR" sz="1800" b="1" dirty="0">
                <a:solidFill>
                  <a:srgbClr val="0000FF"/>
                </a:solidFill>
              </a:rPr>
              <a:t>GPIO_PIN_RESET</a:t>
            </a:r>
            <a:r>
              <a:rPr lang="en-US" altLang="ko-KR" sz="1800" dirty="0"/>
              <a:t>);</a:t>
            </a:r>
          </a:p>
          <a:p>
            <a:pPr marL="0" indent="0">
              <a:buNone/>
            </a:pPr>
            <a:r>
              <a:rPr lang="en-US" altLang="ko-KR" sz="1800" dirty="0"/>
              <a:t>    /* USER CODE END WHILE */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9044595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17821</TotalTime>
  <Words>469</Words>
  <Application>Microsoft Office PowerPoint</Application>
  <PresentationFormat>화면 슬라이드 쇼(4:3)</PresentationFormat>
  <Paragraphs>64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STM32CubeMX 이용 Led On Off</vt:lpstr>
      <vt:lpstr>STM32CubeMX 실행 – Access to MCU Selector</vt:lpstr>
      <vt:lpstr>STM32CubeMX – 프로젝트 수행</vt:lpstr>
      <vt:lpstr>STM32CubeMX – Pinout &amp; Configuration</vt:lpstr>
      <vt:lpstr>LED 핀 위치</vt:lpstr>
      <vt:lpstr>LED 핀 설정</vt:lpstr>
      <vt:lpstr>LED 핀 설정</vt:lpstr>
      <vt:lpstr>Generate Code</vt:lpstr>
      <vt:lpstr>Generate Code</vt:lpstr>
      <vt:lpstr>Generate Code</vt:lpstr>
      <vt:lpstr>Generate Code</vt:lpstr>
      <vt:lpstr>Open Project</vt:lpstr>
      <vt:lpstr>Open Project</vt:lpstr>
      <vt:lpstr>Open Project</vt:lpstr>
      <vt:lpstr>CubeMX 구동 및 핀 설정 변경</vt:lpstr>
      <vt:lpstr>CubeMX 구동 및 핀 설정 변경</vt:lpstr>
      <vt:lpstr>LED On Off 동작 확인</vt:lpstr>
      <vt:lpstr>LED On Off 동작 확인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603</cp:revision>
  <dcterms:created xsi:type="dcterms:W3CDTF">2006-02-08T03:00:46Z</dcterms:created>
  <dcterms:modified xsi:type="dcterms:W3CDTF">2026-01-19T02:36:55Z</dcterms:modified>
</cp:coreProperties>
</file>