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308" r:id="rId2"/>
    <p:sldId id="331" r:id="rId3"/>
    <p:sldId id="338" r:id="rId4"/>
    <p:sldId id="330" r:id="rId5"/>
    <p:sldId id="312" r:id="rId6"/>
    <p:sldId id="311" r:id="rId7"/>
    <p:sldId id="314" r:id="rId8"/>
    <p:sldId id="339" r:id="rId9"/>
    <p:sldId id="309" r:id="rId10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UART &amp; HelloWorld </a:t>
            </a:r>
            <a:r>
              <a:rPr lang="en-US" altLang="ko-KR" dirty="0" err="1"/>
              <a:t>printf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/>
              <a:t>2026.01.19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UART</a:t>
            </a:r>
            <a:r>
              <a:rPr lang="ko-KR" altLang="en-US" dirty="0"/>
              <a:t> </a:t>
            </a:r>
            <a:r>
              <a:rPr lang="en-US" altLang="ko-KR" dirty="0"/>
              <a:t>Debug</a:t>
            </a:r>
            <a:r>
              <a:rPr lang="ko-KR" altLang="en-US" dirty="0"/>
              <a:t> 연결 </a:t>
            </a:r>
            <a:r>
              <a:rPr lang="en-US" altLang="ko-KR" dirty="0"/>
              <a:t>– J8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3D584F-7035-0685-850A-6C34A9523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43" y="987567"/>
            <a:ext cx="8887113" cy="4745689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98B80FAC-A318-8FD7-79A4-863871FE5C6B}"/>
              </a:ext>
            </a:extLst>
          </p:cNvPr>
          <p:cNvSpPr/>
          <p:nvPr/>
        </p:nvSpPr>
        <p:spPr bwMode="auto">
          <a:xfrm>
            <a:off x="1115616" y="2852936"/>
            <a:ext cx="720080" cy="720080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 b="1" i="1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2388B99-B6E9-7C8D-6199-2368F7165522}"/>
              </a:ext>
            </a:extLst>
          </p:cNvPr>
          <p:cNvSpPr/>
          <p:nvPr/>
        </p:nvSpPr>
        <p:spPr bwMode="auto">
          <a:xfrm>
            <a:off x="6012160" y="1268760"/>
            <a:ext cx="1944216" cy="1728192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800" b="1" i="1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  <a:latin typeface="Tahoma" pitchFamily="34" charset="0"/>
              <a:ea typeface="굴림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9DFBEA-0F9D-935E-CC41-C58939D4E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7" y="4005064"/>
            <a:ext cx="4072832" cy="241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12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UART</a:t>
            </a:r>
            <a:r>
              <a:rPr lang="ko-KR" altLang="en-US" dirty="0"/>
              <a:t> </a:t>
            </a:r>
            <a:r>
              <a:rPr lang="en-US" altLang="ko-KR" dirty="0"/>
              <a:t>Debug</a:t>
            </a:r>
            <a:r>
              <a:rPr lang="ko-KR" altLang="en-US" dirty="0"/>
              <a:t> 회로도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FC8EC07-84E0-B2C2-A9CA-E9EC420C2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USART1 – PA9, PA10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855B806-FC5C-E4DD-CA23-C09B74994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33" y="1268760"/>
            <a:ext cx="9144000" cy="20529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07C9C33-C35B-C51A-47B9-7376AA888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989" y="3607594"/>
            <a:ext cx="6457143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48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CubeMX USART1 </a:t>
            </a:r>
            <a:r>
              <a:rPr lang="ko-KR" altLang="en-US" dirty="0"/>
              <a:t>설정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50270B6-0BCE-4B83-9DF4-441833306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669134"/>
            <a:ext cx="7128792" cy="574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8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MX_USART1_UART_Init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600" dirty="0"/>
              <a:t>static void </a:t>
            </a:r>
            <a:r>
              <a:rPr lang="en-US" altLang="ko-KR" sz="1600" b="1" dirty="0">
                <a:solidFill>
                  <a:srgbClr val="0000FF"/>
                </a:solidFill>
              </a:rPr>
              <a:t>MX_USART1_UART_Init</a:t>
            </a:r>
            <a:r>
              <a:rPr lang="en-US" altLang="ko-KR" sz="1600" dirty="0"/>
              <a:t>(void)</a:t>
            </a:r>
          </a:p>
          <a:p>
            <a:pPr>
              <a:buNone/>
            </a:pPr>
            <a:r>
              <a:rPr lang="en-US" altLang="ko-KR" sz="1600" dirty="0"/>
              <a:t>{</a:t>
            </a:r>
          </a:p>
          <a:p>
            <a:pPr>
              <a:buNone/>
            </a:pPr>
            <a:r>
              <a:rPr lang="en-US" altLang="ko-KR" sz="1600" dirty="0"/>
              <a:t>… … … … … …</a:t>
            </a:r>
          </a:p>
          <a:p>
            <a:pPr>
              <a:buNone/>
            </a:pPr>
            <a:r>
              <a:rPr lang="en-US" altLang="ko-KR" sz="1600" dirty="0"/>
              <a:t>  /* USER CODE END USART1_Init 1 */</a:t>
            </a:r>
          </a:p>
          <a:p>
            <a:pPr>
              <a:buNone/>
            </a:pPr>
            <a:r>
              <a:rPr lang="en-US" altLang="ko-KR" sz="1600" dirty="0"/>
              <a:t>  huart1.Instance = </a:t>
            </a:r>
            <a:r>
              <a:rPr lang="en-US" altLang="ko-KR" sz="1600" b="1" dirty="0">
                <a:solidFill>
                  <a:srgbClr val="0000FF"/>
                </a:solidFill>
              </a:rPr>
              <a:t>USART1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  huart1.Init.BaudRate = </a:t>
            </a:r>
            <a:r>
              <a:rPr lang="en-US" altLang="ko-KR" sz="1600" b="1" dirty="0">
                <a:solidFill>
                  <a:srgbClr val="0000FF"/>
                </a:solidFill>
              </a:rPr>
              <a:t>115200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  huart1.Init.WordLength = UART_WORDLENGTH_</a:t>
            </a:r>
            <a:r>
              <a:rPr lang="en-US" altLang="ko-KR" sz="1600" b="1" dirty="0">
                <a:solidFill>
                  <a:srgbClr val="0000FF"/>
                </a:solidFill>
              </a:rPr>
              <a:t>8B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  huart1.Init.StopBits = UART_</a:t>
            </a:r>
            <a:r>
              <a:rPr lang="en-US" altLang="ko-KR" sz="1600" b="1" dirty="0">
                <a:solidFill>
                  <a:srgbClr val="0000FF"/>
                </a:solidFill>
              </a:rPr>
              <a:t>STOPBITS_1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  huart1.Init.Parity = UART_</a:t>
            </a:r>
            <a:r>
              <a:rPr lang="en-US" altLang="ko-KR" sz="1600" b="1" dirty="0">
                <a:solidFill>
                  <a:srgbClr val="0000FF"/>
                </a:solidFill>
              </a:rPr>
              <a:t>PARITY_NONE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  huart1.Init.Mode = UART_MODE_TX_RX;</a:t>
            </a:r>
          </a:p>
          <a:p>
            <a:pPr>
              <a:buNone/>
            </a:pPr>
            <a:r>
              <a:rPr lang="en-US" altLang="ko-KR" sz="1600" dirty="0"/>
              <a:t>  huart1.Init.HwFlowCtl = UART_HWCONTROL_NONE;</a:t>
            </a:r>
          </a:p>
          <a:p>
            <a:pPr>
              <a:buNone/>
            </a:pPr>
            <a:r>
              <a:rPr lang="en-US" altLang="ko-KR" sz="1600" dirty="0"/>
              <a:t>  huart1.Init.OverSampling = UART_OVERSAMPLING_16;</a:t>
            </a:r>
          </a:p>
          <a:p>
            <a:pPr>
              <a:buNone/>
            </a:pPr>
            <a:r>
              <a:rPr lang="en-US" altLang="ko-KR" sz="1600" dirty="0"/>
              <a:t>  if (</a:t>
            </a:r>
            <a:r>
              <a:rPr lang="en-US" altLang="ko-KR" sz="1600" dirty="0" err="1"/>
              <a:t>HAL_UART_Init</a:t>
            </a:r>
            <a:r>
              <a:rPr lang="en-US" altLang="ko-KR" sz="1600" dirty="0"/>
              <a:t>(&amp;huart1) != HAL_OK)</a:t>
            </a:r>
          </a:p>
          <a:p>
            <a:pPr>
              <a:buNone/>
            </a:pPr>
            <a:r>
              <a:rPr lang="en-US" altLang="ko-KR" sz="1600" dirty="0"/>
              <a:t>  {</a:t>
            </a:r>
          </a:p>
          <a:p>
            <a:pPr>
              <a:buNone/>
            </a:pPr>
            <a:r>
              <a:rPr lang="en-US" altLang="ko-KR" sz="1600" dirty="0"/>
              <a:t>    </a:t>
            </a:r>
            <a:r>
              <a:rPr lang="en-US" altLang="ko-KR" sz="1600" dirty="0" err="1"/>
              <a:t>Error_Handler</a:t>
            </a:r>
            <a:r>
              <a:rPr lang="en-US" altLang="ko-KR" sz="1600" dirty="0"/>
              <a:t>();</a:t>
            </a:r>
          </a:p>
          <a:p>
            <a:pPr>
              <a:buNone/>
            </a:pPr>
            <a:r>
              <a:rPr lang="en-US" altLang="ko-KR" sz="1600" dirty="0"/>
              <a:t>  }</a:t>
            </a:r>
          </a:p>
          <a:p>
            <a:pPr>
              <a:buNone/>
            </a:pPr>
            <a:r>
              <a:rPr lang="en-US" altLang="ko-KR" sz="1600" dirty="0"/>
              <a:t>… … … … … …</a:t>
            </a:r>
          </a:p>
          <a:p>
            <a:pPr>
              <a:buNone/>
            </a:pPr>
            <a:r>
              <a:rPr lang="en-US" altLang="ko-KR" sz="1600" dirty="0"/>
              <a:t>}</a:t>
            </a:r>
          </a:p>
          <a:p>
            <a:pPr>
              <a:buNone/>
            </a:pPr>
            <a:endParaRPr lang="en-US" altLang="ko-KR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Semi-Hosting </a:t>
            </a:r>
            <a:r>
              <a:rPr lang="ko-KR" altLang="en-US" dirty="0"/>
              <a:t>구현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929355"/>
          </a:xfrm>
        </p:spPr>
        <p:txBody>
          <a:bodyPr/>
          <a:lstStyle/>
          <a:p>
            <a:pPr>
              <a:buNone/>
            </a:pPr>
            <a:r>
              <a:rPr lang="en-US" altLang="ko-KR" sz="1600" dirty="0"/>
              <a:t>#ifdef __GNUC__</a:t>
            </a:r>
          </a:p>
          <a:p>
            <a:pPr>
              <a:buNone/>
            </a:pPr>
            <a:r>
              <a:rPr lang="en-US" altLang="ko-KR" sz="1600" dirty="0"/>
              <a:t>/* With GCC, small </a:t>
            </a:r>
            <a:r>
              <a:rPr lang="en-US" altLang="ko-KR" sz="1600" dirty="0" err="1"/>
              <a:t>printf</a:t>
            </a:r>
            <a:r>
              <a:rPr lang="en-US" altLang="ko-KR" sz="1600" dirty="0"/>
              <a:t> (option LD Linker-&gt;Libraries-&gt;Small </a:t>
            </a:r>
            <a:r>
              <a:rPr lang="en-US" altLang="ko-KR" sz="1600" dirty="0" err="1"/>
              <a:t>printf</a:t>
            </a: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   set to 'Yes') calls __</a:t>
            </a:r>
            <a:r>
              <a:rPr lang="en-US" altLang="ko-KR" sz="1600" dirty="0" err="1"/>
              <a:t>io_putchar</a:t>
            </a:r>
            <a:r>
              <a:rPr lang="en-US" altLang="ko-KR" sz="1600" dirty="0"/>
              <a:t>() */</a:t>
            </a:r>
          </a:p>
          <a:p>
            <a:pPr>
              <a:buNone/>
            </a:pPr>
            <a:r>
              <a:rPr lang="en-US" altLang="ko-KR" sz="1600" dirty="0"/>
              <a:t>#define PUTCHAR_PROTOTYPE int </a:t>
            </a:r>
            <a:r>
              <a:rPr lang="en-US" altLang="ko-KR" sz="1600" b="1" dirty="0"/>
              <a:t>__</a:t>
            </a:r>
            <a:r>
              <a:rPr lang="en-US" altLang="ko-KR" sz="1600" b="1" dirty="0" err="1"/>
              <a:t>io_putchar</a:t>
            </a:r>
            <a:r>
              <a:rPr lang="en-US" altLang="ko-KR" sz="1600" dirty="0"/>
              <a:t>(int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)</a:t>
            </a:r>
          </a:p>
          <a:p>
            <a:pPr>
              <a:buNone/>
            </a:pPr>
            <a:r>
              <a:rPr lang="en-US" altLang="ko-KR" sz="1600" dirty="0"/>
              <a:t>#else</a:t>
            </a:r>
          </a:p>
          <a:p>
            <a:pPr>
              <a:buNone/>
            </a:pPr>
            <a:r>
              <a:rPr lang="en-US" altLang="ko-KR" sz="1600" dirty="0"/>
              <a:t>#define PUTCHAR_PROTOTYPE int </a:t>
            </a:r>
            <a:r>
              <a:rPr lang="en-US" altLang="ko-KR" sz="1600" b="1" dirty="0" err="1">
                <a:solidFill>
                  <a:srgbClr val="0000FF"/>
                </a:solidFill>
              </a:rPr>
              <a:t>fputc</a:t>
            </a:r>
            <a:r>
              <a:rPr lang="en-US" altLang="ko-KR" sz="1600" dirty="0"/>
              <a:t>(int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, FILE *f)</a:t>
            </a:r>
          </a:p>
          <a:p>
            <a:pPr>
              <a:buNone/>
            </a:pPr>
            <a:r>
              <a:rPr lang="en-US" altLang="ko-KR" sz="1600" dirty="0"/>
              <a:t>#endif /* __GNUC__ */</a:t>
            </a:r>
          </a:p>
          <a:p>
            <a:pPr>
              <a:buNone/>
            </a:pPr>
            <a:endParaRPr lang="en-US" altLang="ko-KR" sz="1600" dirty="0"/>
          </a:p>
          <a:p>
            <a:pPr>
              <a:buNone/>
            </a:pPr>
            <a:r>
              <a:rPr lang="en-US" altLang="ko-KR" sz="1600" dirty="0"/>
              <a:t>PUTCHAR_PROTOTYPE</a:t>
            </a:r>
          </a:p>
          <a:p>
            <a:pPr>
              <a:buNone/>
            </a:pPr>
            <a:r>
              <a:rPr lang="en-US" altLang="ko-KR" sz="1600" dirty="0"/>
              <a:t>{</a:t>
            </a:r>
          </a:p>
          <a:p>
            <a:pPr>
              <a:buNone/>
            </a:pPr>
            <a:r>
              <a:rPr lang="en-US" altLang="ko-KR" sz="1600" dirty="0"/>
              <a:t>    if(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== '\n') {</a:t>
            </a:r>
          </a:p>
          <a:p>
            <a:pPr>
              <a:buNone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</a:t>
            </a:r>
            <a:r>
              <a:rPr lang="en-US" altLang="ko-KR" sz="1600" b="1" dirty="0"/>
              <a:t>'\r'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        </a:t>
            </a:r>
            <a:r>
              <a:rPr lang="en-US" altLang="ko-KR" sz="1600" b="1" dirty="0" err="1">
                <a:solidFill>
                  <a:srgbClr val="0000FF"/>
                </a:solidFill>
              </a:rPr>
              <a:t>HAL_UART_Transmit</a:t>
            </a:r>
            <a:r>
              <a:rPr lang="en-US" altLang="ko-KR" sz="1600" dirty="0"/>
              <a:t>(&amp;huart1, (uint8_t *)&amp;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, 1, 0xFFFF);</a:t>
            </a:r>
          </a:p>
          <a:p>
            <a:pPr>
              <a:buNone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 = '\n';</a:t>
            </a:r>
          </a:p>
          <a:p>
            <a:pPr>
              <a:buNone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HAL_UART_Transmit</a:t>
            </a:r>
            <a:r>
              <a:rPr lang="en-US" altLang="ko-KR" sz="1600" dirty="0"/>
              <a:t>(&amp;huart1, (uint8_t *)&amp;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, 1, 0xFFFF);</a:t>
            </a:r>
          </a:p>
          <a:p>
            <a:pPr>
              <a:buNone/>
            </a:pPr>
            <a:r>
              <a:rPr lang="en-US" altLang="ko-KR" sz="1600" dirty="0"/>
              <a:t>    }else {</a:t>
            </a:r>
          </a:p>
          <a:p>
            <a:pPr>
              <a:buNone/>
            </a:pPr>
            <a:r>
              <a:rPr lang="en-US" altLang="ko-KR" sz="1600" dirty="0"/>
              <a:t>        </a:t>
            </a:r>
            <a:r>
              <a:rPr lang="en-US" altLang="ko-KR" sz="1600" dirty="0" err="1"/>
              <a:t>HAL_UART_Transmit</a:t>
            </a:r>
            <a:r>
              <a:rPr lang="en-US" altLang="ko-KR" sz="1600" dirty="0"/>
              <a:t>(&amp;huart1, (uint8_t *)&amp;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, 1, 0xFFFF);</a:t>
            </a:r>
          </a:p>
          <a:p>
            <a:pPr>
              <a:buNone/>
            </a:pPr>
            <a:r>
              <a:rPr lang="en-US" altLang="ko-KR" sz="1600" dirty="0"/>
              <a:t>    }</a:t>
            </a:r>
          </a:p>
          <a:p>
            <a:pPr>
              <a:buNone/>
            </a:pPr>
            <a:r>
              <a:rPr lang="en-US" altLang="ko-KR" sz="1600" dirty="0"/>
              <a:t>    return </a:t>
            </a:r>
            <a:r>
              <a:rPr lang="en-US" altLang="ko-KR" sz="1600" dirty="0" err="1"/>
              <a:t>ch</a:t>
            </a:r>
            <a:r>
              <a:rPr lang="en-US" altLang="ko-KR" sz="1600" dirty="0"/>
              <a:t>;</a:t>
            </a:r>
          </a:p>
          <a:p>
            <a:pPr>
              <a:buNone/>
            </a:pPr>
            <a:r>
              <a:rPr lang="en-US" altLang="ko-KR" sz="160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800" dirty="0"/>
              <a:t>/* Private includes ----------------------------------------------------------*/</a:t>
            </a:r>
          </a:p>
          <a:p>
            <a:pPr>
              <a:buNone/>
            </a:pPr>
            <a:r>
              <a:rPr lang="en-US" altLang="ko-KR" sz="1800" dirty="0"/>
              <a:t>/* USER CODE BEGIN Includes */</a:t>
            </a:r>
          </a:p>
          <a:p>
            <a:pPr>
              <a:buNone/>
            </a:pPr>
            <a:r>
              <a:rPr lang="en-US" altLang="ko-KR" sz="1800" dirty="0"/>
              <a:t>#include </a:t>
            </a:r>
            <a:r>
              <a:rPr lang="en-US" altLang="ko-KR" sz="1800" b="1" dirty="0"/>
              <a:t>&lt;</a:t>
            </a:r>
            <a:r>
              <a:rPr lang="en-US" altLang="ko-KR" sz="1800" b="1" dirty="0" err="1"/>
              <a:t>stdio.h</a:t>
            </a:r>
            <a:r>
              <a:rPr lang="en-US" altLang="ko-KR" sz="1800" b="1" dirty="0"/>
              <a:t>&gt;</a:t>
            </a:r>
          </a:p>
          <a:p>
            <a:pPr>
              <a:buNone/>
            </a:pPr>
            <a:endParaRPr lang="en-US" altLang="ko-KR" sz="1800" dirty="0"/>
          </a:p>
          <a:p>
            <a:pPr>
              <a:buNone/>
            </a:pPr>
            <a:r>
              <a:rPr lang="en-US" altLang="ko-KR" sz="1800" dirty="0"/>
              <a:t>int main(void)</a:t>
            </a:r>
          </a:p>
          <a:p>
            <a:pPr>
              <a:buNone/>
            </a:pPr>
            <a:r>
              <a:rPr lang="en-US" altLang="ko-KR" sz="1800" dirty="0"/>
              <a:t>{</a:t>
            </a:r>
          </a:p>
          <a:p>
            <a:pPr>
              <a:buNone/>
            </a:pPr>
            <a:r>
              <a:rPr lang="en-US" altLang="ko-KR" sz="1800" dirty="0"/>
              <a:t>… … … … … …</a:t>
            </a:r>
          </a:p>
          <a:p>
            <a:pPr>
              <a:buNone/>
            </a:pPr>
            <a:r>
              <a:rPr lang="en-US" altLang="ko-KR" sz="1800" dirty="0"/>
              <a:t>/* Infinite loop */</a:t>
            </a:r>
          </a:p>
          <a:p>
            <a:pPr>
              <a:buNone/>
            </a:pPr>
            <a:r>
              <a:rPr lang="en-US" altLang="ko-KR" sz="1800" dirty="0"/>
              <a:t>  /* USER CODE BEGIN WHILE */</a:t>
            </a:r>
          </a:p>
          <a:p>
            <a:pPr>
              <a:buNone/>
            </a:pPr>
            <a:r>
              <a:rPr lang="en-US" altLang="ko-KR" sz="1800" dirty="0"/>
              <a:t>  while (1)</a:t>
            </a:r>
          </a:p>
          <a:p>
            <a:pPr>
              <a:buNone/>
            </a:pPr>
            <a:r>
              <a:rPr lang="en-US" altLang="ko-KR" sz="1800" dirty="0"/>
              <a:t>  {</a:t>
            </a:r>
          </a:p>
          <a:p>
            <a:pPr>
              <a:buNone/>
            </a:pPr>
            <a:r>
              <a:rPr lang="en-US" altLang="ko-KR" sz="1800" b="1" dirty="0">
                <a:solidFill>
                  <a:srgbClr val="0000FF"/>
                </a:solidFill>
              </a:rPr>
              <a:t>    </a:t>
            </a:r>
            <a:r>
              <a:rPr lang="en-US" altLang="ko-KR" sz="1800" b="1" dirty="0" err="1">
                <a:solidFill>
                  <a:srgbClr val="0000FF"/>
                </a:solidFill>
              </a:rPr>
              <a:t>printf</a:t>
            </a:r>
            <a:r>
              <a:rPr lang="en-US" altLang="ko-KR" sz="1800" b="1" dirty="0">
                <a:solidFill>
                  <a:srgbClr val="0000FF"/>
                </a:solidFill>
              </a:rPr>
              <a:t>("Hello World! - Mango ^)^\n");</a:t>
            </a:r>
          </a:p>
          <a:p>
            <a:pPr>
              <a:buNone/>
            </a:pPr>
            <a:r>
              <a:rPr lang="en-US" altLang="ko-KR" sz="1800" dirty="0"/>
              <a:t>    </a:t>
            </a:r>
            <a:r>
              <a:rPr lang="en-US" altLang="ko-KR" sz="1800" dirty="0" err="1"/>
              <a:t>HAL_Delay</a:t>
            </a:r>
            <a:r>
              <a:rPr lang="en-US" altLang="ko-KR" sz="1800" dirty="0"/>
              <a:t>(1000);</a:t>
            </a:r>
          </a:p>
          <a:p>
            <a:pPr>
              <a:buNone/>
            </a:pPr>
            <a:r>
              <a:rPr lang="en-US" altLang="ko-KR" sz="1800" dirty="0"/>
              <a:t>… … … … … …</a:t>
            </a:r>
          </a:p>
          <a:p>
            <a:pPr>
              <a:buNone/>
            </a:pPr>
            <a:r>
              <a:rPr lang="en-US" altLang="ko-KR" sz="1800" dirty="0"/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장치관리자 연결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BC1EEF-5CAD-FDBE-D0BC-2D3964133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12776"/>
            <a:ext cx="6333333" cy="42285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AC8734-44C3-D60F-A2E5-9BB0C4C29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에 연결해서 장치관리자의 </a:t>
            </a:r>
            <a:r>
              <a:rPr lang="en-US" altLang="ko-KR" dirty="0"/>
              <a:t>COM port </a:t>
            </a:r>
            <a:r>
              <a:rPr lang="ko-KR" altLang="en-US" dirty="0"/>
              <a:t>확인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0573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647A44-2FE6-C7BB-7214-C4D0DFD56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86539"/>
            <a:ext cx="6114286" cy="5142857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5E734BA-181C-E4F9-8419-4A2050F99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초에 한번씩 문자열 출력</a:t>
            </a:r>
            <a:endParaRPr lang="en-US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17625</TotalTime>
  <Words>443</Words>
  <Application>Microsoft Office PowerPoint</Application>
  <PresentationFormat>화면 슬라이드 쇼(4:3)</PresentationFormat>
  <Paragraphs>67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UART &amp; HelloWorld printf</vt:lpstr>
      <vt:lpstr>UART Debug 연결 – J8</vt:lpstr>
      <vt:lpstr>UART Debug 회로도</vt:lpstr>
      <vt:lpstr>CubeMX USART1 설정</vt:lpstr>
      <vt:lpstr>MX_USART1_UART_Init</vt:lpstr>
      <vt:lpstr>Semi-Hosting 구현</vt:lpstr>
      <vt:lpstr>main</vt:lpstr>
      <vt:lpstr>장치관리자 연결</vt:lpstr>
      <vt:lpstr>실행 결과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594</cp:revision>
  <dcterms:created xsi:type="dcterms:W3CDTF">2006-02-08T03:00:46Z</dcterms:created>
  <dcterms:modified xsi:type="dcterms:W3CDTF">2026-01-19T02:37:41Z</dcterms:modified>
</cp:coreProperties>
</file>