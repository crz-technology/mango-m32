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369" r:id="rId18"/>
    <p:sldId id="393" r:id="rId19"/>
    <p:sldId id="400" r:id="rId20"/>
    <p:sldId id="372" r:id="rId21"/>
    <p:sldId id="373" r:id="rId22"/>
    <p:sldId id="374" r:id="rId23"/>
    <p:sldId id="375" r:id="rId24"/>
    <p:sldId id="376" r:id="rId25"/>
    <p:sldId id="377" r:id="rId26"/>
    <p:sldId id="398" r:id="rId27"/>
    <p:sldId id="378" r:id="rId28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BH17 – </a:t>
            </a:r>
            <a:r>
              <a:rPr lang="ko-KR" altLang="en-US" dirty="0"/>
              <a:t>조도센서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BH17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0x23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LUX </a:t>
            </a:r>
            <a:r>
              <a:rPr lang="ko-KR" altLang="en-US" b="0" i="0" kern="0" dirty="0"/>
              <a:t>계산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8" name="그림 7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F1B7FF-9476-5BFF-F2F1-F0A84ABD5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268760"/>
            <a:ext cx="5848350" cy="1162050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A169DC-C206-9DC2-DE0A-3A33D1C18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29000"/>
            <a:ext cx="6732240" cy="277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BH17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0x23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/* Private define ------------------------------------------------------------*/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BEGIN PD */</a:t>
            </a:r>
          </a:p>
          <a:p>
            <a:pPr marL="0" indent="0">
              <a:buNone/>
            </a:pPr>
            <a:r>
              <a:rPr lang="en-US" altLang="ko-KR" sz="1200" b="0" i="0" dirty="0"/>
              <a:t>#define AL_BH17_SLAVE_ADDRESS (0x23 &lt;&lt; 1)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PD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uint8_t SENSOR_AL_BH17_Read_Bytes(uint8_t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uint8_t length, uint8_t *data)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HAL_I2C_Master_Receive(&amp;hi2c1,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data, length,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("Read error:%d\r\n", i2cRW_status);</a:t>
            </a:r>
          </a:p>
          <a:p>
            <a:pPr marL="0" indent="0">
              <a:buNone/>
            </a:pPr>
            <a:r>
              <a:rPr lang="en-US" altLang="ko-KR" sz="1200" b="0" i="0" dirty="0"/>
              <a:t>    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length;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int8_t SENSOR_AL_BH17_Write_Bytes(uint8_t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uint8_t length, uint8_t *data)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 i2cRW_status;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i2cRW_status = HAL_I2C_Master_Transmit(&amp;hi2c1, </a:t>
            </a:r>
            <a:r>
              <a:rPr lang="en-US" altLang="ko-KR" sz="1200" b="0" i="0" dirty="0" err="1"/>
              <a:t>devAddr</a:t>
            </a:r>
            <a:r>
              <a:rPr lang="en-US" altLang="ko-KR" sz="1200" b="0" i="0" dirty="0"/>
              <a:t>, data, length, 1000);</a:t>
            </a:r>
          </a:p>
          <a:p>
            <a:pPr marL="0" indent="0">
              <a:buNone/>
            </a:pPr>
            <a:r>
              <a:rPr lang="en-US" altLang="ko-KR" sz="1200" b="0" i="0" dirty="0"/>
              <a:t>    if(HAL_OK != i2cRW_status)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("Write error:%d\r\n", i2cRW_status);</a:t>
            </a:r>
          </a:p>
          <a:p>
            <a:pPr marL="0" indent="0">
              <a:buNone/>
            </a:pPr>
            <a:r>
              <a:rPr lang="en-US" altLang="ko-KR" sz="1200" b="0" i="0" dirty="0"/>
              <a:t>    	return -1;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0;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E0CF-BF87-996D-5C09-4E4F0D6A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EECD9-03F6-9330-59FF-D962300B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77FC0-BF65-09A1-9526-9B568508685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조도 값 </a:t>
            </a:r>
            <a:r>
              <a:rPr lang="en-US" altLang="ko-KR" b="0" i="0" kern="0" dirty="0"/>
              <a:t>2</a:t>
            </a:r>
            <a:r>
              <a:rPr lang="ko-KR" altLang="en-US" b="0" i="0" kern="0" dirty="0"/>
              <a:t>바이트를 읽어서 </a:t>
            </a:r>
            <a:r>
              <a:rPr lang="en-US" altLang="ko-KR" b="0" i="0" kern="0" dirty="0"/>
              <a:t>LUX</a:t>
            </a:r>
            <a:r>
              <a:rPr lang="ko-KR" altLang="en-US" b="0" i="0" kern="0" dirty="0"/>
              <a:t>로 변경하여 표시한다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[2];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data16Val;</a:t>
            </a:r>
          </a:p>
          <a:p>
            <a:pPr marL="0" indent="0">
              <a:buNone/>
            </a:pPr>
            <a:r>
              <a:rPr lang="en-US" altLang="ko-KR" sz="1200" b="0" i="0" dirty="0"/>
              <a:t>    float </a:t>
            </a:r>
            <a:r>
              <a:rPr lang="en-US" altLang="ko-KR" sz="1200" b="0" i="0" dirty="0" err="1"/>
              <a:t>alData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BEGIN 2 */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("I2C-BH17 test\r\n");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[0] = 0x10;</a:t>
            </a:r>
          </a:p>
          <a:p>
            <a:pPr marL="0" indent="0">
              <a:buNone/>
            </a:pPr>
            <a:r>
              <a:rPr lang="en-US" altLang="ko-KR" sz="1200" b="0" i="0" dirty="0"/>
              <a:t>  SENSOR_AL_BH17_Write_Bytes(AL_BH17_SLAVE_ADDRESS, 1,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(100);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2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	SENSOR_AL_BH17_Read_Bytes(AL_BH17_SLAVE_ADDRESS, 2,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	data16Val = (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[0] &lt;&lt; 8) | </a:t>
            </a:r>
            <a:r>
              <a:rPr lang="en-US" altLang="ko-KR" sz="1200" b="0" i="0" dirty="0" err="1"/>
              <a:t>dataVal</a:t>
            </a:r>
            <a:r>
              <a:rPr lang="en-US" altLang="ko-KR" sz="1200" b="0" i="0" dirty="0"/>
              <a:t>[1];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("Data Val: 0x%04X\r\n", data16Val);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alData</a:t>
            </a:r>
            <a:r>
              <a:rPr lang="en-US" altLang="ko-KR" sz="1200" b="0" i="0" dirty="0"/>
              <a:t> = (float)data16Val / 1.2;</a:t>
            </a:r>
          </a:p>
          <a:p>
            <a:pPr marL="0" indent="0">
              <a:buNone/>
            </a:pPr>
            <a:r>
              <a:rPr lang="en-US" altLang="ko-KR" sz="1200" b="0" i="0" dirty="0"/>
              <a:t>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("Lux: %f\r\n", </a:t>
            </a:r>
            <a:r>
              <a:rPr lang="en-US" altLang="ko-KR" sz="1200" b="0" i="0" dirty="0" err="1"/>
              <a:t>alData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486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0B2E-8463-5CB6-13E3-7A3B1F4D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DA101-9265-21FE-3349-AC987728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환경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CC39-6A84-D461-2AD1-AA5F0B7C67C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CS-BH17 </a:t>
            </a:r>
            <a:r>
              <a:rPr lang="ko-KR" altLang="en-US" b="0" i="0" kern="0" dirty="0"/>
              <a:t>조도 센서를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895364-3E19-EB67-1ECC-0FF62BFF5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844824"/>
            <a:ext cx="3930947" cy="374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79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CS-BH17 </a:t>
            </a:r>
            <a:r>
              <a:rPr lang="ko-KR" altLang="en-US" b="0" i="0" kern="0" dirty="0"/>
              <a:t>보드를 움직여 가며 조도가 변하는 것을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컴퓨터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13BF07-154A-769C-8745-939AED184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25" y="1721461"/>
            <a:ext cx="8172400" cy="393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21165</TotalTime>
  <Words>959</Words>
  <Application>Microsoft Office PowerPoint</Application>
  <PresentationFormat>화면 슬라이드 쇼(4:3)</PresentationFormat>
  <Paragraphs>181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BH17 – 조도센서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BH17 데이터시트</vt:lpstr>
      <vt:lpstr>Code 수정 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테스트 환경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795</cp:revision>
  <dcterms:created xsi:type="dcterms:W3CDTF">2006-02-08T03:00:46Z</dcterms:created>
  <dcterms:modified xsi:type="dcterms:W3CDTF">2026-01-21T02:26:05Z</dcterms:modified>
</cp:coreProperties>
</file>