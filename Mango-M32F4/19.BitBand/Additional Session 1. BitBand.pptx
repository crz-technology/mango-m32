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308" r:id="rId2"/>
    <p:sldId id="312" r:id="rId3"/>
    <p:sldId id="309" r:id="rId4"/>
    <p:sldId id="310" r:id="rId5"/>
    <p:sldId id="311" r:id="rId6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112" d="100"/>
          <a:sy n="112" d="100"/>
        </p:scale>
        <p:origin x="1116" y="102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Bit Band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STM32</a:t>
            </a:r>
            <a:r>
              <a:rPr lang="ko-KR" altLang="en-US" dirty="0"/>
              <a:t> </a:t>
            </a:r>
            <a:r>
              <a:rPr lang="en-US" altLang="ko-KR" dirty="0"/>
              <a:t>Bit-banding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64704"/>
            <a:ext cx="8858250" cy="5664692"/>
          </a:xfrm>
        </p:spPr>
        <p:txBody>
          <a:bodyPr/>
          <a:lstStyle/>
          <a:p>
            <a:r>
              <a:rPr lang="ko-KR" altLang="en-US" dirty="0"/>
              <a:t>한 비트를 </a:t>
            </a:r>
            <a:r>
              <a:rPr lang="en-US" altLang="ko-KR" dirty="0"/>
              <a:t>32</a:t>
            </a:r>
            <a:r>
              <a:rPr lang="ko-KR" altLang="en-US" dirty="0"/>
              <a:t>비트 메모리 주소 하나로 바꿔서 </a:t>
            </a:r>
            <a:r>
              <a:rPr lang="en-US" altLang="ko-KR" b="1" dirty="0">
                <a:solidFill>
                  <a:srgbClr val="0000FF"/>
                </a:solidFill>
              </a:rPr>
              <a:t>atomic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set/clear </a:t>
            </a:r>
            <a:r>
              <a:rPr lang="ko-KR" altLang="en-US" dirty="0"/>
              <a:t>하게 해주는 </a:t>
            </a:r>
            <a:r>
              <a:rPr lang="en-US" altLang="ko-KR" dirty="0"/>
              <a:t>Cortex-M</a:t>
            </a:r>
            <a:r>
              <a:rPr lang="ko-KR" altLang="en-US" dirty="0"/>
              <a:t>의 하드웨어 기능</a:t>
            </a:r>
            <a:endParaRPr lang="en-US" altLang="ko-KR" dirty="0"/>
          </a:p>
          <a:p>
            <a:r>
              <a:rPr lang="en-US" altLang="ko-KR" b="1" u="sng" dirty="0"/>
              <a:t>RMW(Read-Modify-Write) race</a:t>
            </a:r>
            <a:r>
              <a:rPr lang="ko-KR" altLang="en-US" b="1" u="sng" dirty="0"/>
              <a:t>를 피하는 데 유용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RMW race: </a:t>
            </a:r>
            <a:r>
              <a:rPr lang="ko-KR" altLang="en-US" dirty="0"/>
              <a:t>한 레지스터의 “특정 비트만” 바꾸려고 할 때</a:t>
            </a:r>
            <a:r>
              <a:rPr lang="en-US" altLang="ko-KR" dirty="0"/>
              <a:t>,</a:t>
            </a:r>
            <a:r>
              <a:rPr lang="ko-KR" altLang="en-US" dirty="0"/>
              <a:t> 레지스터 읽기</a:t>
            </a:r>
            <a:r>
              <a:rPr lang="en-US" altLang="ko-KR" dirty="0"/>
              <a:t>(Read)</a:t>
            </a:r>
            <a:r>
              <a:rPr lang="ko-KR" altLang="en-US" dirty="0"/>
              <a:t>원하는 비트만 수정</a:t>
            </a:r>
            <a:r>
              <a:rPr lang="en-US" altLang="ko-KR" dirty="0"/>
              <a:t>(Modify: OR/AND) </a:t>
            </a:r>
            <a:r>
              <a:rPr lang="ko-KR" altLang="en-US" dirty="0"/>
              <a:t>다시 쓰기</a:t>
            </a:r>
            <a:r>
              <a:rPr lang="en-US" altLang="ko-KR" dirty="0"/>
              <a:t>(Write) </a:t>
            </a:r>
            <a:r>
              <a:rPr lang="ko-KR" altLang="en-US" dirty="0"/>
              <a:t>수행</a:t>
            </a:r>
            <a:r>
              <a:rPr lang="en-US" altLang="ko-KR" dirty="0"/>
              <a:t>. </a:t>
            </a:r>
            <a:r>
              <a:rPr lang="ko-KR" altLang="en-US" dirty="0"/>
              <a:t>그 사이에 인터럽트가 같은 레지스터를 건드리면</a:t>
            </a:r>
            <a:r>
              <a:rPr lang="en-US" altLang="ko-KR" dirty="0"/>
              <a:t>, </a:t>
            </a:r>
            <a:r>
              <a:rPr lang="ko-KR" altLang="en-US" dirty="0"/>
              <a:t>먼저 바꾼 값이 사라질 가능성이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Bit-band</a:t>
            </a:r>
            <a:r>
              <a:rPr lang="ko-KR" altLang="en-US" dirty="0"/>
              <a:t>는 특정 </a:t>
            </a:r>
            <a:r>
              <a:rPr lang="en-US" altLang="ko-KR" dirty="0"/>
              <a:t>1MB “</a:t>
            </a:r>
            <a:r>
              <a:rPr lang="ko-KR" altLang="en-US" dirty="0"/>
              <a:t>원본 </a:t>
            </a:r>
            <a:r>
              <a:rPr lang="ko-KR" altLang="en-US" dirty="0" err="1"/>
              <a:t>영역”의</a:t>
            </a:r>
            <a:r>
              <a:rPr lang="ko-KR" altLang="en-US" dirty="0"/>
              <a:t> 각 비트를</a:t>
            </a:r>
            <a:r>
              <a:rPr lang="en-US" altLang="ko-KR" dirty="0"/>
              <a:t>, 32MB “</a:t>
            </a:r>
            <a:r>
              <a:rPr lang="ko-KR" altLang="en-US" dirty="0"/>
              <a:t>별칭</a:t>
            </a:r>
            <a:r>
              <a:rPr lang="en-US" altLang="ko-KR" dirty="0"/>
              <a:t>(alias) </a:t>
            </a:r>
            <a:r>
              <a:rPr lang="ko-KR" altLang="en-US" dirty="0" err="1"/>
              <a:t>영역”의</a:t>
            </a:r>
            <a:r>
              <a:rPr lang="ko-KR" altLang="en-US" dirty="0"/>
              <a:t> 워드</a:t>
            </a:r>
            <a:r>
              <a:rPr lang="en-US" altLang="ko-KR" dirty="0"/>
              <a:t>(32</a:t>
            </a:r>
            <a:r>
              <a:rPr lang="ko-KR" altLang="en-US" dirty="0"/>
              <a:t>비트</a:t>
            </a:r>
            <a:r>
              <a:rPr lang="en-US" altLang="ko-KR" dirty="0"/>
              <a:t>) </a:t>
            </a:r>
            <a:r>
              <a:rPr lang="ko-KR" altLang="en-US" dirty="0"/>
              <a:t>주소로 매핑합니다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SRAM bit-band</a:t>
            </a:r>
          </a:p>
          <a:p>
            <a:pPr lvl="1"/>
            <a:r>
              <a:rPr lang="en-US" altLang="ko-KR" dirty="0"/>
              <a:t>SRAM bit-band </a:t>
            </a:r>
            <a:r>
              <a:rPr lang="ko-KR" altLang="en-US" dirty="0"/>
              <a:t>원본</a:t>
            </a:r>
            <a:r>
              <a:rPr lang="en-US" altLang="ko-KR" dirty="0"/>
              <a:t>: 0x2000_0000 ~ 0x200F_FFFF</a:t>
            </a:r>
          </a:p>
          <a:p>
            <a:pPr lvl="1"/>
            <a:r>
              <a:rPr lang="en-US" altLang="ko-KR" dirty="0"/>
              <a:t>SRAM alias: 0x2200_0000 ~ 0x23FF_FFFF</a:t>
            </a:r>
          </a:p>
          <a:p>
            <a:r>
              <a:rPr lang="en-US" altLang="ko-KR" dirty="0"/>
              <a:t>Peripheral bit-band</a:t>
            </a:r>
          </a:p>
          <a:p>
            <a:pPr lvl="1"/>
            <a:r>
              <a:rPr lang="en-US" altLang="ko-KR" dirty="0"/>
              <a:t>Peripheral bit-band </a:t>
            </a:r>
            <a:r>
              <a:rPr lang="ko-KR" altLang="en-US" dirty="0"/>
              <a:t>원본</a:t>
            </a:r>
            <a:r>
              <a:rPr lang="en-US" altLang="ko-KR" dirty="0"/>
              <a:t>: 0x4000_0000 ~ 0x400F_FFFF</a:t>
            </a:r>
          </a:p>
          <a:p>
            <a:pPr lvl="1"/>
            <a:r>
              <a:rPr lang="en-US" altLang="ko-KR" dirty="0"/>
              <a:t>Peripheral alias: 0x4200_0000 ~ 0x43FF_FFFF</a:t>
            </a:r>
          </a:p>
        </p:txBody>
      </p:sp>
    </p:spTree>
    <p:extLst>
      <p:ext uri="{BB962C8B-B14F-4D97-AF65-F5344CB8AC3E}">
        <p14:creationId xmlns:p14="http://schemas.microsoft.com/office/powerpoint/2010/main" val="1916876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Bit Banding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785794"/>
            <a:ext cx="5943600" cy="551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main.c macro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357158" y="928670"/>
          <a:ext cx="7143800" cy="2682240"/>
        </p:xfrm>
        <a:graphic>
          <a:graphicData uri="http://schemas.openxmlformats.org/drawingml/2006/table">
            <a:tbl>
              <a:tblPr/>
              <a:tblGrid>
                <a:gridCol w="71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#define RAM_BASE       0x20000000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#define RAM_BB_BASE    0x22000000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#define 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Var_ResetBit_BB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VarAddr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BitNumber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)   \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         (*(__IO uint32_t *) (RAM_BB_BASE | \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         ((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VarAddr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- RAM_BASE) &lt;&lt; 5) | ((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BitNumber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) &lt;&lt; 2)) = 0)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#define 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Var_SetBit_BB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VarAddr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BitNumber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)     \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         (*(__IO uint32_t *) (RAM_BB_BASE | \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         ((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VarAddr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- RAM_BASE) &lt;&lt; 5) | ((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BitNumber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) &lt;&lt; 2)) = 1)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#define 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Var_GetBit_BB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VarAddr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, 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BitNumber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)     \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         (*(__IO uint32_t *) (RAM_BB_BASE | \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         ((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VarAddr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 - RAM_BASE) &lt;&lt; 5) | ((</a:t>
                      </a:r>
                      <a:r>
                        <a:rPr lang="en-US" sz="1600" kern="100" dirty="0" err="1">
                          <a:latin typeface="+mn-lt"/>
                          <a:ea typeface="맑은 고딕"/>
                          <a:cs typeface="Times New Roman"/>
                        </a:rPr>
                        <a:t>BitNumber</a:t>
                      </a:r>
                      <a:r>
                        <a:rPr lang="en-US" sz="1600" kern="100" dirty="0">
                          <a:latin typeface="+mn-lt"/>
                          <a:ea typeface="맑은 고딕"/>
                          <a:cs typeface="Times New Roman"/>
                        </a:rPr>
                        <a:t>) &lt;&lt; 2)))</a:t>
                      </a:r>
                      <a:endParaRPr lang="ko-KR" sz="1600" kern="100" dirty="0">
                        <a:latin typeface="+mn-lt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177800" y="3786190"/>
            <a:ext cx="8858250" cy="2643206"/>
          </a:xfrm>
        </p:spPr>
        <p:txBody>
          <a:bodyPr/>
          <a:lstStyle/>
          <a:p>
            <a:r>
              <a:rPr lang="en-US" altLang="ko-KR" dirty="0" err="1"/>
              <a:t>bit_word_addr</a:t>
            </a:r>
            <a:r>
              <a:rPr lang="en-US" altLang="ko-KR" dirty="0"/>
              <a:t> = </a:t>
            </a:r>
            <a:r>
              <a:rPr lang="en-US" altLang="ko-KR" dirty="0" err="1"/>
              <a:t>bit_band_base</a:t>
            </a:r>
            <a:r>
              <a:rPr lang="en-US" altLang="ko-KR" dirty="0"/>
              <a:t> + (</a:t>
            </a:r>
            <a:r>
              <a:rPr lang="en-US" altLang="ko-KR" dirty="0" err="1"/>
              <a:t>byte_offset</a:t>
            </a:r>
            <a:r>
              <a:rPr lang="en-US" altLang="ko-KR" dirty="0"/>
              <a:t> x 32) + (</a:t>
            </a:r>
            <a:r>
              <a:rPr lang="en-US" altLang="ko-KR" dirty="0" err="1"/>
              <a:t>bit_number</a:t>
            </a:r>
            <a:r>
              <a:rPr lang="en-US" altLang="ko-KR" dirty="0"/>
              <a:t> × 4)</a:t>
            </a:r>
          </a:p>
          <a:p>
            <a:r>
              <a:rPr lang="en-US" altLang="ko-KR" dirty="0" err="1"/>
              <a:t>Var_ResetBit_BB</a:t>
            </a:r>
            <a:r>
              <a:rPr lang="en-US" altLang="ko-KR" dirty="0"/>
              <a:t>(</a:t>
            </a:r>
            <a:r>
              <a:rPr lang="en-US" altLang="ko-KR" dirty="0" err="1"/>
              <a:t>VarAddr</a:t>
            </a:r>
            <a:r>
              <a:rPr lang="en-US" altLang="ko-KR" dirty="0"/>
              <a:t>, </a:t>
            </a:r>
            <a:r>
              <a:rPr lang="en-US" altLang="ko-KR" dirty="0" err="1"/>
              <a:t>BitNumber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SRAM </a:t>
            </a:r>
            <a:r>
              <a:rPr lang="ko-KR" altLang="en-US" dirty="0"/>
              <a:t>영역의 주소값과 비트 번호를 주게 됩니다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bit_band_base</a:t>
            </a:r>
            <a:r>
              <a:rPr lang="en-US" altLang="ko-KR" dirty="0"/>
              <a:t> + (</a:t>
            </a:r>
            <a:r>
              <a:rPr lang="en-US" altLang="ko-KR" dirty="0" err="1"/>
              <a:t>byte_offset</a:t>
            </a:r>
            <a:r>
              <a:rPr lang="en-US" altLang="ko-KR" dirty="0"/>
              <a:t> x 32) + (</a:t>
            </a:r>
            <a:r>
              <a:rPr lang="en-US" altLang="ko-KR" dirty="0" err="1"/>
              <a:t>bit_number</a:t>
            </a:r>
            <a:r>
              <a:rPr lang="en-US" altLang="ko-KR" dirty="0"/>
              <a:t> × 4)</a:t>
            </a:r>
            <a:r>
              <a:rPr lang="ko-KR" altLang="en-US" dirty="0"/>
              <a:t>의 형태로 덧셈을 하는 것과 위 매크로에서 </a:t>
            </a:r>
            <a:r>
              <a:rPr lang="en-US" altLang="ko-KR" dirty="0"/>
              <a:t>OR </a:t>
            </a:r>
            <a:r>
              <a:rPr lang="ko-KR" altLang="en-US" dirty="0"/>
              <a:t>연산을 하는 것은 비트 영역이 서로 겹치는 것이 없기 때문에 동일한 결과를 얻게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4000504"/>
            <a:ext cx="8858250" cy="2428892"/>
          </a:xfrm>
        </p:spPr>
        <p:txBody>
          <a:bodyPr/>
          <a:lstStyle/>
          <a:p>
            <a:r>
              <a:rPr lang="en-US" altLang="ko-KR" dirty="0"/>
              <a:t>11</a:t>
            </a:r>
            <a:r>
              <a:rPr lang="ko-KR" altLang="ko-KR" dirty="0"/>
              <a:t>번 비트를 변경</a:t>
            </a:r>
            <a:endParaRPr lang="en-US" altLang="ko-KR" dirty="0"/>
          </a:p>
          <a:p>
            <a:pPr lvl="1"/>
            <a:r>
              <a:rPr lang="en-US" altLang="ko-KR" dirty="0"/>
              <a:t>0x5AA5</a:t>
            </a:r>
            <a:r>
              <a:rPr lang="ko-KR" altLang="ko-KR" dirty="0"/>
              <a:t>를</a:t>
            </a:r>
            <a:r>
              <a:rPr lang="en-US" altLang="ko-KR" dirty="0"/>
              <a:t> binary</a:t>
            </a:r>
            <a:r>
              <a:rPr lang="ko-KR" altLang="ko-KR" dirty="0"/>
              <a:t>로 표현하면 </a:t>
            </a:r>
            <a:r>
              <a:rPr lang="en-US" altLang="ko-KR" dirty="0"/>
              <a:t>101101010100101</a:t>
            </a:r>
          </a:p>
          <a:p>
            <a:pPr lvl="1"/>
            <a:r>
              <a:rPr lang="en-US" altLang="ko-KR" dirty="0"/>
              <a:t>11</a:t>
            </a:r>
            <a:r>
              <a:rPr lang="ko-KR" altLang="ko-KR" dirty="0"/>
              <a:t>번 비트는 </a:t>
            </a:r>
            <a:r>
              <a:rPr lang="en-US" altLang="ko-KR" dirty="0"/>
              <a:t>101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en-US" altLang="ko-KR" dirty="0"/>
              <a:t>01010100101</a:t>
            </a:r>
            <a:r>
              <a:rPr lang="ko-KR" altLang="ko-KR" dirty="0"/>
              <a:t>에서 굵게 표시된 앞에서</a:t>
            </a:r>
            <a:r>
              <a:rPr lang="en-US" altLang="ko-KR" dirty="0"/>
              <a:t> 4</a:t>
            </a:r>
            <a:r>
              <a:rPr lang="ko-KR" altLang="ko-KR" dirty="0"/>
              <a:t>번째 숫자</a:t>
            </a:r>
            <a:r>
              <a:rPr lang="en-US" altLang="ko-KR" dirty="0"/>
              <a:t> 1</a:t>
            </a:r>
          </a:p>
          <a:p>
            <a:pPr lvl="1"/>
            <a:r>
              <a:rPr lang="ko-KR" altLang="ko-KR" dirty="0"/>
              <a:t>이것을 </a:t>
            </a:r>
            <a:r>
              <a:rPr lang="en-US" altLang="ko-KR" dirty="0" err="1"/>
              <a:t>Var_ResetBit_BB</a:t>
            </a:r>
            <a:r>
              <a:rPr lang="ko-KR" altLang="ko-KR" dirty="0"/>
              <a:t>을 통해서</a:t>
            </a:r>
            <a:r>
              <a:rPr lang="en-US" altLang="ko-KR" dirty="0"/>
              <a:t> 0</a:t>
            </a:r>
            <a:r>
              <a:rPr lang="ko-KR" altLang="ko-KR" dirty="0"/>
              <a:t>으로 만들고 있는 것이고</a:t>
            </a:r>
            <a:r>
              <a:rPr lang="en-US" altLang="ko-KR" dirty="0"/>
              <a:t>, 101</a:t>
            </a:r>
            <a:r>
              <a:rPr lang="en-US" altLang="ko-KR" b="1" dirty="0">
                <a:solidFill>
                  <a:srgbClr val="FF0000"/>
                </a:solidFill>
              </a:rPr>
              <a:t>0</a:t>
            </a:r>
            <a:r>
              <a:rPr lang="en-US" altLang="ko-KR" dirty="0"/>
              <a:t>01010100101</a:t>
            </a:r>
            <a:r>
              <a:rPr lang="ko-KR" altLang="ko-KR" dirty="0"/>
              <a:t>이 </a:t>
            </a:r>
            <a:r>
              <a:rPr lang="ko-KR" altLang="en-US" dirty="0"/>
              <a:t>된</a:t>
            </a:r>
            <a:r>
              <a:rPr lang="ko-KR" altLang="ko-KR" dirty="0"/>
              <a:t>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5" name="내용 개체 틀 2"/>
          <p:cNvSpPr txBox="1">
            <a:spLocks/>
          </p:cNvSpPr>
          <p:nvPr/>
        </p:nvSpPr>
        <p:spPr bwMode="auto">
          <a:xfrm>
            <a:off x="3428992" y="1214422"/>
            <a:ext cx="5214974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/* Modify 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Var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variable bit 11 */</a:t>
            </a:r>
            <a:endParaRPr kumimoji="1" lang="ko-KR" altLang="ko-K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Var_ResetBit_BB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(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VarAddr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, 11);</a:t>
            </a: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             /* 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Var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=</a:t>
            </a:r>
            <a:r>
              <a:rPr kumimoji="1" lang="en-US" altLang="ko-KR" sz="2000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0x000052A5 */</a:t>
            </a:r>
            <a:endParaRPr kumimoji="1" lang="ko-KR" altLang="ko-K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printf("(5) 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Var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: %0X\n", 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Var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);</a:t>
            </a:r>
            <a:endParaRPr kumimoji="1" lang="ko-KR" altLang="ko-K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(5) </a:t>
            </a:r>
            <a:r>
              <a:rPr kumimoji="1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Var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: 52A5</a:t>
            </a:r>
            <a:endParaRPr kumimoji="1" lang="ko-KR" altLang="ko-KR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E3DDCE-A5D9-9BFA-2766-BEC8786C2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68374"/>
            <a:ext cx="2697307" cy="25046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17190</TotalTime>
  <Words>488</Words>
  <Application>Microsoft Office PowerPoint</Application>
  <PresentationFormat>화면 슬라이드 쇼(4:3)</PresentationFormat>
  <Paragraphs>41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3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Bit Band</vt:lpstr>
      <vt:lpstr>STM32 Bit-banding</vt:lpstr>
      <vt:lpstr>Bit Banding</vt:lpstr>
      <vt:lpstr>main.c macro</vt:lpstr>
      <vt:lpstr>실행 결과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Oh Younghwan</cp:lastModifiedBy>
  <cp:revision>576</cp:revision>
  <dcterms:created xsi:type="dcterms:W3CDTF">2006-02-08T03:00:46Z</dcterms:created>
  <dcterms:modified xsi:type="dcterms:W3CDTF">2026-01-19T05:07:39Z</dcterms:modified>
</cp:coreProperties>
</file>