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notesMasterIdLst>
    <p:notesMasterId r:id="rId36"/>
  </p:notesMasterIdLst>
  <p:handoutMasterIdLst>
    <p:handoutMasterId r:id="rId37"/>
  </p:handoutMasterIdLst>
  <p:sldIdLst>
    <p:sldId id="308" r:id="rId2"/>
    <p:sldId id="332" r:id="rId3"/>
    <p:sldId id="352" r:id="rId4"/>
    <p:sldId id="349" r:id="rId5"/>
    <p:sldId id="354" r:id="rId6"/>
    <p:sldId id="358" r:id="rId7"/>
    <p:sldId id="353" r:id="rId8"/>
    <p:sldId id="356" r:id="rId9"/>
    <p:sldId id="361" r:id="rId10"/>
    <p:sldId id="363" r:id="rId11"/>
    <p:sldId id="364" r:id="rId12"/>
    <p:sldId id="365" r:id="rId13"/>
    <p:sldId id="367" r:id="rId14"/>
    <p:sldId id="368" r:id="rId15"/>
    <p:sldId id="399" r:id="rId16"/>
    <p:sldId id="401" r:id="rId17"/>
    <p:sldId id="414" r:id="rId18"/>
    <p:sldId id="402" r:id="rId19"/>
    <p:sldId id="415" r:id="rId20"/>
    <p:sldId id="416" r:id="rId21"/>
    <p:sldId id="417" r:id="rId22"/>
    <p:sldId id="418" r:id="rId23"/>
    <p:sldId id="420" r:id="rId24"/>
    <p:sldId id="419" r:id="rId25"/>
    <p:sldId id="369" r:id="rId26"/>
    <p:sldId id="413" r:id="rId27"/>
    <p:sldId id="412" r:id="rId28"/>
    <p:sldId id="372" r:id="rId29"/>
    <p:sldId id="373" r:id="rId30"/>
    <p:sldId id="374" r:id="rId31"/>
    <p:sldId id="375" r:id="rId32"/>
    <p:sldId id="376" r:id="rId33"/>
    <p:sldId id="377" r:id="rId34"/>
    <p:sldId id="378" r:id="rId35"/>
  </p:sldIdLst>
  <p:sldSz cx="9144000" cy="6858000" type="screen4x3"/>
  <p:notesSz cx="6799263" cy="992981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5pPr>
    <a:lvl6pPr marL="22860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6pPr>
    <a:lvl7pPr marL="27432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7pPr>
    <a:lvl8pPr marL="32004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8pPr>
    <a:lvl9pPr marL="36576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38">
          <p15:clr>
            <a:srgbClr val="A4A3A4"/>
          </p15:clr>
        </p15:guide>
        <p15:guide id="2" pos="6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8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99"/>
    <a:srgbClr val="C0C0C0"/>
    <a:srgbClr val="CCECFF"/>
    <a:srgbClr val="FF99CC"/>
    <a:srgbClr val="99FF99"/>
    <a:srgbClr val="660033"/>
    <a:srgbClr val="66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43" autoAdjust="0"/>
    <p:restoredTop sz="95183" autoAdjust="0"/>
  </p:normalViewPr>
  <p:slideViewPr>
    <p:cSldViewPr snapToObjects="1">
      <p:cViewPr varScale="1">
        <p:scale>
          <a:sx n="96" d="100"/>
          <a:sy n="96" d="100"/>
        </p:scale>
        <p:origin x="1195" y="77"/>
      </p:cViewPr>
      <p:guideLst>
        <p:guide orient="horz" pos="3838"/>
        <p:guide pos="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Objects="1">
      <p:cViewPr varScale="1">
        <p:scale>
          <a:sx n="57" d="100"/>
          <a:sy n="57" d="100"/>
        </p:scale>
        <p:origin x="-2616" y="-96"/>
      </p:cViewPr>
      <p:guideLst>
        <p:guide orient="horz" pos="3128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3E359F8D-C241-43DD-BB7A-EE3CBF36867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6125"/>
            <a:ext cx="4964113" cy="37226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50" y="4716463"/>
            <a:ext cx="5440363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DE4C13C3-4C20-49FA-8F88-6FD9575FBAAE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9E6B64B-D8C4-466A-BB6C-3C01BAF15E52}" type="slidenum">
              <a:rPr lang="en-US" altLang="ko-KR"/>
              <a:pPr/>
              <a:t>1</a:t>
            </a:fld>
            <a:endParaRPr lang="en-US" altLang="ko-KR"/>
          </a:p>
        </p:txBody>
      </p:sp>
      <p:sp>
        <p:nvSpPr>
          <p:cNvPr id="68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ko-KR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875" name="Rectangle 11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6" name="Rectangle 12"/>
          <p:cNvSpPr>
            <a:spLocks noChangeArrowheads="1"/>
          </p:cNvSpPr>
          <p:nvPr userDrawn="1"/>
        </p:nvSpPr>
        <p:spPr bwMode="auto">
          <a:xfrm>
            <a:off x="88900" y="2636838"/>
            <a:ext cx="7146925" cy="1095375"/>
          </a:xfrm>
          <a:prstGeom prst="rect">
            <a:avLst/>
          </a:prstGeom>
          <a:solidFill>
            <a:srgbClr val="92D050"/>
          </a:solidFill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7" name="Line 13"/>
          <p:cNvSpPr>
            <a:spLocks noChangeShapeType="1"/>
          </p:cNvSpPr>
          <p:nvPr userDrawn="1"/>
        </p:nvSpPr>
        <p:spPr bwMode="auto">
          <a:xfrm>
            <a:off x="88900" y="2552700"/>
            <a:ext cx="7146925" cy="1588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7686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152525"/>
          </a:xfrm>
        </p:spPr>
        <p:txBody>
          <a:bodyPr/>
          <a:lstStyle>
            <a:lvl1pPr marL="0" indent="0">
              <a:buFontTx/>
              <a:buNone/>
              <a:defRPr b="1">
                <a:latin typeface="Verdana" pitchFamily="34" charset="0"/>
              </a:defRPr>
            </a:lvl1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676868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708275"/>
            <a:ext cx="6551612" cy="1023938"/>
          </a:xfrm>
        </p:spPr>
        <p:txBody>
          <a:bodyPr/>
          <a:lstStyle>
            <a:lvl1pPr>
              <a:defRPr sz="3200"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76881" name="Rectangle 17"/>
          <p:cNvSpPr>
            <a:spLocks noChangeArrowheads="1"/>
          </p:cNvSpPr>
          <p:nvPr userDrawn="1"/>
        </p:nvSpPr>
        <p:spPr bwMode="auto">
          <a:xfrm>
            <a:off x="107950" y="6381750"/>
            <a:ext cx="4679950" cy="3603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altLang="ko-KR" dirty="0"/>
              <a:t>http://cafe.naver.com/embeddedcrazyboys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77800" y="785793"/>
            <a:ext cx="8858250" cy="5643603"/>
          </a:xfrm>
        </p:spPr>
        <p:txBody>
          <a:bodyPr/>
          <a:lstStyle>
            <a:lvl1pPr>
              <a:defRPr>
                <a:latin typeface="Verdana" pitchFamily="34" charset="0"/>
              </a:defRPr>
            </a:lvl1pPr>
            <a:lvl2pPr>
              <a:defRPr>
                <a:latin typeface="Verdana" pitchFamily="34" charset="0"/>
              </a:defRPr>
            </a:lvl2pPr>
            <a:lvl3pPr>
              <a:defRPr>
                <a:latin typeface="Verdana" pitchFamily="34" charset="0"/>
              </a:defRPr>
            </a:lvl3pPr>
            <a:lvl4pPr>
              <a:defRPr>
                <a:latin typeface="Verdana" pitchFamily="34" charset="0"/>
              </a:defRPr>
            </a:lvl4pPr>
            <a:lvl5pPr>
              <a:defRPr>
                <a:latin typeface="Verdana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77800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83125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821488" y="115888"/>
            <a:ext cx="2214562" cy="640873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177800" y="115888"/>
            <a:ext cx="6491288" cy="64087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4" name="Rectangle 70"/>
          <p:cNvSpPr>
            <a:spLocks noChangeArrowheads="1"/>
          </p:cNvSpPr>
          <p:nvPr userDrawn="1"/>
        </p:nvSpPr>
        <p:spPr bwMode="auto">
          <a:xfrm>
            <a:off x="88900" y="85725"/>
            <a:ext cx="8959850" cy="534988"/>
          </a:xfrm>
          <a:prstGeom prst="rect">
            <a:avLst/>
          </a:prstGeom>
          <a:solidFill>
            <a:srgbClr val="92D050">
              <a:alpha val="5000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800" y="665163"/>
            <a:ext cx="8858250" cy="5859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800" y="115888"/>
            <a:ext cx="8858250" cy="469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Main Title</a:t>
            </a:r>
          </a:p>
        </p:txBody>
      </p:sp>
      <p:sp>
        <p:nvSpPr>
          <p:cNvPr id="6178" name="Rectangle 34"/>
          <p:cNvSpPr>
            <a:spLocks noChangeArrowheads="1"/>
          </p:cNvSpPr>
          <p:nvPr userDrawn="1"/>
        </p:nvSpPr>
        <p:spPr bwMode="auto">
          <a:xfrm rot="-21600000">
            <a:off x="8388350" y="6453188"/>
            <a:ext cx="647700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r" latinLnBrk="0"/>
            <a:fld id="{4FDD7156-F552-46EC-968D-BB66E3283A22}" type="slidenum">
              <a:rPr kumimoji="0" lang="en-US" altLang="ko-KR" sz="1300" i="0">
                <a:solidFill>
                  <a:srgbClr val="333333"/>
                </a:solidFill>
                <a:latin typeface="Century Gothic" pitchFamily="34" charset="0"/>
              </a:rPr>
              <a:pPr algn="r" latinLnBrk="0"/>
              <a:t>‹#›</a:t>
            </a:fld>
            <a:endParaRPr kumimoji="0" lang="en-US" altLang="ko-KR" sz="1300" i="0">
              <a:solidFill>
                <a:srgbClr val="333333"/>
              </a:solidFill>
              <a:latin typeface="Century Gothic" pitchFamily="34" charset="0"/>
            </a:endParaRPr>
          </a:p>
        </p:txBody>
      </p:sp>
      <p:sp>
        <p:nvSpPr>
          <p:cNvPr id="6200" name="Text Box 56"/>
          <p:cNvSpPr txBox="1">
            <a:spLocks noChangeArrowheads="1"/>
          </p:cNvSpPr>
          <p:nvPr userDrawn="1"/>
        </p:nvSpPr>
        <p:spPr bwMode="auto">
          <a:xfrm>
            <a:off x="5422900" y="6480175"/>
            <a:ext cx="31654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/>
            <a:r>
              <a:rPr lang="en-US" altLang="ko-KR" sz="1000" i="0" dirty="0">
                <a:solidFill>
                  <a:srgbClr val="5F5F5F"/>
                </a:solidFill>
                <a:latin typeface="Century Gothic" pitchFamily="34" charset="0"/>
              </a:rPr>
              <a:t>https://www.crz-tech.com/</a:t>
            </a:r>
          </a:p>
        </p:txBody>
      </p:sp>
      <p:sp>
        <p:nvSpPr>
          <p:cNvPr id="6211" name="Rectangle 67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212" name="Line 68"/>
          <p:cNvSpPr>
            <a:spLocks noChangeShapeType="1"/>
          </p:cNvSpPr>
          <p:nvPr userDrawn="1"/>
        </p:nvSpPr>
        <p:spPr bwMode="auto">
          <a:xfrm>
            <a:off x="5583238" y="6480175"/>
            <a:ext cx="3452812" cy="0"/>
          </a:xfrm>
          <a:prstGeom prst="line">
            <a:avLst/>
          </a:prstGeom>
          <a:noFill/>
          <a:ln w="317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215" name="Line 71"/>
          <p:cNvSpPr>
            <a:spLocks noChangeShapeType="1"/>
          </p:cNvSpPr>
          <p:nvPr userDrawn="1"/>
        </p:nvSpPr>
        <p:spPr bwMode="auto">
          <a:xfrm>
            <a:off x="88900" y="620713"/>
            <a:ext cx="8959850" cy="0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Verdana" pitchFamily="34" charset="0"/>
          <a:ea typeface="+mj-ea"/>
          <a:cs typeface="+mj-cs"/>
        </a:defRPr>
      </a:lvl1pPr>
      <a:lvl2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•"/>
        <a:defRPr kumimoji="1" sz="2000">
          <a:solidFill>
            <a:schemeClr val="tx1"/>
          </a:solidFill>
          <a:latin typeface="Verdana" pitchFamily="34" charset="0"/>
          <a:ea typeface="+mn-ea"/>
          <a:cs typeface="+mn-cs"/>
        </a:defRPr>
      </a:lvl1pPr>
      <a:lvl2pPr marL="742950" indent="-28575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Ø"/>
        <a:defRPr kumimoji="1">
          <a:solidFill>
            <a:schemeClr val="tx1"/>
          </a:solidFill>
          <a:latin typeface="Verdana" pitchFamily="34" charset="0"/>
          <a:ea typeface="+mn-ea"/>
        </a:defRPr>
      </a:lvl2pPr>
      <a:lvl3pPr marL="1143000" indent="-2286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kumimoji="1" sz="1600">
          <a:solidFill>
            <a:schemeClr val="tx1"/>
          </a:solidFill>
          <a:latin typeface="Verdana" pitchFamily="34" charset="0"/>
          <a:ea typeface="+mn-ea"/>
        </a:defRPr>
      </a:lvl3pPr>
      <a:lvl4pPr marL="1600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Wingdings 2" pitchFamily="18" charset="2"/>
        <a:buChar char=""/>
        <a:defRPr kumimoji="1" sz="2000">
          <a:solidFill>
            <a:schemeClr val="tx1"/>
          </a:solidFill>
          <a:latin typeface="Arial" charset="0"/>
          <a:ea typeface="+mn-ea"/>
        </a:defRPr>
      </a:lvl4pPr>
      <a:lvl5pPr marL="20574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916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674938"/>
            <a:ext cx="6551612" cy="1023937"/>
          </a:xfrm>
        </p:spPr>
        <p:txBody>
          <a:bodyPr/>
          <a:lstStyle/>
          <a:p>
            <a:r>
              <a:rPr lang="en-US" altLang="ko-KR" dirty="0"/>
              <a:t>BNO055 – 9</a:t>
            </a:r>
            <a:r>
              <a:rPr lang="ko-KR" altLang="en-US" dirty="0"/>
              <a:t>축</a:t>
            </a:r>
            <a:r>
              <a:rPr lang="en-US" altLang="ko-KR" dirty="0"/>
              <a:t> </a:t>
            </a:r>
            <a:r>
              <a:rPr lang="ko-KR" altLang="en-US" dirty="0"/>
              <a:t>센서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lang="en-US" altLang="ko-KR" dirty="0"/>
          </a:p>
        </p:txBody>
      </p:sp>
      <p:sp>
        <p:nvSpPr>
          <p:cNvPr id="67891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211274"/>
          </a:xfrm>
        </p:spPr>
        <p:txBody>
          <a:bodyPr/>
          <a:lstStyle/>
          <a:p>
            <a:r>
              <a:rPr lang="en-US" altLang="ko-KR" dirty="0"/>
              <a:t>2026.06.17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59166-90EC-43EA-C1CC-D0373F9804A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STM32CubeMX </a:t>
            </a:r>
            <a:r>
              <a:rPr lang="ko-KR" altLang="en-US" b="0" i="0" kern="0" dirty="0"/>
              <a:t>실행 후 </a:t>
            </a:r>
            <a:r>
              <a:rPr lang="en-US" altLang="ko-KR" b="0" i="0" kern="0" dirty="0"/>
              <a:t>"ACCESS TO MCU SELECTOR”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</p:txBody>
      </p:sp>
      <p:pic>
        <p:nvPicPr>
          <p:cNvPr id="8" name="그림 7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E10C5A9-85A6-0E27-29A9-B5CB79BFB2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80" y="1327047"/>
            <a:ext cx="5543340" cy="4982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788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B03C7-A48A-126F-9530-3B88896A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4E170D-18D7-0564-83B9-57A854213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15354-5026-C919-B1B7-E6E85331042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r>
              <a:rPr lang="en-US" altLang="ko-KR" b="0" i="0" kern="0" dirty="0"/>
              <a:t>STM32F407ZET6 </a:t>
            </a:r>
            <a:r>
              <a:rPr lang="ko-KR" altLang="en-US" b="0" i="0" kern="0" dirty="0"/>
              <a:t>선택 후 </a:t>
            </a:r>
            <a:r>
              <a:rPr lang="en-US" altLang="ko-KR" b="0" i="0" kern="0" dirty="0"/>
              <a:t>"Start Project”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</p:txBody>
      </p:sp>
      <p:pic>
        <p:nvPicPr>
          <p:cNvPr id="5" name="그림 4" descr="텍스트, 소프트웨어, 웹 페이지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4DC471-EBB0-7B13-CB84-EA944AE4E0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973" y="1844824"/>
            <a:ext cx="8028384" cy="420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645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DCFF4-1FCE-9767-54F6-B4B2759FC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FB6238-B047-C9B8-FFF0-928DA0DEA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C4366-9F84-AC61-925C-FCEF5F8FF2A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HSE(25MHz) 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HSE : PH0-OSC_IN, PH1-OSC_OUT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17" name="그림 16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9E31AD-9D7B-7821-9A1B-2C5047CA6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40" y="1454996"/>
            <a:ext cx="3157463" cy="4684602"/>
          </a:xfrm>
          <a:prstGeom prst="rect">
            <a:avLst/>
          </a:prstGeom>
        </p:spPr>
      </p:pic>
      <p:pic>
        <p:nvPicPr>
          <p:cNvPr id="19" name="그림 18" descr="텍스트, 스크린샷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538979-475A-EFB0-4B70-331B8002A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08" y="1898528"/>
            <a:ext cx="4892972" cy="118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95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4908E-B983-9E5F-8CEE-8D7A0C7D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138FFB-B8DF-0F5B-55F2-4C770A230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91E97-5A2F-CFAA-A121-98120DCFE28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USART1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UART1 : PA9-USART1_TXD, PA10-USART1_RXD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07BCCF-BB54-D1A2-0FC3-1AD9B39A3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700808"/>
            <a:ext cx="5438775" cy="466725"/>
          </a:xfrm>
          <a:prstGeom prst="rect">
            <a:avLst/>
          </a:prstGeom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C4E2E9-A850-C5D9-6337-039CA1F87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840" y="2464246"/>
            <a:ext cx="2638425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58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F87FC-0925-9D41-D7AB-1B17FFDE8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33C89D-E188-9B63-4012-FE1D9871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C3ED2-C8B6-5AA9-5B3B-88EA0B43ABA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I2C 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I2C : PB6-I2C1_SCL, PB7-I2C1_SDA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폰트, 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A22C3E8-3F7A-5C8C-211B-F9A726892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1628800"/>
            <a:ext cx="3816424" cy="839750"/>
          </a:xfrm>
          <a:prstGeom prst="rect">
            <a:avLst/>
          </a:prstGeom>
        </p:spPr>
      </p:pic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226E7E-9260-F1C1-B72F-96BAE5F9A7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7824" y="2509916"/>
            <a:ext cx="2206550" cy="3410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913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2C661-CE60-5080-1B91-2E4067A89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095D2-C28A-3E39-3E18-12D8B3AE3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36276-5DE1-3D41-98AB-64F9D5B3E36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System Core -&gt; RCC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HSE </a:t>
            </a:r>
            <a:r>
              <a:rPr lang="ko-KR" altLang="en-US" b="0" i="0" kern="0" dirty="0"/>
              <a:t>활성화 </a:t>
            </a:r>
            <a:r>
              <a:rPr lang="en-US" altLang="ko-KR" b="0" i="0" kern="0" dirty="0"/>
              <a:t>-&gt; Crystal/Ceramic Resonator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소프트웨어, 웹 페이지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9EDAE2-6230-FAC9-BA67-23E46DAFA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646" y="1916832"/>
            <a:ext cx="7282011" cy="382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779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92289-75F3-6FA8-A41F-64713E578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DC48AA-23D6-8CD1-45C9-21E3CD42B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40C3C-E670-01AE-EBB6-F04863B5DC3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Connectivity -&gt; USART1 -&gt; Asynchronous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5F22FC-30F9-B3D8-17B6-B4C967BDD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330" y="1194405"/>
            <a:ext cx="6167340" cy="5184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672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47888-09F0-9735-0166-610D9CF94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4067E5-F4B3-14A6-E859-D7FE91E89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59010-2CD0-0383-AD2E-25A9A9A0AE9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Connectivity -&gt; I2C1 -&gt; Mode -&gt; I2C</a:t>
            </a:r>
            <a:r>
              <a:rPr lang="ko-KR" altLang="en-US" b="0" i="0" kern="0" dirty="0"/>
              <a:t> 선택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소프트웨어, 웹 페이지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1D9240-C486-2D85-9419-E07EDA1AE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466" y="1556791"/>
            <a:ext cx="8059068" cy="4608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439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827B0-020C-D166-66A7-3FF68D9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4B695D-FC11-903E-11ED-4C2BEB1CF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BC485-8C6C-D240-71B1-9A2A180C284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Clock Configuration </a:t>
            </a:r>
            <a:r>
              <a:rPr lang="ko-KR" altLang="en-US" b="0" i="0" kern="0" dirty="0"/>
              <a:t>클릭 </a:t>
            </a:r>
            <a:r>
              <a:rPr lang="en-US" altLang="ko-KR" b="0" i="0" kern="0" dirty="0"/>
              <a:t>-&gt; Yes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번호, 도표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377413-6010-4C89-0117-A390ADA59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913593"/>
            <a:ext cx="7886700" cy="3536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22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4445E-939B-0152-FDFC-D4B9B8056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A14DB7-7A58-4303-9250-8F35BE929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07A81-A129-5B29-DC02-1E054DC2EDF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Project Manager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Project Name </a:t>
            </a:r>
            <a:r>
              <a:rPr lang="ko-KR" altLang="en-US" b="0" i="0" kern="0" dirty="0"/>
              <a:t>기입</a:t>
            </a:r>
            <a:r>
              <a:rPr lang="en-US" altLang="ko-KR" b="0" i="0" kern="0" dirty="0"/>
              <a:t>, IDE</a:t>
            </a:r>
            <a:r>
              <a:rPr lang="ko-KR" altLang="en-US" b="0" i="0" kern="0" dirty="0"/>
              <a:t>를 </a:t>
            </a:r>
            <a:r>
              <a:rPr lang="en-US" altLang="ko-KR" b="0" i="0" kern="0" dirty="0"/>
              <a:t>STM32CubeIDE</a:t>
            </a:r>
            <a:r>
              <a:rPr lang="ko-KR" altLang="en-US" b="0" i="0" kern="0" dirty="0"/>
              <a:t>로 선택 후 </a:t>
            </a:r>
            <a:r>
              <a:rPr lang="en-US" altLang="ko-KR" b="0" i="0" kern="0" dirty="0"/>
              <a:t>GENERATE CODE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54E60D-28FF-8BBF-CD05-26DF2C267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2348880"/>
            <a:ext cx="8324123" cy="18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684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31A51-F930-5937-DE78-DB4F58D22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2D24C4-5304-7E45-DDD5-333E85347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26DCB-9D3C-A824-25C8-A869C33AAE0C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Open Project </a:t>
            </a:r>
            <a:r>
              <a:rPr lang="ko-KR" altLang="en-US" b="0" i="0" kern="0" dirty="0"/>
              <a:t>클릭하여 </a:t>
            </a:r>
            <a:r>
              <a:rPr lang="en-US" altLang="ko-KR" b="0" i="0" kern="0" dirty="0"/>
              <a:t>STM32CubeIDE </a:t>
            </a:r>
            <a:r>
              <a:rPr lang="ko-KR" altLang="en-US" b="0" i="0" kern="0" dirty="0"/>
              <a:t>실행</a:t>
            </a:r>
            <a:r>
              <a:rPr lang="en-US" altLang="ko-KR" b="0" i="0" kern="0" dirty="0"/>
              <a:t>, workspace</a:t>
            </a:r>
            <a:r>
              <a:rPr lang="ko-KR" altLang="en-US" b="0" i="0" kern="0" dirty="0"/>
              <a:t>는 </a:t>
            </a:r>
            <a:r>
              <a:rPr lang="en-US" altLang="ko-KR" b="0" i="0" kern="0" dirty="0" err="1"/>
              <a:t>CubeMX</a:t>
            </a:r>
            <a:r>
              <a:rPr lang="ko-KR" altLang="en-US" b="0" i="0" kern="0" dirty="0"/>
              <a:t>와 다른 폴더로 지정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5E1090-7FA7-61B4-9111-3049CBCCB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1482424"/>
            <a:ext cx="5161534" cy="2120561"/>
          </a:xfrm>
          <a:prstGeom prst="rect">
            <a:avLst/>
          </a:prstGeom>
        </p:spPr>
      </p:pic>
      <p:pic>
        <p:nvPicPr>
          <p:cNvPr id="9" name="그림 8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E5A5C4-8FFD-15ED-CC64-44BDB3EBE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455" y="3818912"/>
            <a:ext cx="5191824" cy="2527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351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1B3EA-4B49-A517-8F82-7DEAE95F9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B9DCE1-3677-AF2C-9BB4-5C95B3E03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파일 생성 설정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4B20-C09D-0E15-58E5-26283B50F565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STM32CubeProgrammer</a:t>
            </a:r>
            <a:r>
              <a:rPr lang="ko-KR" altLang="en-US" b="0" i="0" kern="0" dirty="0"/>
              <a:t>로 시리얼 다운로드하기 위해서는 </a:t>
            </a:r>
            <a:r>
              <a:rPr lang="en-US" altLang="ko-KR" b="0" i="0" kern="0" dirty="0"/>
              <a:t>BIN</a:t>
            </a:r>
            <a:r>
              <a:rPr lang="ko-KR" altLang="en-US" b="0" i="0" kern="0" dirty="0"/>
              <a:t>파일이 필요</a:t>
            </a:r>
            <a:r>
              <a:rPr lang="en-US" altLang="ko-KR" b="0" i="0" kern="0" dirty="0"/>
              <a:t>. </a:t>
            </a:r>
          </a:p>
          <a:p>
            <a:r>
              <a:rPr lang="en-US" altLang="ko-KR" b="0" i="0" kern="0" dirty="0"/>
              <a:t>Project -&gt; Properties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C09BEC0-504B-70B6-2BD1-A446E8739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32" y="2002879"/>
            <a:ext cx="6543675" cy="416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7952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61F8B-4273-774E-7581-4C710E63F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A4BB0D-2C3A-F494-9276-5A1B438CC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파일 생성 설정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5756C-2415-65C0-7190-FA64B75F39C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C/C++ Build -&gt; Settings -&gt; Tool Settings -&gt; MCU/MPU Post build outputs =&gt; Convert to binary file(-O binary) </a:t>
            </a:r>
            <a:r>
              <a:rPr lang="ko-KR" altLang="en-US" b="0" i="0" kern="0" dirty="0"/>
              <a:t>클릭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소프트웨어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97D4D96-8F4D-A979-4A1D-D3FC9C06B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57" y="2204864"/>
            <a:ext cx="7965886" cy="288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38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8A252-6C61-A018-0BE8-16B749D83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56B542-FAB2-273A-33EC-3720BD102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빌드 설정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B6D05-D914-0D60-626D-83C219470904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C/C++ Build -&gt; Settings -&gt; Tool Settings -&gt; MCU/MPU Settings =&gt; Use float with </a:t>
            </a:r>
            <a:r>
              <a:rPr lang="en-US" altLang="ko-KR" b="0" i="0" kern="0" dirty="0" err="1"/>
              <a:t>printf</a:t>
            </a:r>
            <a:r>
              <a:rPr lang="en-US" altLang="ko-KR" b="0" i="0" kern="0" dirty="0"/>
              <a:t> from </a:t>
            </a:r>
            <a:r>
              <a:rPr lang="en-US" altLang="ko-KR" b="0" i="0" kern="0" dirty="0" err="1"/>
              <a:t>newlib</a:t>
            </a:r>
            <a:r>
              <a:rPr lang="en-US" altLang="ko-KR" b="0" i="0" kern="0" dirty="0"/>
              <a:t>-nano(-u _</a:t>
            </a:r>
            <a:r>
              <a:rPr lang="en-US" altLang="ko-KR" b="0" i="0" kern="0" dirty="0" err="1"/>
              <a:t>printf_float</a:t>
            </a:r>
            <a:r>
              <a:rPr lang="en-US" altLang="ko-KR" b="0" i="0" kern="0" dirty="0"/>
              <a:t>) </a:t>
            </a:r>
            <a:r>
              <a:rPr lang="ko-KR" altLang="en-US" b="0" i="0" kern="0" dirty="0"/>
              <a:t>클릭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4499227-A16B-8566-9228-1A6AE1E49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1772816"/>
            <a:ext cx="7468569" cy="4571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8465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8F44E-8CAD-8AF2-1B3C-5943F8D79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0C1949-DA15-9908-F1DA-8C470DD1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BNO055 </a:t>
            </a:r>
            <a:r>
              <a:rPr lang="ko-KR" altLang="en-US" dirty="0"/>
              <a:t>데이터시트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F9B54-51DF-C400-2399-FFC26B1F029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Slave Address : 0x28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CHIP_ID_REG : 0x00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82A8175-9DDC-655D-9A8D-0E8DABC76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805" y="1196753"/>
            <a:ext cx="4618315" cy="162740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3C62134-9D67-FACF-389D-933184B0D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280" y="717362"/>
            <a:ext cx="3055225" cy="320255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6E45FE1-D1E5-F545-CB2E-8DD0DF0474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805" y="4442047"/>
            <a:ext cx="7014431" cy="188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677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61E76-D8C2-5297-EF49-47969EB8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47E243-2D46-ED02-C4D0-7A0E8CBF8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BNO055 </a:t>
            </a:r>
            <a:r>
              <a:rPr lang="ko-KR" altLang="en-US" dirty="0"/>
              <a:t>데이터시트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91E02-6BD0-62B5-A7BB-2DAB96C98CD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S/W</a:t>
            </a:r>
            <a:r>
              <a:rPr lang="ko-KR" altLang="en-US" b="0" i="0" kern="0" dirty="0"/>
              <a:t> </a:t>
            </a:r>
            <a:r>
              <a:rPr lang="en-US" altLang="ko-KR" b="0" i="0" kern="0" dirty="0"/>
              <a:t>reset : 0x3F, 0x20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OPR Mode : 0x3D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331FB77-CFAB-6119-6F8D-DFA322A52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749" y="1124744"/>
            <a:ext cx="6355531" cy="260491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699F525-8D09-0081-3E73-DEC6EB6BB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104" y="4098724"/>
            <a:ext cx="3197746" cy="228778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6A4905E-69FB-0954-FAD4-2ED0486FE6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48" y="4646576"/>
            <a:ext cx="5076056" cy="1590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8697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63AE0-B1DB-59CD-C1E7-16C5ACE28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F75611-62D5-97B3-8C29-1BA6ED996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BNO055 </a:t>
            </a:r>
            <a:r>
              <a:rPr lang="ko-KR" altLang="en-US" dirty="0"/>
              <a:t>데이터시트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429CA-435A-D30E-A68A-A750A80C7BF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Power Mode : 0x3E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NDOF Mode : 0x3D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62C169-71AB-A9B9-FA12-1344E2C78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196752"/>
            <a:ext cx="4752529" cy="15032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591BDF2-B020-6B38-C79A-7DF3C59D82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4627" y="1471026"/>
            <a:ext cx="3694775" cy="109387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798C26C-3DE3-DF33-113D-7B043F6778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538" y="3918765"/>
            <a:ext cx="5076056" cy="159073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0CA5EF-D94D-4588-0586-DF4E05923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6805" y="3717032"/>
            <a:ext cx="3453341" cy="222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4613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623C5-2BC9-ABA9-3FA3-2CDEA8013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3CD4F2-BFC1-302E-EA1C-70D19AA53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BNO055 </a:t>
            </a:r>
            <a:r>
              <a:rPr lang="ko-KR" altLang="en-US" dirty="0"/>
              <a:t>데이터시트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C99BE-49F3-53B5-91DD-5921378D998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Power Mode : 0x3E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NDOF Mode : 0x3D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5A6560F-660B-D8DF-63B1-936B81CBB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196752"/>
            <a:ext cx="4752529" cy="15032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A68DB1D-CF2B-8FFA-98A3-3CDDD1B260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4627" y="1471026"/>
            <a:ext cx="3694775" cy="109387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E8BC34C-E49B-8181-553C-22C355853E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538" y="3918765"/>
            <a:ext cx="5076056" cy="159073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88CE067-F479-768E-76A8-D4C3D80EF2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6805" y="3717032"/>
            <a:ext cx="3453341" cy="222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878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A341D-CD0E-E49E-17A2-07D8D0CD0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0D386D-2C7E-BD6C-2AB3-FD250BBF4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BNO055 </a:t>
            </a:r>
            <a:r>
              <a:rPr lang="ko-KR" altLang="en-US" dirty="0"/>
              <a:t>데이터시트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D9019-FA8C-2A19-C40C-BF0D978CD92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UNIT_SEL : 0x3B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41CB3A-AC60-76D0-32BD-371B50AF2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2569309"/>
            <a:ext cx="5738664" cy="373560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733899-3D4A-7BBB-F9C2-7399B9659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1" y="1098532"/>
            <a:ext cx="5902997" cy="1322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755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45549-365D-3BE1-BDD0-7A5DAF7B1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C7C5CF-14CB-BAA5-D038-A62F59EED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BNO055 </a:t>
            </a:r>
            <a:r>
              <a:rPr lang="ko-KR" altLang="en-US" dirty="0"/>
              <a:t>데이터시트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BF842-C6B6-A368-8ABC-A7445DB0BE96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19B9347-379B-070F-FFC9-7B69CD8D5F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3" y="764705"/>
            <a:ext cx="5906640" cy="19886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1149D9-955D-B370-5D39-343B587DF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038" y="2860280"/>
            <a:ext cx="5688631" cy="173671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2907548-75BB-707F-D103-0566F96052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300" y="4703904"/>
            <a:ext cx="5288105" cy="166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7214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BA89-E2E1-AD9D-6DC5-1A57DD8FF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1F5AF8-B367-6914-79A2-C25228B30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BNO055 </a:t>
            </a:r>
            <a:r>
              <a:rPr lang="ko-KR" altLang="en-US" dirty="0"/>
              <a:t>데이터시트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319A6-29D8-5C36-C476-129B58CDFA38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Euler angels ( 0x1A ~ 0x1F)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Quaternion ( 0x20 ~ 0x27)</a:t>
            </a:r>
          </a:p>
          <a:p>
            <a:endParaRPr lang="en-US" altLang="ko-KR" b="0" i="0" kern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83B18DE-A50E-4DE3-C0CC-E11715802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844" y="1239784"/>
            <a:ext cx="7380312" cy="15857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E6F039B-0998-73C3-A747-69C9283589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458" y="3736789"/>
            <a:ext cx="7378171" cy="244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7324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F7E61-9E50-1850-AB5D-75F7C9D0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B78588-0A8D-A385-4CE4-A1E0A8229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BNO055 </a:t>
            </a:r>
            <a:r>
              <a:rPr lang="ko-KR" altLang="en-US" dirty="0"/>
              <a:t>데이터시트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005C2-7392-107B-5C70-E4003032B236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Accelerometer ( 0x8 ~ 0xD) : w/ Gravity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Gyroscope ( 0x14 ~ 0x19)</a:t>
            </a:r>
          </a:p>
          <a:p>
            <a:endParaRPr lang="en-US" altLang="ko-KR" b="0" i="0" kern="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33CE570-4539-8060-3206-FB788ABD1B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03" y="1206037"/>
            <a:ext cx="7592053" cy="191517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D67F766-7796-E2DB-C345-5D7A44898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910" y="3861048"/>
            <a:ext cx="8043137" cy="201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4138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12A3B-2EAD-97AE-CFA0-9C85D73BA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0BDF14-04B9-572B-B1F4-E442E346D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BNO055 </a:t>
            </a:r>
            <a:r>
              <a:rPr lang="ko-KR" altLang="en-US" dirty="0"/>
              <a:t>데이터시트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23C68-626E-387E-2D52-5DF3ECC5C2C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Accelerometer ( 0x28 ~ 0x2D) : w/o Gravity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Temperature : 0x34</a:t>
            </a:r>
          </a:p>
          <a:p>
            <a:endParaRPr lang="en-US" altLang="ko-KR" b="0" i="0" kern="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FCC0DB0-1423-431D-69B5-74FF839140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340768"/>
            <a:ext cx="7666943" cy="194421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E723565-C1B2-E951-BFED-85D26C245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4122438"/>
            <a:ext cx="7666943" cy="23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6956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5102-5FCD-CBCB-6D82-988471984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52508E-62AD-FEBE-7A53-2E952A759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3C459-9058-A3BF-01D8-DF785D0D3A9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UART1</a:t>
            </a:r>
            <a:r>
              <a:rPr lang="ko-KR" altLang="en-US" b="0" i="0" kern="0" dirty="0"/>
              <a:t>으로 로그를 내 보내기 위해 아래 코드 추가 </a:t>
            </a:r>
            <a:r>
              <a:rPr lang="en-US" altLang="ko-KR" b="0" i="0" kern="0" dirty="0"/>
              <a:t>: core/</a:t>
            </a:r>
            <a:r>
              <a:rPr lang="en-US" altLang="ko-KR" b="0" i="0" kern="0" dirty="0" err="1"/>
              <a:t>src</a:t>
            </a:r>
            <a:r>
              <a:rPr lang="en-US" altLang="ko-KR" b="0" i="0" kern="0" dirty="0"/>
              <a:t>/</a:t>
            </a:r>
            <a:r>
              <a:rPr lang="en-US" altLang="ko-KR" b="0" i="0" kern="0" dirty="0" err="1"/>
              <a:t>main_example.c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400" b="0" i="0" dirty="0"/>
              <a:t>/* </a:t>
            </a:r>
            <a:r>
              <a:rPr lang="en-US" altLang="ko-KR" sz="1400" b="0" i="0" dirty="0" err="1"/>
              <a:t>printf</a:t>
            </a:r>
            <a:r>
              <a:rPr lang="en-US" altLang="ko-KR" sz="1400" b="0" i="0" dirty="0"/>
              <a:t> → UART1 </a:t>
            </a:r>
            <a:r>
              <a:rPr lang="ko-KR" altLang="en-US" sz="1400" b="0" i="0" dirty="0" err="1"/>
              <a:t>리디렉션</a:t>
            </a:r>
            <a:r>
              <a:rPr lang="ko-KR" altLang="en-US" sz="1400" b="0" i="0" dirty="0"/>
              <a:t> *</a:t>
            </a:r>
            <a:r>
              <a:rPr lang="en-US" altLang="ko-KR" sz="1400" b="0" i="0" dirty="0"/>
              <a:t>/</a:t>
            </a:r>
          </a:p>
          <a:p>
            <a:pPr marL="0" indent="0">
              <a:buNone/>
            </a:pPr>
            <a:r>
              <a:rPr lang="en-US" altLang="ko-KR" sz="1400" b="0" i="0" dirty="0"/>
              <a:t>int _write(int file, char *</a:t>
            </a:r>
            <a:r>
              <a:rPr lang="en-US" altLang="ko-KR" sz="1400" b="0" i="0" dirty="0" err="1"/>
              <a:t>ptr</a:t>
            </a:r>
            <a:r>
              <a:rPr lang="en-US" altLang="ko-KR" sz="1400" b="0" i="0" dirty="0"/>
              <a:t>, int </a:t>
            </a:r>
            <a:r>
              <a:rPr lang="en-US" altLang="ko-KR" sz="1400" b="0" i="0" dirty="0" err="1"/>
              <a:t>len</a:t>
            </a:r>
            <a:r>
              <a:rPr lang="en-US" altLang="ko-KR" sz="1400" b="0" i="0" dirty="0"/>
              <a:t>)</a:t>
            </a:r>
          </a:p>
          <a:p>
            <a:pPr marL="0" indent="0">
              <a:buNone/>
            </a:pPr>
            <a:r>
              <a:rPr lang="en-US" altLang="ko-KR" sz="1400" b="0" i="0" dirty="0"/>
              <a:t>{</a:t>
            </a:r>
          </a:p>
          <a:p>
            <a:pPr marL="0" indent="0">
              <a:buNone/>
            </a:pPr>
            <a:r>
              <a:rPr lang="en-US" altLang="ko-KR" sz="1400" b="0" i="0" dirty="0"/>
              <a:t>    </a:t>
            </a:r>
            <a:r>
              <a:rPr lang="en-US" altLang="ko-KR" sz="1400" b="0" i="0" dirty="0" err="1"/>
              <a:t>HAL_UART_Transmit</a:t>
            </a:r>
            <a:r>
              <a:rPr lang="en-US" altLang="ko-KR" sz="1400" b="0" i="0" dirty="0"/>
              <a:t>(&amp;huart1, (uint8_t *)</a:t>
            </a:r>
            <a:r>
              <a:rPr lang="en-US" altLang="ko-KR" sz="1400" b="0" i="0" dirty="0" err="1"/>
              <a:t>ptr</a:t>
            </a:r>
            <a:r>
              <a:rPr lang="en-US" altLang="ko-KR" sz="1400" b="0" i="0" dirty="0"/>
              <a:t>, (uint16_t)</a:t>
            </a:r>
            <a:r>
              <a:rPr lang="en-US" altLang="ko-KR" sz="1400" b="0" i="0" dirty="0" err="1"/>
              <a:t>len</a:t>
            </a:r>
            <a:r>
              <a:rPr lang="en-US" altLang="ko-KR" sz="1400" b="0" i="0" dirty="0"/>
              <a:t>, 100);</a:t>
            </a:r>
          </a:p>
          <a:p>
            <a:pPr marL="0" indent="0">
              <a:buNone/>
            </a:pPr>
            <a:r>
              <a:rPr lang="en-US" altLang="ko-KR" sz="1400" b="0" i="0" dirty="0"/>
              <a:t>    return </a:t>
            </a:r>
            <a:r>
              <a:rPr lang="en-US" altLang="ko-KR" sz="1400" b="0" i="0" dirty="0" err="1"/>
              <a:t>len</a:t>
            </a:r>
            <a:r>
              <a:rPr lang="en-US" altLang="ko-KR" sz="1400" b="0" i="0" dirty="0"/>
              <a:t>;</a:t>
            </a:r>
          </a:p>
          <a:p>
            <a:pPr marL="0" indent="0">
              <a:buNone/>
            </a:pPr>
            <a:r>
              <a:rPr lang="en-US" altLang="ko-KR" sz="1400" b="0" i="0" dirty="0"/>
              <a:t>}</a:t>
            </a:r>
          </a:p>
          <a:p>
            <a:pPr marL="0" indent="0">
              <a:buNone/>
            </a:pPr>
            <a:endParaRPr lang="en-US" altLang="ko-KR" sz="1400" b="0" i="0" dirty="0"/>
          </a:p>
          <a:p>
            <a:r>
              <a:rPr lang="en-US" altLang="ko-KR" b="0" i="0" kern="0" dirty="0"/>
              <a:t>BNO055</a:t>
            </a:r>
            <a:r>
              <a:rPr lang="ko-KR" altLang="en-US" b="0" i="0" kern="0" dirty="0"/>
              <a:t>의 </a:t>
            </a:r>
            <a:r>
              <a:rPr lang="en-US" altLang="ko-KR" b="0" i="0" kern="0" dirty="0"/>
              <a:t>slave address</a:t>
            </a:r>
            <a:r>
              <a:rPr lang="ko-KR" altLang="en-US" b="0" i="0" kern="0" dirty="0"/>
              <a:t>는 </a:t>
            </a:r>
            <a:r>
              <a:rPr lang="en-US" altLang="ko-KR" b="0" i="0" kern="0" dirty="0"/>
              <a:t>0x28</a:t>
            </a:r>
            <a:r>
              <a:rPr lang="ko-KR" altLang="en-US" b="0" i="0" kern="0" dirty="0"/>
              <a:t>이다</a:t>
            </a:r>
            <a:r>
              <a:rPr lang="en-US" altLang="ko-KR" b="0" i="0" kern="0" dirty="0"/>
              <a:t>. </a:t>
            </a:r>
          </a:p>
          <a:p>
            <a:pPr marL="0" indent="0">
              <a:buNone/>
            </a:pPr>
            <a:endParaRPr lang="en-US" altLang="ko-KR" sz="1400" b="0" i="0" dirty="0"/>
          </a:p>
          <a:p>
            <a:pPr marL="0" indent="0">
              <a:buNone/>
            </a:pPr>
            <a:r>
              <a:rPr lang="en-US" altLang="ko-KR" sz="1400" b="0" i="0" dirty="0"/>
              <a:t>/* ─────────────────────────────────────────────</a:t>
            </a:r>
          </a:p>
          <a:p>
            <a:pPr marL="0" indent="0">
              <a:buNone/>
            </a:pPr>
            <a:r>
              <a:rPr lang="en-US" altLang="ko-KR" sz="1400" b="0" i="0" dirty="0"/>
              <a:t> * I2C </a:t>
            </a:r>
            <a:r>
              <a:rPr lang="ko-KR" altLang="en-US" sz="1400" b="0" i="0" dirty="0"/>
              <a:t>주소</a:t>
            </a:r>
          </a:p>
          <a:p>
            <a:pPr marL="0" indent="0">
              <a:buNone/>
            </a:pPr>
            <a:r>
              <a:rPr lang="ko-KR" altLang="en-US" sz="1400" b="0" i="0" dirty="0"/>
              <a:t> * </a:t>
            </a:r>
            <a:r>
              <a:rPr lang="en-US" altLang="ko-KR" sz="1400" b="0" i="0" dirty="0"/>
              <a:t>COM3 </a:t>
            </a:r>
            <a:r>
              <a:rPr lang="ko-KR" altLang="en-US" sz="1400" b="0" i="0" dirty="0"/>
              <a:t>핀 </a:t>
            </a:r>
            <a:r>
              <a:rPr lang="en-US" altLang="ko-KR" sz="1400" b="0" i="0" dirty="0"/>
              <a:t>High → 0x29 (default)</a:t>
            </a:r>
          </a:p>
          <a:p>
            <a:pPr marL="0" indent="0">
              <a:buNone/>
            </a:pPr>
            <a:r>
              <a:rPr lang="en-US" altLang="ko-KR" sz="1400" b="0" i="0" dirty="0"/>
              <a:t> * COM3 </a:t>
            </a:r>
            <a:r>
              <a:rPr lang="ko-KR" altLang="en-US" sz="1400" b="0" i="0" dirty="0"/>
              <a:t>핀 </a:t>
            </a:r>
            <a:r>
              <a:rPr lang="en-US" altLang="ko-KR" sz="1400" b="0" i="0" dirty="0"/>
              <a:t>Low  → 0x28</a:t>
            </a:r>
          </a:p>
          <a:p>
            <a:pPr marL="0" indent="0">
              <a:buNone/>
            </a:pPr>
            <a:r>
              <a:rPr lang="en-US" altLang="ko-KR" sz="1400" b="0" i="0" dirty="0"/>
              <a:t> * ─────────────────────────────────────────────*/</a:t>
            </a:r>
          </a:p>
          <a:p>
            <a:pPr marL="0" indent="0">
              <a:buNone/>
            </a:pPr>
            <a:r>
              <a:rPr lang="en-US" altLang="ko-KR" sz="1400" b="0" i="0" dirty="0"/>
              <a:t>#define BNO055_I2C_ADDR_HIGH    (0x29 &lt;&lt; 1)   /* COM3 = HIGH (default) */</a:t>
            </a:r>
          </a:p>
          <a:p>
            <a:pPr marL="0" indent="0">
              <a:buNone/>
            </a:pPr>
            <a:r>
              <a:rPr lang="en-US" altLang="ko-KR" sz="1400" i="0" dirty="0"/>
              <a:t>#define BNO055_I2C_ADDR_LOW     (0x28 &lt;&lt; 1)   /* COM3 = LOW            */</a:t>
            </a:r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34519299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2D50C-D7A0-9A88-40BE-A0AE98C28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AB29AF-9FE0-215A-FB98-3AF78C6C4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F0C4C-A309-861B-8620-90E9AB953EE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77500" lnSpcReduction="20000"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초기화시에 </a:t>
            </a:r>
            <a:r>
              <a:rPr lang="en-US" altLang="ko-KR" b="0" i="0" kern="0" dirty="0"/>
              <a:t>Software Reset</a:t>
            </a:r>
            <a:r>
              <a:rPr lang="ko-KR" altLang="en-US" b="0" i="0" kern="0" dirty="0"/>
              <a:t>를 한다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200" b="0" i="0" dirty="0"/>
              <a:t>BNO055_Status_t BNO055_Init(BNO055_Handle_t *</a:t>
            </a:r>
            <a:r>
              <a:rPr lang="en-US" altLang="ko-KR" sz="1200" b="0" i="0" dirty="0" err="1"/>
              <a:t>hbno</a:t>
            </a:r>
            <a:r>
              <a:rPr lang="en-US" altLang="ko-KR" sz="1200" b="0" i="0" dirty="0"/>
              <a:t>,</a:t>
            </a:r>
          </a:p>
          <a:p>
            <a:pPr marL="0" indent="0">
              <a:buNone/>
            </a:pPr>
            <a:r>
              <a:rPr lang="en-US" altLang="ko-KR" sz="1200" b="0" i="0" dirty="0"/>
              <a:t>                             I2C_HandleTypeDef *hi2c,</a:t>
            </a:r>
          </a:p>
          <a:p>
            <a:pPr marL="0" indent="0">
              <a:buNone/>
            </a:pPr>
            <a:r>
              <a:rPr lang="en-US" altLang="ko-KR" sz="1200" b="0" i="0" dirty="0"/>
              <a:t>                             uint8_t i2c_addr,</a:t>
            </a:r>
          </a:p>
          <a:p>
            <a:pPr marL="0" indent="0">
              <a:buNone/>
            </a:pPr>
            <a:r>
              <a:rPr lang="en-US" altLang="ko-KR" sz="1200" b="0" i="0" dirty="0"/>
              <a:t>                             bool </a:t>
            </a:r>
            <a:r>
              <a:rPr lang="en-US" altLang="ko-KR" sz="1200" b="0" i="0" dirty="0" err="1"/>
              <a:t>use_ext_crystal</a:t>
            </a:r>
            <a:r>
              <a:rPr lang="en-US" altLang="ko-KR" sz="1200" b="0" i="0" dirty="0"/>
              <a:t>)</a:t>
            </a:r>
          </a:p>
          <a:p>
            <a:pPr marL="0" indent="0">
              <a:buNone/>
            </a:pPr>
            <a:r>
              <a:rPr lang="en-US" altLang="ko-KR" sz="1200" b="0" i="0" dirty="0"/>
              <a:t>{</a:t>
            </a:r>
          </a:p>
          <a:p>
            <a:pPr marL="0" indent="0">
              <a:buNone/>
            </a:pPr>
            <a:r>
              <a:rPr lang="en-US" altLang="ko-KR" sz="1200" b="0" i="0" dirty="0"/>
              <a:t>    BNO055_Status_t ret;</a:t>
            </a:r>
          </a:p>
          <a:p>
            <a:pPr marL="0" indent="0">
              <a:buNone/>
            </a:pPr>
            <a:r>
              <a:rPr lang="en-US" altLang="ko-KR" sz="1200" b="0" i="0" dirty="0"/>
              <a:t>    uint8_t </a:t>
            </a:r>
            <a:r>
              <a:rPr lang="en-US" altLang="ko-KR" sz="1200" b="0" i="0" dirty="0" err="1"/>
              <a:t>chip_id</a:t>
            </a:r>
            <a:r>
              <a:rPr lang="en-US" altLang="ko-KR" sz="1200" b="0" i="0" dirty="0"/>
              <a:t>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/* ── CHIP_ID </a:t>
            </a:r>
            <a:r>
              <a:rPr lang="ko-KR" altLang="en-US" sz="1200" b="0" i="0" dirty="0"/>
              <a:t>확인 </a:t>
            </a:r>
            <a:r>
              <a:rPr lang="en-US" altLang="ko-KR" sz="1200" b="0" i="0" dirty="0"/>
              <a:t>(0xA0 </a:t>
            </a:r>
            <a:r>
              <a:rPr lang="ko-KR" altLang="en-US" sz="1200" b="0" i="0" dirty="0"/>
              <a:t>고정</a:t>
            </a:r>
            <a:r>
              <a:rPr lang="en-US" altLang="ko-KR" sz="1200" b="0" i="0" dirty="0"/>
              <a:t>) ── */</a:t>
            </a:r>
          </a:p>
          <a:p>
            <a:pPr marL="0" indent="0">
              <a:buNone/>
            </a:pPr>
            <a:r>
              <a:rPr lang="en-US" altLang="ko-KR" sz="1200" b="0" i="0" dirty="0"/>
              <a:t>    ret = </a:t>
            </a:r>
            <a:r>
              <a:rPr lang="en-US" altLang="ko-KR" sz="1200" b="0" i="0" dirty="0" err="1"/>
              <a:t>bno_read_reg</a:t>
            </a:r>
            <a:r>
              <a:rPr lang="en-US" altLang="ko-KR" sz="1200" b="0" i="0" dirty="0"/>
              <a:t>(</a:t>
            </a:r>
            <a:r>
              <a:rPr lang="en-US" altLang="ko-KR" sz="1200" b="0" i="0" dirty="0" err="1"/>
              <a:t>hbno</a:t>
            </a:r>
            <a:r>
              <a:rPr lang="en-US" altLang="ko-KR" sz="1200" b="0" i="0" dirty="0"/>
              <a:t>, BNO055_CHIP_ID_REG, &amp;</a:t>
            </a:r>
            <a:r>
              <a:rPr lang="en-US" altLang="ko-KR" sz="1200" b="0" i="0" dirty="0" err="1"/>
              <a:t>chip_id</a:t>
            </a:r>
            <a:r>
              <a:rPr lang="en-US" altLang="ko-KR" sz="1200" b="0" i="0" dirty="0"/>
              <a:t>);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/* ── </a:t>
            </a:r>
            <a:r>
              <a:rPr lang="ko-KR" altLang="en-US" sz="1200" b="0" i="0" dirty="0"/>
              <a:t>소프트웨어 리셋 ── *</a:t>
            </a:r>
            <a:r>
              <a:rPr lang="en-US" altLang="ko-KR" sz="1200" b="0" i="0" dirty="0"/>
              <a:t>/</a:t>
            </a:r>
          </a:p>
          <a:p>
            <a:pPr marL="0" indent="0">
              <a:buNone/>
            </a:pPr>
            <a:r>
              <a:rPr lang="en-US" altLang="ko-KR" sz="1200" b="0" i="0" dirty="0"/>
              <a:t>    ret = BNO055_Reset(</a:t>
            </a:r>
            <a:r>
              <a:rPr lang="en-US" altLang="ko-KR" sz="1200" b="0" i="0" dirty="0" err="1"/>
              <a:t>hbno</a:t>
            </a:r>
            <a:r>
              <a:rPr lang="en-US" altLang="ko-KR" sz="1200" b="0" i="0" dirty="0"/>
              <a:t>);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/* ── CONFIG </a:t>
            </a:r>
            <a:r>
              <a:rPr lang="ko-KR" altLang="en-US" sz="1200" b="0" i="0" dirty="0"/>
              <a:t>모드 진입 확인 ── *</a:t>
            </a:r>
            <a:r>
              <a:rPr lang="en-US" altLang="ko-KR" sz="1200" b="0" i="0" dirty="0"/>
              <a:t>/</a:t>
            </a:r>
          </a:p>
          <a:p>
            <a:pPr marL="0" indent="0">
              <a:buNone/>
            </a:pPr>
            <a:r>
              <a:rPr lang="en-US" altLang="ko-KR" sz="1200" b="0" i="0" dirty="0"/>
              <a:t>    ret = </a:t>
            </a:r>
            <a:r>
              <a:rPr lang="en-US" altLang="ko-KR" sz="1200" b="0" i="0" dirty="0" err="1"/>
              <a:t>bno_set_mode_internal</a:t>
            </a:r>
            <a:r>
              <a:rPr lang="en-US" altLang="ko-KR" sz="1200" b="0" i="0" dirty="0"/>
              <a:t>(</a:t>
            </a:r>
            <a:r>
              <a:rPr lang="en-US" altLang="ko-KR" sz="1200" b="0" i="0" dirty="0" err="1"/>
              <a:t>hbno</a:t>
            </a:r>
            <a:r>
              <a:rPr lang="en-US" altLang="ko-KR" sz="1200" b="0" i="0" dirty="0"/>
              <a:t>, BNO055_MODE_CONFIG);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/* ── </a:t>
            </a:r>
            <a:r>
              <a:rPr lang="ko-KR" altLang="en-US" sz="1200" b="0" i="0" dirty="0"/>
              <a:t>전원 모드</a:t>
            </a:r>
            <a:r>
              <a:rPr lang="en-US" altLang="ko-KR" sz="1200" b="0" i="0" dirty="0"/>
              <a:t>: Normal ── */</a:t>
            </a:r>
          </a:p>
          <a:p>
            <a:pPr marL="0" indent="0">
              <a:buNone/>
            </a:pPr>
            <a:r>
              <a:rPr lang="en-US" altLang="ko-KR" sz="1200" b="0" i="0" dirty="0"/>
              <a:t>    ret = </a:t>
            </a:r>
            <a:r>
              <a:rPr lang="en-US" altLang="ko-KR" sz="1200" b="0" i="0" dirty="0" err="1"/>
              <a:t>bno_write_reg</a:t>
            </a:r>
            <a:r>
              <a:rPr lang="en-US" altLang="ko-KR" sz="1200" b="0" i="0" dirty="0"/>
              <a:t>(</a:t>
            </a:r>
            <a:r>
              <a:rPr lang="en-US" altLang="ko-KR" sz="1200" b="0" i="0" dirty="0" err="1"/>
              <a:t>hbno</a:t>
            </a:r>
            <a:r>
              <a:rPr lang="en-US" altLang="ko-KR" sz="1200" b="0" i="0" dirty="0"/>
              <a:t>, BNO055_PWR_MODE_REG, BNO055_POWER_NORMAL);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/* ── </a:t>
            </a:r>
            <a:r>
              <a:rPr lang="ko-KR" altLang="en-US" sz="1200" b="0" i="0" dirty="0"/>
              <a:t>단위 설정</a:t>
            </a:r>
            <a:r>
              <a:rPr lang="en-US" altLang="ko-KR" sz="1200" b="0" i="0" dirty="0"/>
              <a:t>: m/s², </a:t>
            </a:r>
            <a:r>
              <a:rPr lang="en-US" altLang="ko-KR" sz="1200" b="0" i="0" dirty="0" err="1"/>
              <a:t>dps</a:t>
            </a:r>
            <a:r>
              <a:rPr lang="en-US" altLang="ko-KR" sz="1200" b="0" i="0" dirty="0"/>
              <a:t>, degree, °C, Windows </a:t>
            </a:r>
            <a:r>
              <a:rPr lang="ko-KR" altLang="en-US" sz="1200" b="0" i="0" dirty="0"/>
              <a:t>좌표계 ──</a:t>
            </a:r>
          </a:p>
          <a:p>
            <a:pPr marL="0" indent="0">
              <a:buNone/>
            </a:pPr>
            <a:r>
              <a:rPr lang="ko-KR" altLang="en-US" sz="1200" b="0" i="0" dirty="0"/>
              <a:t>       </a:t>
            </a:r>
            <a:r>
              <a:rPr lang="en-US" altLang="ko-KR" sz="1200" b="0" i="0" dirty="0"/>
              <a:t>UNIT_SEL[7]=0: Windows  [4]=0: °C</a:t>
            </a:r>
          </a:p>
          <a:p>
            <a:pPr marL="0" indent="0">
              <a:buNone/>
            </a:pPr>
            <a:r>
              <a:rPr lang="en-US" altLang="ko-KR" sz="1200" b="0" i="0" dirty="0"/>
              <a:t>       [2]=0: degree  [1]=0: </a:t>
            </a:r>
            <a:r>
              <a:rPr lang="en-US" altLang="ko-KR" sz="1200" b="0" i="0" dirty="0" err="1"/>
              <a:t>dps</a:t>
            </a:r>
            <a:r>
              <a:rPr lang="en-US" altLang="ko-KR" sz="1200" b="0" i="0" dirty="0"/>
              <a:t>  [0]=0: m/s²               */</a:t>
            </a:r>
          </a:p>
          <a:p>
            <a:pPr marL="0" indent="0">
              <a:buNone/>
            </a:pPr>
            <a:r>
              <a:rPr lang="en-US" altLang="ko-KR" sz="1200" b="0" i="0" dirty="0"/>
              <a:t>    ret = </a:t>
            </a:r>
            <a:r>
              <a:rPr lang="en-US" altLang="ko-KR" sz="1200" b="0" i="0" dirty="0" err="1"/>
              <a:t>bno_write_reg</a:t>
            </a:r>
            <a:r>
              <a:rPr lang="en-US" altLang="ko-KR" sz="1200" b="0" i="0" dirty="0"/>
              <a:t>(</a:t>
            </a:r>
            <a:r>
              <a:rPr lang="en-US" altLang="ko-KR" sz="1200" b="0" i="0" dirty="0" err="1"/>
              <a:t>hbno</a:t>
            </a:r>
            <a:r>
              <a:rPr lang="en-US" altLang="ko-KR" sz="1200" b="0" i="0" dirty="0"/>
              <a:t>, BNO055_UNIT_SEL_REG, 0x00);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/* ── NDOF </a:t>
            </a:r>
            <a:r>
              <a:rPr lang="ko-KR" altLang="en-US" sz="1200" b="0" i="0" dirty="0"/>
              <a:t>모드 진입 </a:t>
            </a:r>
            <a:r>
              <a:rPr lang="en-US" altLang="ko-KR" sz="1200" b="0" i="0" dirty="0"/>
              <a:t>(9</a:t>
            </a:r>
            <a:r>
              <a:rPr lang="ko-KR" altLang="en-US" sz="1200" b="0" i="0" dirty="0"/>
              <a:t>축 </a:t>
            </a:r>
            <a:r>
              <a:rPr lang="en-US" altLang="ko-KR" sz="1200" b="0" i="0" dirty="0"/>
              <a:t>Sensor Fusion) ── */</a:t>
            </a:r>
          </a:p>
          <a:p>
            <a:pPr marL="0" indent="0">
              <a:buNone/>
            </a:pPr>
            <a:r>
              <a:rPr lang="en-US" altLang="ko-KR" sz="1200" b="0" i="0" dirty="0"/>
              <a:t>    ret = </a:t>
            </a:r>
            <a:r>
              <a:rPr lang="en-US" altLang="ko-KR" sz="1200" b="0" i="0" dirty="0" err="1"/>
              <a:t>bno_set_mode_internal</a:t>
            </a:r>
            <a:r>
              <a:rPr lang="en-US" altLang="ko-KR" sz="1200" b="0" i="0" dirty="0"/>
              <a:t>(</a:t>
            </a:r>
            <a:r>
              <a:rPr lang="en-US" altLang="ko-KR" sz="1200" b="0" i="0" dirty="0" err="1"/>
              <a:t>hbno</a:t>
            </a:r>
            <a:r>
              <a:rPr lang="en-US" altLang="ko-KR" sz="1200" b="0" i="0" dirty="0"/>
              <a:t>, BNO055_MODE_NDOF);</a:t>
            </a:r>
          </a:p>
          <a:p>
            <a:pPr marL="0" indent="0">
              <a:buNone/>
            </a:pPr>
            <a:r>
              <a:rPr lang="en-US" altLang="ko-KR" sz="1200" b="0" i="0" dirty="0"/>
              <a:t>    if (ret != BNO055_OK) return ret;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return BNO055_OK;</a:t>
            </a:r>
          </a:p>
          <a:p>
            <a:pPr marL="0" indent="0">
              <a:buNone/>
            </a:pPr>
            <a:r>
              <a:rPr lang="en-US" altLang="ko-KR" sz="1200" b="0" i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594863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ED98D-EDA4-7C37-1524-A06ADCC58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BAF7E-9763-8589-7D08-D8792DD8B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5CD07-F00A-9A75-A83D-366FC238ABC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77500" lnSpcReduction="20000"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1</a:t>
            </a:r>
            <a:r>
              <a:rPr lang="ko-KR" altLang="en-US" b="0" i="0" kern="0" dirty="0"/>
              <a:t>초 주기로 센서 데이터를 표시한다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200" b="0" i="0" dirty="0"/>
              <a:t>While (1) {</a:t>
            </a:r>
          </a:p>
          <a:p>
            <a:pPr marL="0" indent="0">
              <a:buNone/>
            </a:pPr>
            <a:r>
              <a:rPr lang="en-US" altLang="ko-KR" sz="1200" b="0" i="0" dirty="0"/>
              <a:t>        /* </a:t>
            </a:r>
            <a:r>
              <a:rPr lang="ko-KR" altLang="en-US" sz="1200" b="0" i="0" dirty="0" err="1"/>
              <a:t>오일러각</a:t>
            </a:r>
            <a:r>
              <a:rPr lang="ko-KR" altLang="en-US" sz="1200" b="0" i="0" dirty="0"/>
              <a:t> </a:t>
            </a:r>
            <a:r>
              <a:rPr lang="en-US" altLang="ko-KR" sz="1200" b="0" i="0" dirty="0"/>
              <a:t>(Fusion </a:t>
            </a:r>
            <a:r>
              <a:rPr lang="ko-KR" altLang="en-US" sz="1200" b="0" i="0" dirty="0"/>
              <a:t>출력</a:t>
            </a:r>
            <a:r>
              <a:rPr lang="en-US" altLang="ko-KR" sz="1200" b="0" i="0" dirty="0"/>
              <a:t>) */</a:t>
            </a:r>
          </a:p>
          <a:p>
            <a:pPr marL="0" indent="0">
              <a:buNone/>
            </a:pPr>
            <a:r>
              <a:rPr lang="en-US" altLang="ko-KR" sz="1200" b="0" i="0" dirty="0"/>
              <a:t>        if (BNO055_GetEuler(&amp;</a:t>
            </a:r>
            <a:r>
              <a:rPr lang="en-US" altLang="ko-KR" sz="1200" b="0" i="0" dirty="0" err="1"/>
              <a:t>bno</a:t>
            </a:r>
            <a:r>
              <a:rPr lang="en-US" altLang="ko-KR" sz="1200" b="0" i="0" dirty="0"/>
              <a:t>, &amp;</a:t>
            </a:r>
            <a:r>
              <a:rPr lang="en-US" altLang="ko-KR" sz="1200" b="0" i="0" dirty="0" err="1"/>
              <a:t>euler</a:t>
            </a:r>
            <a:r>
              <a:rPr lang="en-US" altLang="ko-KR" sz="1200" b="0" i="0" dirty="0"/>
              <a:t>) == BNO055_OK) {</a:t>
            </a:r>
          </a:p>
          <a:p>
            <a:pPr marL="0" indent="0">
              <a:buNone/>
            </a:pPr>
            <a:r>
              <a:rPr lang="en-US" altLang="ko-KR" sz="1200" b="0" i="0" dirty="0"/>
              <a:t>            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("Euler  | Heading=%6.2f  Roll=%6.2f  Pitch=%6.2f [deg]\r\n",</a:t>
            </a:r>
          </a:p>
          <a:p>
            <a:pPr marL="0" indent="0">
              <a:buNone/>
            </a:pPr>
            <a:r>
              <a:rPr lang="en-US" altLang="ko-KR" sz="1200" b="0" i="0" dirty="0"/>
              <a:t>                   (double)</a:t>
            </a:r>
            <a:r>
              <a:rPr lang="en-US" altLang="ko-KR" sz="1200" b="0" i="0" dirty="0" err="1"/>
              <a:t>euler.heading</a:t>
            </a:r>
            <a:r>
              <a:rPr lang="en-US" altLang="ko-KR" sz="1200" b="0" i="0" dirty="0"/>
              <a:t>, (double)</a:t>
            </a:r>
            <a:r>
              <a:rPr lang="en-US" altLang="ko-KR" sz="1200" b="0" i="0" dirty="0" err="1"/>
              <a:t>euler.roll</a:t>
            </a:r>
            <a:r>
              <a:rPr lang="en-US" altLang="ko-KR" sz="1200" b="0" i="0" dirty="0"/>
              <a:t>, (double)</a:t>
            </a:r>
            <a:r>
              <a:rPr lang="en-US" altLang="ko-KR" sz="1200" b="0" i="0" dirty="0" err="1"/>
              <a:t>euler.pitch</a:t>
            </a:r>
            <a:r>
              <a:rPr lang="en-US" altLang="ko-KR" sz="1200" b="0" i="0" dirty="0"/>
              <a:t>);</a:t>
            </a:r>
          </a:p>
          <a:p>
            <a:pPr marL="0" indent="0">
              <a:buNone/>
            </a:pPr>
            <a:r>
              <a:rPr lang="en-US" altLang="ko-KR" sz="1200" b="0" i="0" dirty="0"/>
              <a:t>        }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    /* </a:t>
            </a:r>
            <a:r>
              <a:rPr lang="ko-KR" altLang="en-US" sz="1200" b="0" i="0" dirty="0" err="1"/>
              <a:t>쿼터니언</a:t>
            </a:r>
            <a:r>
              <a:rPr lang="ko-KR" altLang="en-US" sz="1200" b="0" i="0" dirty="0"/>
              <a:t> </a:t>
            </a:r>
            <a:r>
              <a:rPr lang="en-US" altLang="ko-KR" sz="1200" b="0" i="0" dirty="0"/>
              <a:t>(Fusion </a:t>
            </a:r>
            <a:r>
              <a:rPr lang="ko-KR" altLang="en-US" sz="1200" b="0" i="0" dirty="0"/>
              <a:t>출력</a:t>
            </a:r>
            <a:r>
              <a:rPr lang="en-US" altLang="ko-KR" sz="1200" b="0" i="0" dirty="0"/>
              <a:t>) */</a:t>
            </a:r>
          </a:p>
          <a:p>
            <a:pPr marL="0" indent="0">
              <a:buNone/>
            </a:pPr>
            <a:r>
              <a:rPr lang="en-US" altLang="ko-KR" sz="1200" b="0" i="0" dirty="0"/>
              <a:t>        if (BNO055_GetQuaternion(&amp;</a:t>
            </a:r>
            <a:r>
              <a:rPr lang="en-US" altLang="ko-KR" sz="1200" b="0" i="0" dirty="0" err="1"/>
              <a:t>bno</a:t>
            </a:r>
            <a:r>
              <a:rPr lang="en-US" altLang="ko-KR" sz="1200" b="0" i="0" dirty="0"/>
              <a:t>, &amp;quat) == BNO055_OK) {</a:t>
            </a:r>
          </a:p>
          <a:p>
            <a:pPr marL="0" indent="0">
              <a:buNone/>
            </a:pPr>
            <a:r>
              <a:rPr lang="en-US" altLang="ko-KR" sz="1200" b="0" i="0" dirty="0"/>
              <a:t>            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("Quat   | W=%6.4f  X=%6.4f  Y=%6.4f  Z=%6.4f\r\n", (double)</a:t>
            </a:r>
            <a:r>
              <a:rPr lang="en-US" altLang="ko-KR" sz="1200" b="0" i="0" dirty="0" err="1"/>
              <a:t>quat.w</a:t>
            </a:r>
            <a:r>
              <a:rPr lang="en-US" altLang="ko-KR" sz="1200" b="0" i="0" dirty="0"/>
              <a:t>, (double)</a:t>
            </a:r>
            <a:r>
              <a:rPr lang="en-US" altLang="ko-KR" sz="1200" b="0" i="0" dirty="0" err="1"/>
              <a:t>quat.x</a:t>
            </a:r>
            <a:r>
              <a:rPr lang="en-US" altLang="ko-KR" sz="1200" b="0" i="0" dirty="0"/>
              <a:t>, (double)</a:t>
            </a:r>
            <a:r>
              <a:rPr lang="en-US" altLang="ko-KR" sz="1200" b="0" i="0" dirty="0" err="1"/>
              <a:t>quat.y</a:t>
            </a:r>
            <a:r>
              <a:rPr lang="en-US" altLang="ko-KR" sz="1200" b="0" i="0" dirty="0"/>
              <a:t>, (double)</a:t>
            </a:r>
            <a:r>
              <a:rPr lang="en-US" altLang="ko-KR" sz="1200" b="0" i="0" dirty="0" err="1"/>
              <a:t>quat.z</a:t>
            </a:r>
            <a:r>
              <a:rPr lang="en-US" altLang="ko-KR" sz="1200" b="0" i="0" dirty="0"/>
              <a:t>);</a:t>
            </a:r>
          </a:p>
          <a:p>
            <a:pPr marL="0" indent="0">
              <a:buNone/>
            </a:pPr>
            <a:r>
              <a:rPr lang="en-US" altLang="ko-KR" sz="1200" b="0" i="0" dirty="0"/>
              <a:t>        }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    /* </a:t>
            </a:r>
            <a:r>
              <a:rPr lang="ko-KR" altLang="en-US" sz="1200" b="0" i="0" dirty="0"/>
              <a:t>가속도 </a:t>
            </a:r>
            <a:r>
              <a:rPr lang="en-US" altLang="ko-KR" sz="1200" b="0" i="0" dirty="0"/>
              <a:t>(</a:t>
            </a:r>
            <a:r>
              <a:rPr lang="ko-KR" altLang="en-US" sz="1200" b="0" i="0" dirty="0"/>
              <a:t>중력 포함</a:t>
            </a:r>
            <a:r>
              <a:rPr lang="en-US" altLang="ko-KR" sz="1200" b="0" i="0" dirty="0"/>
              <a:t>) */</a:t>
            </a:r>
          </a:p>
          <a:p>
            <a:pPr marL="0" indent="0">
              <a:buNone/>
            </a:pPr>
            <a:r>
              <a:rPr lang="en-US" altLang="ko-KR" sz="1200" b="0" i="0" dirty="0"/>
              <a:t>        if (BNO055_GetAccel(&amp;</a:t>
            </a:r>
            <a:r>
              <a:rPr lang="en-US" altLang="ko-KR" sz="1200" b="0" i="0" dirty="0" err="1"/>
              <a:t>bno</a:t>
            </a:r>
            <a:r>
              <a:rPr lang="en-US" altLang="ko-KR" sz="1200" b="0" i="0" dirty="0"/>
              <a:t>, &amp;accel) == BNO055_OK) {</a:t>
            </a:r>
          </a:p>
          <a:p>
            <a:pPr marL="0" indent="0">
              <a:buNone/>
            </a:pPr>
            <a:r>
              <a:rPr lang="en-US" altLang="ko-KR" sz="1200" b="0" i="0" dirty="0"/>
              <a:t>            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("Accel  | X=%6.2f  Y=%6.2f  Z=%6.2f [m/s²]\r\n",   (double)</a:t>
            </a:r>
            <a:r>
              <a:rPr lang="en-US" altLang="ko-KR" sz="1200" b="0" i="0" dirty="0" err="1"/>
              <a:t>accel.x</a:t>
            </a:r>
            <a:r>
              <a:rPr lang="en-US" altLang="ko-KR" sz="1200" b="0" i="0" dirty="0"/>
              <a:t>, (double)</a:t>
            </a:r>
            <a:r>
              <a:rPr lang="en-US" altLang="ko-KR" sz="1200" b="0" i="0" dirty="0" err="1"/>
              <a:t>accel.y</a:t>
            </a:r>
            <a:r>
              <a:rPr lang="en-US" altLang="ko-KR" sz="1200" b="0" i="0" dirty="0"/>
              <a:t>, (double)</a:t>
            </a:r>
            <a:r>
              <a:rPr lang="en-US" altLang="ko-KR" sz="1200" b="0" i="0" dirty="0" err="1"/>
              <a:t>accel.z</a:t>
            </a:r>
            <a:r>
              <a:rPr lang="en-US" altLang="ko-KR" sz="1200" b="0" i="0" dirty="0"/>
              <a:t>);</a:t>
            </a:r>
          </a:p>
          <a:p>
            <a:pPr marL="0" indent="0">
              <a:buNone/>
            </a:pPr>
            <a:r>
              <a:rPr lang="en-US" altLang="ko-KR" sz="1200" b="0" i="0" dirty="0"/>
              <a:t>        }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    /* </a:t>
            </a:r>
            <a:r>
              <a:rPr lang="ko-KR" altLang="en-US" sz="1200" b="0" i="0" dirty="0" err="1"/>
              <a:t>자이로</a:t>
            </a:r>
            <a:r>
              <a:rPr lang="ko-KR" altLang="en-US" sz="1200" b="0" i="0" dirty="0"/>
              <a:t> *</a:t>
            </a:r>
            <a:r>
              <a:rPr lang="en-US" altLang="ko-KR" sz="1200" b="0" i="0" dirty="0"/>
              <a:t>/</a:t>
            </a:r>
          </a:p>
          <a:p>
            <a:pPr marL="0" indent="0">
              <a:buNone/>
            </a:pPr>
            <a:r>
              <a:rPr lang="en-US" altLang="ko-KR" sz="1200" b="0" i="0" dirty="0"/>
              <a:t>        if (BNO055_GetGyro(&amp;</a:t>
            </a:r>
            <a:r>
              <a:rPr lang="en-US" altLang="ko-KR" sz="1200" b="0" i="0" dirty="0" err="1"/>
              <a:t>bno</a:t>
            </a:r>
            <a:r>
              <a:rPr lang="en-US" altLang="ko-KR" sz="1200" b="0" i="0" dirty="0"/>
              <a:t>, &amp;gyro) == BNO055_OK) {</a:t>
            </a:r>
          </a:p>
          <a:p>
            <a:pPr marL="0" indent="0">
              <a:buNone/>
            </a:pPr>
            <a:r>
              <a:rPr lang="en-US" altLang="ko-KR" sz="1200" b="0" i="0" dirty="0"/>
              <a:t>            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("Gyro   | X=%7.2f  Y=%7.2f  Z=%7.2f [</a:t>
            </a:r>
            <a:r>
              <a:rPr lang="en-US" altLang="ko-KR" sz="1200" b="0" i="0" dirty="0" err="1"/>
              <a:t>dps</a:t>
            </a:r>
            <a:r>
              <a:rPr lang="en-US" altLang="ko-KR" sz="1200" b="0" i="0" dirty="0"/>
              <a:t>]\r\n",  (double)</a:t>
            </a:r>
            <a:r>
              <a:rPr lang="en-US" altLang="ko-KR" sz="1200" b="0" i="0" dirty="0" err="1"/>
              <a:t>gyro.x</a:t>
            </a:r>
            <a:r>
              <a:rPr lang="en-US" altLang="ko-KR" sz="1200" b="0" i="0" dirty="0"/>
              <a:t>, (double)</a:t>
            </a:r>
            <a:r>
              <a:rPr lang="en-US" altLang="ko-KR" sz="1200" b="0" i="0" dirty="0" err="1"/>
              <a:t>gyro.y</a:t>
            </a:r>
            <a:r>
              <a:rPr lang="en-US" altLang="ko-KR" sz="1200" b="0" i="0" dirty="0"/>
              <a:t>, (double)</a:t>
            </a:r>
            <a:r>
              <a:rPr lang="en-US" altLang="ko-KR" sz="1200" b="0" i="0" dirty="0" err="1"/>
              <a:t>gyro.z</a:t>
            </a:r>
            <a:r>
              <a:rPr lang="en-US" altLang="ko-KR" sz="1200" b="0" i="0" dirty="0"/>
              <a:t>);</a:t>
            </a:r>
          </a:p>
          <a:p>
            <a:pPr marL="0" indent="0">
              <a:buNone/>
            </a:pPr>
            <a:r>
              <a:rPr lang="en-US" altLang="ko-KR" sz="1200" b="0" i="0" dirty="0"/>
              <a:t>        }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    /* </a:t>
            </a:r>
            <a:r>
              <a:rPr lang="ko-KR" altLang="en-US" sz="1200" b="0" i="0" dirty="0"/>
              <a:t>선형가속도 </a:t>
            </a:r>
            <a:r>
              <a:rPr lang="en-US" altLang="ko-KR" sz="1200" b="0" i="0" dirty="0"/>
              <a:t>(</a:t>
            </a:r>
            <a:r>
              <a:rPr lang="ko-KR" altLang="en-US" sz="1200" b="0" i="0" dirty="0"/>
              <a:t>중력 제거</a:t>
            </a:r>
            <a:r>
              <a:rPr lang="en-US" altLang="ko-KR" sz="1200" b="0" i="0" dirty="0"/>
              <a:t>, Fusion </a:t>
            </a:r>
            <a:r>
              <a:rPr lang="ko-KR" altLang="en-US" sz="1200" b="0" i="0" dirty="0"/>
              <a:t>출력</a:t>
            </a:r>
            <a:r>
              <a:rPr lang="en-US" altLang="ko-KR" sz="1200" b="0" i="0" dirty="0"/>
              <a:t>) */</a:t>
            </a:r>
          </a:p>
          <a:p>
            <a:pPr marL="0" indent="0">
              <a:buNone/>
            </a:pPr>
            <a:r>
              <a:rPr lang="en-US" altLang="ko-KR" sz="1200" b="0" i="0" dirty="0"/>
              <a:t>        if (BNO055_GetLinearAccel(&amp;</a:t>
            </a:r>
            <a:r>
              <a:rPr lang="en-US" altLang="ko-KR" sz="1200" b="0" i="0" dirty="0" err="1"/>
              <a:t>bno</a:t>
            </a:r>
            <a:r>
              <a:rPr lang="en-US" altLang="ko-KR" sz="1200" b="0" i="0" dirty="0"/>
              <a:t>, &amp;</a:t>
            </a:r>
            <a:r>
              <a:rPr lang="en-US" altLang="ko-KR" sz="1200" b="0" i="0" dirty="0" err="1"/>
              <a:t>lia</a:t>
            </a:r>
            <a:r>
              <a:rPr lang="en-US" altLang="ko-KR" sz="1200" b="0" i="0" dirty="0"/>
              <a:t>) == BNO055_OK) {</a:t>
            </a:r>
          </a:p>
          <a:p>
            <a:pPr marL="0" indent="0">
              <a:buNone/>
            </a:pPr>
            <a:r>
              <a:rPr lang="en-US" altLang="ko-KR" sz="1200" b="0" i="0" dirty="0"/>
              <a:t>            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</a:t>
            </a:r>
            <a:r>
              <a:rPr lang="en-US" altLang="ko-KR" sz="1200" b="0" i="0" dirty="0" err="1"/>
              <a:t>LinAcc</a:t>
            </a:r>
            <a:r>
              <a:rPr lang="en-US" altLang="ko-KR" sz="1200" b="0" i="0" dirty="0"/>
              <a:t> | X=%6.2f  Y=%6.2f  Z=%6.2f [m/s²]\r\n",  (double)</a:t>
            </a:r>
            <a:r>
              <a:rPr lang="en-US" altLang="ko-KR" sz="1200" b="0" i="0" dirty="0" err="1"/>
              <a:t>lia.x</a:t>
            </a:r>
            <a:r>
              <a:rPr lang="en-US" altLang="ko-KR" sz="1200" b="0" i="0" dirty="0"/>
              <a:t>, (double)</a:t>
            </a:r>
            <a:r>
              <a:rPr lang="en-US" altLang="ko-KR" sz="1200" b="0" i="0" dirty="0" err="1"/>
              <a:t>lia.y</a:t>
            </a:r>
            <a:r>
              <a:rPr lang="en-US" altLang="ko-KR" sz="1200" b="0" i="0" dirty="0"/>
              <a:t>, (double)</a:t>
            </a:r>
            <a:r>
              <a:rPr lang="en-US" altLang="ko-KR" sz="1200" b="0" i="0" dirty="0" err="1"/>
              <a:t>lia.z</a:t>
            </a:r>
            <a:r>
              <a:rPr lang="en-US" altLang="ko-KR" sz="1200" b="0" i="0" dirty="0"/>
              <a:t>);</a:t>
            </a:r>
          </a:p>
          <a:p>
            <a:pPr marL="0" indent="0">
              <a:buNone/>
            </a:pPr>
            <a:r>
              <a:rPr lang="en-US" altLang="ko-KR" sz="1200" b="0" i="0" dirty="0"/>
              <a:t>        }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    /* </a:t>
            </a:r>
            <a:r>
              <a:rPr lang="ko-KR" altLang="en-US" sz="1200" b="0" i="0" dirty="0"/>
              <a:t>온도 *</a:t>
            </a:r>
            <a:r>
              <a:rPr lang="en-US" altLang="ko-KR" sz="1200" b="0" i="0" dirty="0"/>
              <a:t>/</a:t>
            </a:r>
          </a:p>
          <a:p>
            <a:pPr marL="0" indent="0">
              <a:buNone/>
            </a:pPr>
            <a:r>
              <a:rPr lang="en-US" altLang="ko-KR" sz="1200" b="0" i="0" dirty="0"/>
              <a:t>        if (BNO055_GetTemperature(&amp;</a:t>
            </a:r>
            <a:r>
              <a:rPr lang="en-US" altLang="ko-KR" sz="1200" b="0" i="0" dirty="0" err="1"/>
              <a:t>bno</a:t>
            </a:r>
            <a:r>
              <a:rPr lang="en-US" altLang="ko-KR" sz="1200" b="0" i="0" dirty="0"/>
              <a:t>, &amp;temp) == BNO055_OK) {</a:t>
            </a:r>
          </a:p>
          <a:p>
            <a:pPr marL="0" indent="0">
              <a:buNone/>
            </a:pPr>
            <a:r>
              <a:rPr lang="en-US" altLang="ko-KR" sz="1200" b="0" i="0" dirty="0"/>
              <a:t>            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("Temp   | %d [°C]\r\n", temp);</a:t>
            </a:r>
          </a:p>
          <a:p>
            <a:pPr marL="0" indent="0">
              <a:buNone/>
            </a:pPr>
            <a:r>
              <a:rPr lang="en-US" altLang="ko-KR" sz="1200" b="0" i="0" dirty="0"/>
              <a:t>        }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    </a:t>
            </a:r>
            <a:r>
              <a:rPr lang="en-US" altLang="ko-KR" sz="1200" b="0" i="0" dirty="0" err="1"/>
              <a:t>HAL_Delay</a:t>
            </a:r>
            <a:r>
              <a:rPr lang="en-US" altLang="ko-KR" sz="1200" b="0" i="0" dirty="0"/>
              <a:t>(1000);  /* 1 Hz </a:t>
            </a:r>
            <a:r>
              <a:rPr lang="ko-KR" altLang="en-US" sz="1200" b="0" i="0" dirty="0"/>
              <a:t>출력 *</a:t>
            </a:r>
            <a:r>
              <a:rPr lang="en-US" altLang="ko-KR" sz="1200" b="0" i="0" dirty="0"/>
              <a:t>/</a:t>
            </a:r>
          </a:p>
          <a:p>
            <a:pPr marL="0" indent="0">
              <a:buNone/>
            </a:pPr>
            <a:r>
              <a:rPr lang="en-US" altLang="ko-KR" sz="1200" b="0" i="0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4920117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A4767-0E7A-E8D3-ABC6-6DF7ACEF4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129216-DF74-AAF1-8F0D-0C40F5AFF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Build</a:t>
            </a:r>
            <a:r>
              <a:rPr lang="ko-KR" alt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86E09-B1AD-4CC3-E143-56E52148A58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아래 버튼 클릭하여 </a:t>
            </a:r>
            <a:r>
              <a:rPr lang="en-US" altLang="ko-KR" b="0" i="0" kern="0" dirty="0"/>
              <a:t>Build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538E2A-ECBE-73F7-2864-2D1034AF1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1484784"/>
            <a:ext cx="5200650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794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7755D-007D-0D13-8034-0ACC4F8BC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B0814A-47DF-9707-6D4B-1C2B9D69B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Build </a:t>
            </a:r>
            <a:r>
              <a:rPr lang="ko-KR" altLang="en-US" dirty="0"/>
              <a:t>결과물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A087B-9A95-B5F6-52C4-344BCB94159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빌드 결과물 이름은 </a:t>
            </a:r>
            <a:r>
              <a:rPr lang="en-US" altLang="ko-KR" b="0" i="0" kern="0" dirty="0"/>
              <a:t>[</a:t>
            </a:r>
            <a:r>
              <a:rPr lang="ko-KR" altLang="en-US" b="0" i="0" kern="0" dirty="0"/>
              <a:t>프로젝트 이름</a:t>
            </a:r>
            <a:r>
              <a:rPr lang="en-US" altLang="ko-KR" b="0" i="0" kern="0" dirty="0"/>
              <a:t>].bin</a:t>
            </a:r>
            <a:r>
              <a:rPr lang="ko-KR" altLang="en-US" b="0" i="0" kern="0" dirty="0"/>
              <a:t>이다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557283-11C0-814B-21EC-6834EEFF0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5162" y="1527237"/>
            <a:ext cx="2733675" cy="401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9580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EB8F8-B0D9-705C-74BC-ECAD471F8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366729-F726-75F5-0172-6C7BEF8E1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다운로드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03C50-C32B-952D-8FC4-82AA1876842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UART1</a:t>
            </a:r>
            <a:r>
              <a:rPr lang="ko-KR" altLang="en-US" b="0" i="0" kern="0" dirty="0"/>
              <a:t>과 연결되어 있는 터미널</a:t>
            </a:r>
            <a:r>
              <a:rPr lang="en-US" altLang="ko-KR" b="0" i="0" kern="0" dirty="0"/>
              <a:t>(</a:t>
            </a:r>
            <a:r>
              <a:rPr lang="en-US" altLang="ko-KR" b="0" i="0" kern="0" dirty="0" err="1"/>
              <a:t>Teraterm</a:t>
            </a:r>
            <a:r>
              <a:rPr lang="en-US" altLang="ko-KR" b="0" i="0" kern="0" dirty="0"/>
              <a:t>) </a:t>
            </a:r>
            <a:r>
              <a:rPr lang="ko-KR" altLang="en-US" b="0" i="0" kern="0" dirty="0"/>
              <a:t>종료</a:t>
            </a:r>
            <a:r>
              <a:rPr lang="en-US" altLang="ko-KR" b="0" i="0" kern="0" dirty="0"/>
              <a:t>.</a:t>
            </a:r>
          </a:p>
          <a:p>
            <a:r>
              <a:rPr lang="en-US" altLang="ko-KR" b="0" i="0" kern="0" dirty="0"/>
              <a:t>Mango-M32F4</a:t>
            </a:r>
            <a:r>
              <a:rPr lang="ko-KR" altLang="en-US" b="0" i="0" kern="0" dirty="0"/>
              <a:t>를 다운로드 모드로 설정하고 </a:t>
            </a:r>
            <a:r>
              <a:rPr lang="en-US" altLang="ko-KR" b="0" i="0" kern="0" dirty="0"/>
              <a:t>SW3 </a:t>
            </a:r>
            <a:r>
              <a:rPr lang="ko-KR" altLang="en-US" b="0" i="0" kern="0" dirty="0"/>
              <a:t>리셋 키를 누른다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C9064-0094-7603-2C7D-8DA73C19F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23728" y="1700808"/>
            <a:ext cx="4951264" cy="46501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6E5B50-7D70-E392-6D79-FECDCABBF39D}"/>
              </a:ext>
            </a:extLst>
          </p:cNvPr>
          <p:cNvSpPr txBox="1"/>
          <p:nvPr/>
        </p:nvSpPr>
        <p:spPr>
          <a:xfrm>
            <a:off x="3419872" y="2612570"/>
            <a:ext cx="64601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UART1</a:t>
            </a:r>
            <a:endParaRPr lang="ko-KR" altLang="en-US" i="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9ECF6-1116-AE34-AFA6-4F7A662D5957}"/>
              </a:ext>
            </a:extLst>
          </p:cNvPr>
          <p:cNvSpPr txBox="1"/>
          <p:nvPr/>
        </p:nvSpPr>
        <p:spPr>
          <a:xfrm>
            <a:off x="6004177" y="2397126"/>
            <a:ext cx="11776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5V/2A </a:t>
            </a:r>
            <a:r>
              <a:rPr lang="ko-KR" altLang="en-US" i="0" dirty="0">
                <a:solidFill>
                  <a:schemeClr val="tx1"/>
                </a:solidFill>
              </a:rPr>
              <a:t>어댑터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A95EBF3-EE4E-B875-3DC1-B6A4A26237DE}"/>
              </a:ext>
            </a:extLst>
          </p:cNvPr>
          <p:cNvSpPr/>
          <p:nvPr/>
        </p:nvSpPr>
        <p:spPr>
          <a:xfrm>
            <a:off x="5364088" y="5154235"/>
            <a:ext cx="476491" cy="337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4C078E-58B6-30BA-4A63-AC437C11D918}"/>
              </a:ext>
            </a:extLst>
          </p:cNvPr>
          <p:cNvSpPr txBox="1"/>
          <p:nvPr/>
        </p:nvSpPr>
        <p:spPr>
          <a:xfrm>
            <a:off x="6677114" y="5169563"/>
            <a:ext cx="10467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Boot Switch</a:t>
            </a:r>
          </a:p>
          <a:p>
            <a:r>
              <a:rPr lang="en-US" altLang="ko-KR" i="0" dirty="0">
                <a:solidFill>
                  <a:schemeClr val="tx1"/>
                </a:solidFill>
              </a:rPr>
              <a:t>D/L ON</a:t>
            </a:r>
            <a:endParaRPr lang="ko-KR" altLang="en-US" i="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EC58727-6920-FE13-F961-F8EA5BD77784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5940152" y="5338840"/>
            <a:ext cx="736962" cy="0"/>
          </a:xfrm>
          <a:prstGeom prst="straightConnector1">
            <a:avLst/>
          </a:prstGeom>
          <a:ln w="25400">
            <a:solidFill>
              <a:srgbClr val="FF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7EC2D03-6E19-E4A6-8392-F7069ABB12ED}"/>
              </a:ext>
            </a:extLst>
          </p:cNvPr>
          <p:cNvSpPr/>
          <p:nvPr/>
        </p:nvSpPr>
        <p:spPr>
          <a:xfrm>
            <a:off x="5632840" y="5679588"/>
            <a:ext cx="317661" cy="337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69B26F-AFD8-A840-215E-3EE2BDEE655E}"/>
              </a:ext>
            </a:extLst>
          </p:cNvPr>
          <p:cNvSpPr txBox="1"/>
          <p:nvPr/>
        </p:nvSpPr>
        <p:spPr>
          <a:xfrm>
            <a:off x="6716158" y="5793355"/>
            <a:ext cx="8801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Reset Key</a:t>
            </a:r>
            <a:endParaRPr lang="ko-KR" altLang="en-US" i="0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2F7A5EBE-FF7A-B60F-C266-52021686865E}"/>
              </a:ext>
            </a:extLst>
          </p:cNvPr>
          <p:cNvCxnSpPr>
            <a:cxnSpLocks/>
          </p:cNvCxnSpPr>
          <p:nvPr/>
        </p:nvCxnSpPr>
        <p:spPr>
          <a:xfrm>
            <a:off x="5950501" y="5852930"/>
            <a:ext cx="753626" cy="51285"/>
          </a:xfrm>
          <a:prstGeom prst="straightConnector1">
            <a:avLst/>
          </a:prstGeom>
          <a:ln w="25400">
            <a:solidFill>
              <a:srgbClr val="FF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344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8EA-5B76-B9FE-2718-FF4194FC1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F627A1-0438-7FD4-5D1A-8D9C8061E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다운로드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FC5C7-F9E8-AC5B-7724-DEF00CDA867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STM32CubeProgrammer</a:t>
            </a:r>
            <a:r>
              <a:rPr lang="ko-KR" altLang="en-US" b="0" i="0" kern="0" dirty="0"/>
              <a:t>를 실행한다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7C216B6-DF00-DAF3-FDCC-C920F241D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236" y="1779148"/>
            <a:ext cx="6077527" cy="417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3332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0555B-A049-96B7-66E3-7F5E4A6B6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C8FD58-E78F-6B6F-48D2-7EB4DCE35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다운로드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3F0F8-B472-1E25-8E3D-2860C743EBB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 err="1"/>
              <a:t>빌드된</a:t>
            </a:r>
            <a:r>
              <a:rPr lang="ko-KR" altLang="en-US" b="0" i="0" kern="0" dirty="0"/>
              <a:t> </a:t>
            </a:r>
            <a:r>
              <a:rPr lang="en-US" altLang="ko-KR" b="0" i="0" kern="0" dirty="0"/>
              <a:t>BIN </a:t>
            </a:r>
            <a:r>
              <a:rPr lang="ko-KR" altLang="en-US" b="0" i="0" kern="0" dirty="0"/>
              <a:t>파일을 열어서 다운로드한다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그림 3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8528A2-FEF8-6E34-E9FF-0F44A8136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236" y="1756934"/>
            <a:ext cx="6077528" cy="4174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2970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F35C2-2AD7-852D-6159-B05B89F7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0C3BDC-9F83-EF64-5876-F826FA702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실행결과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47A88-C400-298E-C351-D677F1A205D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STM32CubeProgrammer</a:t>
            </a:r>
            <a:r>
              <a:rPr lang="ko-KR" altLang="en-US" b="0" i="0" kern="0" dirty="0"/>
              <a:t>의 </a:t>
            </a:r>
            <a:r>
              <a:rPr lang="en-US" altLang="ko-KR" b="0" i="0" kern="0" dirty="0"/>
              <a:t>COM Port</a:t>
            </a:r>
            <a:r>
              <a:rPr lang="ko-KR" altLang="en-US" b="0" i="0" kern="0" dirty="0"/>
              <a:t>를 연결해제하고 터미널</a:t>
            </a:r>
            <a:r>
              <a:rPr lang="en-US" altLang="ko-KR" b="0" i="0" kern="0" dirty="0"/>
              <a:t>(</a:t>
            </a:r>
            <a:r>
              <a:rPr lang="en-US" altLang="ko-KR" b="0" i="0" kern="0" dirty="0" err="1"/>
              <a:t>Teraterm</a:t>
            </a:r>
            <a:r>
              <a:rPr lang="en-US" altLang="ko-KR" b="0" i="0" kern="0" dirty="0"/>
              <a:t>)</a:t>
            </a:r>
            <a:r>
              <a:rPr lang="ko-KR" altLang="en-US" b="0" i="0" kern="0" dirty="0"/>
              <a:t>을 실행한다</a:t>
            </a:r>
            <a:r>
              <a:rPr lang="en-US" altLang="ko-KR" b="0" i="0" kern="0" dirty="0"/>
              <a:t>.</a:t>
            </a:r>
          </a:p>
          <a:p>
            <a:r>
              <a:rPr lang="en-US" altLang="ko-KR" b="0" i="0" kern="0" dirty="0"/>
              <a:t>Mango-M32F4</a:t>
            </a:r>
            <a:r>
              <a:rPr lang="ko-KR" altLang="en-US" b="0" i="0" kern="0" dirty="0"/>
              <a:t>를 실행모드로 설정하고 </a:t>
            </a:r>
            <a:r>
              <a:rPr lang="en-US" altLang="ko-KR" b="0" i="0" kern="0" dirty="0"/>
              <a:t>SW3 </a:t>
            </a:r>
            <a:r>
              <a:rPr lang="ko-KR" altLang="en-US" b="0" i="0" kern="0" dirty="0"/>
              <a:t>리셋 키를 누른다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04285CD-1D16-BA52-840C-ED41FFC5F99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919578" y="2348880"/>
            <a:ext cx="4380614" cy="345643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78162E5-DE37-4F82-2806-047EC174F05F}"/>
              </a:ext>
            </a:extLst>
          </p:cNvPr>
          <p:cNvSpPr/>
          <p:nvPr/>
        </p:nvSpPr>
        <p:spPr>
          <a:xfrm>
            <a:off x="5130612" y="4797153"/>
            <a:ext cx="318977" cy="28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1B7CA7-AE71-97B0-00EF-EC3B81136746}"/>
              </a:ext>
            </a:extLst>
          </p:cNvPr>
          <p:cNvSpPr/>
          <p:nvPr/>
        </p:nvSpPr>
        <p:spPr>
          <a:xfrm>
            <a:off x="5364088" y="5301208"/>
            <a:ext cx="318977" cy="28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70249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39561-4C2C-1B02-BC34-D7BED381F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F951F6-AFDE-C24D-9F86-A4ABD6D2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실행결과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2F5F4-E7A5-8865-2DCF-EAD1BA11D3F8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CS-BNO055 </a:t>
            </a:r>
            <a:r>
              <a:rPr lang="ko-KR" altLang="en-US" b="0" i="0" kern="0" dirty="0"/>
              <a:t>센서 보드를 </a:t>
            </a:r>
            <a:r>
              <a:rPr lang="en-US" altLang="ko-KR" b="0" i="0" kern="0" dirty="0"/>
              <a:t>Mango-M32F4 </a:t>
            </a:r>
            <a:r>
              <a:rPr lang="ko-KR" altLang="en-US" b="0" i="0" kern="0" dirty="0"/>
              <a:t>보드의 </a:t>
            </a:r>
            <a:r>
              <a:rPr lang="en-US" altLang="ko-KR" b="0" i="0" kern="0" dirty="0"/>
              <a:t>J4 </a:t>
            </a:r>
            <a:r>
              <a:rPr lang="ko-KR" altLang="en-US" b="0" i="0" kern="0" dirty="0"/>
              <a:t>혹은 </a:t>
            </a:r>
            <a:r>
              <a:rPr lang="en-US" altLang="ko-KR" b="0" i="0" kern="0" dirty="0"/>
              <a:t>J5</a:t>
            </a:r>
            <a:r>
              <a:rPr lang="ko-KR" altLang="en-US" b="0" i="0" kern="0" dirty="0"/>
              <a:t>에 </a:t>
            </a:r>
            <a:r>
              <a:rPr lang="en-US" altLang="ko-KR" b="0" i="0" kern="0" dirty="0"/>
              <a:t>8</a:t>
            </a:r>
            <a:r>
              <a:rPr lang="ko-KR" altLang="en-US" b="0" i="0" kern="0" dirty="0"/>
              <a:t>핀 커넥터를 이용하여 연결한다</a:t>
            </a:r>
            <a:r>
              <a:rPr lang="en-US" altLang="ko-KR" b="0" i="0" kern="0" dirty="0"/>
              <a:t>. </a:t>
            </a:r>
          </a:p>
          <a:p>
            <a:endParaRPr lang="en-US" altLang="ko-KR" b="0" i="0" kern="0" dirty="0"/>
          </a:p>
          <a:p>
            <a:r>
              <a:rPr lang="en-US" altLang="ko-KR" b="0" i="0" kern="0" dirty="0"/>
              <a:t>9</a:t>
            </a:r>
            <a:r>
              <a:rPr lang="ko-KR" altLang="en-US" b="0" i="0" kern="0" dirty="0"/>
              <a:t>축 센서 데이터가 정상적으로 읽힘</a:t>
            </a:r>
            <a:r>
              <a:rPr lang="en-US" altLang="ko-KR" b="0" i="0" kern="0" dirty="0"/>
              <a:t>.</a:t>
            </a:r>
            <a:r>
              <a:rPr lang="ko-KR" altLang="en-US" b="0" i="0" kern="0" dirty="0"/>
              <a:t> 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7EFD2FE-4511-7F38-DE45-C0FC39718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615" y="2271050"/>
            <a:ext cx="5472609" cy="3938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789482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21848</TotalTime>
  <Words>1353</Words>
  <Application>Microsoft Office PowerPoint</Application>
  <PresentationFormat>화면 슬라이드 쇼(4:3)</PresentationFormat>
  <Paragraphs>279</Paragraphs>
  <Slides>34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2" baseType="lpstr">
      <vt:lpstr>굴림</vt:lpstr>
      <vt:lpstr>Arial</vt:lpstr>
      <vt:lpstr>Century Gothic</vt:lpstr>
      <vt:lpstr>Tahoma</vt:lpstr>
      <vt:lpstr>Verdana</vt:lpstr>
      <vt:lpstr>Wingdings</vt:lpstr>
      <vt:lpstr>Wingdings 2</vt:lpstr>
      <vt:lpstr>디자인 사용자 지정</vt:lpstr>
      <vt:lpstr>BNO055 – 9축 센서 실습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BIN 파일 생성 설정</vt:lpstr>
      <vt:lpstr>BIN 파일 생성 설정</vt:lpstr>
      <vt:lpstr>빌드 설정</vt:lpstr>
      <vt:lpstr>BNO055 데이터시트</vt:lpstr>
      <vt:lpstr>BNO055 데이터시트</vt:lpstr>
      <vt:lpstr>BNO055 데이터시트</vt:lpstr>
      <vt:lpstr>BNO055 데이터시트</vt:lpstr>
      <vt:lpstr>BNO055 데이터시트</vt:lpstr>
      <vt:lpstr>BNO055 데이터시트</vt:lpstr>
      <vt:lpstr>BNO055 데이터시트</vt:lpstr>
      <vt:lpstr>BNO055 데이터시트</vt:lpstr>
      <vt:lpstr>BNO055 데이터시트</vt:lpstr>
      <vt:lpstr>Code 수정 </vt:lpstr>
      <vt:lpstr>Code 수정</vt:lpstr>
      <vt:lpstr>Code 수정</vt:lpstr>
      <vt:lpstr>Build </vt:lpstr>
      <vt:lpstr>Build 결과물 </vt:lpstr>
      <vt:lpstr>BIN 다운로드 </vt:lpstr>
      <vt:lpstr>BIN 다운로드 </vt:lpstr>
      <vt:lpstr>BIN 다운로드 </vt:lpstr>
      <vt:lpstr>실행결과 </vt:lpstr>
      <vt:lpstr>실행결과 </vt:lpstr>
    </vt:vector>
  </TitlesOfParts>
  <Company>마케팅팀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김정남</dc:creator>
  <cp:lastModifiedBy>홍기 최</cp:lastModifiedBy>
  <cp:revision>909</cp:revision>
  <dcterms:created xsi:type="dcterms:W3CDTF">2006-02-08T03:00:46Z</dcterms:created>
  <dcterms:modified xsi:type="dcterms:W3CDTF">2026-06-17T10:15:14Z</dcterms:modified>
</cp:coreProperties>
</file>