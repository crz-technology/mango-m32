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7"/>
  </p:notesMasterIdLst>
  <p:handoutMasterIdLst>
    <p:handoutMasterId r:id="rId38"/>
  </p:handoutMasterIdLst>
  <p:sldIdLst>
    <p:sldId id="308" r:id="rId2"/>
    <p:sldId id="332" r:id="rId3"/>
    <p:sldId id="352" r:id="rId4"/>
    <p:sldId id="349" r:id="rId5"/>
    <p:sldId id="354" r:id="rId6"/>
    <p:sldId id="358" r:id="rId7"/>
    <p:sldId id="353" r:id="rId8"/>
    <p:sldId id="356" r:id="rId9"/>
    <p:sldId id="361" r:id="rId10"/>
    <p:sldId id="363" r:id="rId11"/>
    <p:sldId id="364" r:id="rId12"/>
    <p:sldId id="365" r:id="rId13"/>
    <p:sldId id="367" r:id="rId14"/>
    <p:sldId id="368" r:id="rId15"/>
    <p:sldId id="399" r:id="rId16"/>
    <p:sldId id="401" r:id="rId17"/>
    <p:sldId id="414" r:id="rId18"/>
    <p:sldId id="402" r:id="rId19"/>
    <p:sldId id="415" r:id="rId20"/>
    <p:sldId id="416" r:id="rId21"/>
    <p:sldId id="417" r:id="rId22"/>
    <p:sldId id="418" r:id="rId23"/>
    <p:sldId id="420" r:id="rId24"/>
    <p:sldId id="419" r:id="rId25"/>
    <p:sldId id="369" r:id="rId26"/>
    <p:sldId id="413" r:id="rId27"/>
    <p:sldId id="412" r:id="rId28"/>
    <p:sldId id="372" r:id="rId29"/>
    <p:sldId id="373" r:id="rId30"/>
    <p:sldId id="374" r:id="rId31"/>
    <p:sldId id="375" r:id="rId32"/>
    <p:sldId id="376" r:id="rId33"/>
    <p:sldId id="421" r:id="rId34"/>
    <p:sldId id="377" r:id="rId35"/>
    <p:sldId id="378" r:id="rId36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96" d="100"/>
          <a:sy n="96" d="100"/>
        </p:scale>
        <p:origin x="1195" y="77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BNO055 – 9</a:t>
            </a:r>
            <a:r>
              <a:rPr lang="ko-KR" altLang="en-US" dirty="0"/>
              <a:t>축</a:t>
            </a:r>
            <a:r>
              <a:rPr lang="en-US" altLang="ko-KR" dirty="0"/>
              <a:t> </a:t>
            </a:r>
            <a:r>
              <a:rPr lang="ko-KR" altLang="en-US" dirty="0"/>
              <a:t>센서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2026.06.17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87FC-0925-9D41-D7AB-1B17FFDE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3C89D-E188-9B63-4012-FE1D9871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3ED2-C8B6-5AA9-5B3B-88EA0B43ABA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I2C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I2C : PB6-I2C1_SCL, PB7-I2C1_SDA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22C3E8-3F7A-5C8C-211B-F9A726892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628800"/>
            <a:ext cx="3816424" cy="839750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226E7E-9260-F1C1-B72F-96BAE5F9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2509916"/>
            <a:ext cx="2206550" cy="341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1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7888-09F0-9735-0166-610D9CF9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067E5-F4B3-14A6-E859-D7FE91E8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59010-2CD0-0383-AD2E-25A9A9A0AE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I2C1 -&gt; Mode -&gt; I2C</a:t>
            </a:r>
            <a:r>
              <a:rPr lang="ko-KR" altLang="en-US" b="0" i="0" kern="0" dirty="0"/>
              <a:t> 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1D9240-C486-2D85-9419-E07EDA1AE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66" y="1556791"/>
            <a:ext cx="8059068" cy="460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3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</a:t>
            </a:r>
            <a:r>
              <a:rPr lang="ko-KR" altLang="en-US" b="0" i="0" kern="0" dirty="0"/>
              <a:t>클릭 </a:t>
            </a:r>
            <a:r>
              <a:rPr lang="en-US" altLang="ko-KR" b="0" i="0" kern="0" dirty="0"/>
              <a:t>-&gt; Yes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54E60D-28FF-8BBF-CD05-26DF2C26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8324123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E1090-7FA7-61B4-9111-3049CBCC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2424"/>
            <a:ext cx="5161534" cy="2120561"/>
          </a:xfrm>
          <a:prstGeom prst="rect">
            <a:avLst/>
          </a:prstGeom>
        </p:spPr>
      </p:pic>
      <p:pic>
        <p:nvPicPr>
          <p:cNvPr id="9" name="그림 8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E5A5C4-8FFD-15ED-CC64-44BDB3EBE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455" y="3818912"/>
            <a:ext cx="5191824" cy="252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A252-6C61-A018-0BE8-16B749D8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6B542-FAB2-273A-33EC-3720BD10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빌드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B6D05-D914-0D60-626D-83C21947090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Settings =&gt; Use float with </a:t>
            </a:r>
            <a:r>
              <a:rPr lang="en-US" altLang="ko-KR" b="0" i="0" kern="0" dirty="0" err="1"/>
              <a:t>printf</a:t>
            </a:r>
            <a:r>
              <a:rPr lang="en-US" altLang="ko-KR" b="0" i="0" kern="0" dirty="0"/>
              <a:t> from </a:t>
            </a:r>
            <a:r>
              <a:rPr lang="en-US" altLang="ko-KR" b="0" i="0" kern="0" dirty="0" err="1"/>
              <a:t>newlib</a:t>
            </a:r>
            <a:r>
              <a:rPr lang="en-US" altLang="ko-KR" b="0" i="0" kern="0" dirty="0"/>
              <a:t>-nano(-u _</a:t>
            </a:r>
            <a:r>
              <a:rPr lang="en-US" altLang="ko-KR" b="0" i="0" kern="0" dirty="0" err="1"/>
              <a:t>printf_float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499227-A16B-8566-9228-1A6AE1E49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1772816"/>
            <a:ext cx="7468569" cy="457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46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F44E-8CAD-8AF2-1B3C-5943F8D79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C1949-DA15-9908-F1DA-8C470DD1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BNO055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F9B54-51DF-C400-2399-FFC26B1F029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Slave Address : 0x28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CHIP_ID_REG : 0x00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82A8175-9DDC-655D-9A8D-0E8DABC76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05" y="1196753"/>
            <a:ext cx="4618315" cy="16274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3C62134-9D67-FACF-389D-933184B0D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280" y="717362"/>
            <a:ext cx="3055225" cy="32025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6E45FE1-D1E5-F545-CB2E-8DD0DF047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805" y="4442047"/>
            <a:ext cx="7014431" cy="188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77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61E76-D8C2-5297-EF49-47969EB8C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7E243-2D46-ED02-C4D0-7A0E8CBF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BNO055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91E02-6BD0-62B5-A7BB-2DAB96C98CD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S/W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reset : 0x3F, 0x20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OPR Mode : 0x3D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331FB77-CFAB-6119-6F8D-DFA322A52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49" y="1124744"/>
            <a:ext cx="6355531" cy="26049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699F525-8D09-0081-3E73-DEC6EB6BB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4098724"/>
            <a:ext cx="3197746" cy="22877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6A4905E-69FB-0954-FAD4-2ED0486FE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48" y="4646576"/>
            <a:ext cx="5076056" cy="159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69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3AE0-B1DB-59CD-C1E7-16C5ACE28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75611-62D5-97B3-8C29-1BA6ED99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BNO055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29CA-435A-D30E-A68A-A750A80C7BF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Power Mode : 0x3E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NDOF Mode : 0x3D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62C169-71AB-A9B9-FA12-1344E2C78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96752"/>
            <a:ext cx="4752529" cy="150326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591BDF2-B020-6B38-C79A-7DF3C59D8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627" y="1471026"/>
            <a:ext cx="3694775" cy="109387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798C26C-3DE3-DF33-113D-7B043F677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38" y="3918765"/>
            <a:ext cx="5076056" cy="159073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00CA5EF-D94D-4588-0586-DF4E059230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6805" y="3717032"/>
            <a:ext cx="3453341" cy="222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61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623C5-2BC9-ABA9-3FA3-2CDEA8013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CD4F2-BFC1-302E-EA1C-70D19AA53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BNO055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C99BE-49F3-53B5-91DD-5921378D998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Power Mode : 0x3E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NDOF Mode : 0x3D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5A6560F-660B-D8DF-63B1-936B81CBB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96752"/>
            <a:ext cx="4752529" cy="150326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A68DB1D-CF2B-8FFA-98A3-3CDDD1B26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627" y="1471026"/>
            <a:ext cx="3694775" cy="109387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E8BC34C-E49B-8181-553C-22C355853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38" y="3918765"/>
            <a:ext cx="5076056" cy="159073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88CE067-F479-768E-76A8-D4C3D80EF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6805" y="3717032"/>
            <a:ext cx="3453341" cy="222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878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341D-CD0E-E49E-17A2-07D8D0CD0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D386D-2C7E-BD6C-2AB3-FD250BBF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BNO055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D9019-FA8C-2A19-C40C-BF0D978CD92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UNIT_SEL : 0x3B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41CB3A-AC60-76D0-32BD-371B50AF2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569309"/>
            <a:ext cx="5738664" cy="37356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5733899-3D4A-7BBB-F9C2-7399B9659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1" y="1098532"/>
            <a:ext cx="5902997" cy="132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755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45549-365D-3BE1-BDD0-7A5DAF7B1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C7C5CF-14CB-BAA5-D038-A62F59EE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BNO055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BF842-C6B6-A368-8ABC-A7445DB0BE96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19B9347-379B-070F-FFC9-7B69CD8D5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3" y="764705"/>
            <a:ext cx="5906640" cy="19886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1149D9-955D-B370-5D39-343B587DF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38" y="2860280"/>
            <a:ext cx="5688631" cy="173671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2907548-75BB-707F-D103-0566F9605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00" y="4703904"/>
            <a:ext cx="5288105" cy="166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21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6BA89-E2E1-AD9D-6DC5-1A57DD8FF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F5AF8-B367-6914-79A2-C25228B30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BNO055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319A6-29D8-5C36-C476-129B58CDFA3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Euler angels ( 0x1A ~ 0x1F)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Quaternion ( 0x20 ~ 0x27)</a:t>
            </a:r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83B18DE-A50E-4DE3-C0CC-E11715802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44" y="1239784"/>
            <a:ext cx="7380312" cy="158579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E6F039B-0998-73C3-A747-69C928358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458" y="3736789"/>
            <a:ext cx="7378171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32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F7E61-9E50-1850-AB5D-75F7C9D05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78588-0A8D-A385-4CE4-A1E0A822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BNO055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005C2-7392-107B-5C70-E4003032B236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Accelerometer ( 0x8 ~ 0xD) : w/ Gravity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Gyroscope ( 0x14 ~ 0x19)</a:t>
            </a:r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3CE570-4539-8060-3206-FB788ABD1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03" y="1206037"/>
            <a:ext cx="7592053" cy="19151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D67F766-7796-E2DB-C345-5D7A44898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10" y="3861048"/>
            <a:ext cx="8043137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13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2A3B-2EAD-97AE-CFA0-9C85D73BA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0BDF14-04B9-572B-B1F4-E442E346D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BNO055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23C68-626E-387E-2D52-5DF3ECC5C2C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Accelerometer ( 0x28 ~ 0x2D) : w/o Gravity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Temperature : 0x34</a:t>
            </a:r>
          </a:p>
          <a:p>
            <a:endParaRPr lang="en-US" altLang="ko-KR" b="0" i="0" kern="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FCC0DB0-1423-431D-69B5-74FF83914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340768"/>
            <a:ext cx="7666943" cy="194421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E723565-C1B2-E951-BFED-85D26C245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122438"/>
            <a:ext cx="7666943" cy="23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95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main_example.c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</a:t>
            </a:r>
            <a:r>
              <a:rPr lang="en-US" altLang="ko-KR" sz="1400" b="0" i="0" dirty="0" err="1"/>
              <a:t>printf</a:t>
            </a:r>
            <a:r>
              <a:rPr lang="en-US" altLang="ko-KR" sz="1400" b="0" i="0" dirty="0"/>
              <a:t> → UART1 </a:t>
            </a:r>
            <a:r>
              <a:rPr lang="ko-KR" altLang="en-US" sz="1400" b="0" i="0" dirty="0" err="1"/>
              <a:t>리디렉션</a:t>
            </a:r>
            <a:r>
              <a:rPr lang="ko-KR" altLang="en-US" sz="1400" b="0" i="0" dirty="0"/>
              <a:t> *</a:t>
            </a:r>
            <a:r>
              <a:rPr lang="en-US" altLang="ko-KR" sz="1400" b="0" i="0" dirty="0"/>
              <a:t>/</a:t>
            </a:r>
          </a:p>
          <a:p>
            <a:pPr marL="0" indent="0">
              <a:buNone/>
            </a:pPr>
            <a:r>
              <a:rPr lang="en-US" altLang="ko-KR" sz="1400" b="0" i="0" dirty="0"/>
              <a:t>int _write(int file, char *</a:t>
            </a:r>
            <a:r>
              <a:rPr lang="en-US" altLang="ko-KR" sz="1400" b="0" i="0" dirty="0" err="1"/>
              <a:t>ptr</a:t>
            </a:r>
            <a:r>
              <a:rPr lang="en-US" altLang="ko-KR" sz="1400" b="0" i="0" dirty="0"/>
              <a:t>, int </a:t>
            </a:r>
            <a:r>
              <a:rPr lang="en-US" altLang="ko-KR" sz="1400" b="0" i="0" dirty="0" err="1"/>
              <a:t>len</a:t>
            </a:r>
            <a:r>
              <a:rPr lang="en-US" altLang="ko-KR" sz="1400" b="0" i="0" dirty="0"/>
              <a:t>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pPr marL="0" indent="0">
              <a:buNone/>
            </a:pPr>
            <a:r>
              <a:rPr lang="en-US" altLang="ko-KR" sz="1400" b="0" i="0" dirty="0"/>
              <a:t>    </a:t>
            </a:r>
            <a:r>
              <a:rPr lang="en-US" altLang="ko-KR" sz="1400" b="0" i="0" dirty="0" err="1"/>
              <a:t>HAL_UART_Transmit</a:t>
            </a:r>
            <a:r>
              <a:rPr lang="en-US" altLang="ko-KR" sz="1400" b="0" i="0" dirty="0"/>
              <a:t>(&amp;huart1, (uint8_t *)</a:t>
            </a:r>
            <a:r>
              <a:rPr lang="en-US" altLang="ko-KR" sz="1400" b="0" i="0" dirty="0" err="1"/>
              <a:t>ptr</a:t>
            </a:r>
            <a:r>
              <a:rPr lang="en-US" altLang="ko-KR" sz="1400" b="0" i="0" dirty="0"/>
              <a:t>, (uint16_t)</a:t>
            </a:r>
            <a:r>
              <a:rPr lang="en-US" altLang="ko-KR" sz="1400" b="0" i="0" dirty="0" err="1"/>
              <a:t>len</a:t>
            </a:r>
            <a:r>
              <a:rPr lang="en-US" altLang="ko-KR" sz="1400" b="0" i="0" dirty="0"/>
              <a:t>, 100);</a:t>
            </a:r>
          </a:p>
          <a:p>
            <a:pPr marL="0" indent="0">
              <a:buNone/>
            </a:pPr>
            <a:r>
              <a:rPr lang="en-US" altLang="ko-KR" sz="1400" b="0" i="0" dirty="0"/>
              <a:t>    return </a:t>
            </a:r>
            <a:r>
              <a:rPr lang="en-US" altLang="ko-KR" sz="1400" b="0" i="0" dirty="0" err="1"/>
              <a:t>len</a:t>
            </a:r>
            <a:r>
              <a:rPr lang="en-US" altLang="ko-KR" sz="1400" b="0" i="0" dirty="0"/>
              <a:t>;</a:t>
            </a:r>
          </a:p>
          <a:p>
            <a:pPr marL="0" indent="0">
              <a:buNone/>
            </a:pPr>
            <a:r>
              <a:rPr lang="en-US" altLang="ko-KR" sz="1400" b="0" i="0" dirty="0"/>
              <a:t>}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r>
              <a:rPr lang="en-US" altLang="ko-KR" b="0" i="0" kern="0" dirty="0"/>
              <a:t>BNO055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slave address</a:t>
            </a:r>
            <a:r>
              <a:rPr lang="ko-KR" altLang="en-US" b="0" i="0" kern="0" dirty="0"/>
              <a:t>는 </a:t>
            </a:r>
            <a:r>
              <a:rPr lang="en-US" altLang="ko-KR" b="0" i="0" kern="0" dirty="0"/>
              <a:t>0x28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 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 ─────────────────────────────────────────────</a:t>
            </a:r>
          </a:p>
          <a:p>
            <a:pPr marL="0" indent="0">
              <a:buNone/>
            </a:pPr>
            <a:r>
              <a:rPr lang="en-US" altLang="ko-KR" sz="1400" b="0" i="0" dirty="0"/>
              <a:t> * I2C </a:t>
            </a:r>
            <a:r>
              <a:rPr lang="ko-KR" altLang="en-US" sz="1400" b="0" i="0" dirty="0"/>
              <a:t>주소</a:t>
            </a:r>
          </a:p>
          <a:p>
            <a:pPr marL="0" indent="0">
              <a:buNone/>
            </a:pPr>
            <a:r>
              <a:rPr lang="ko-KR" altLang="en-US" sz="1400" b="0" i="0" dirty="0"/>
              <a:t> * </a:t>
            </a:r>
            <a:r>
              <a:rPr lang="en-US" altLang="ko-KR" sz="1400" b="0" i="0" dirty="0"/>
              <a:t>COM3 </a:t>
            </a:r>
            <a:r>
              <a:rPr lang="ko-KR" altLang="en-US" sz="1400" b="0" i="0" dirty="0"/>
              <a:t>핀 </a:t>
            </a:r>
            <a:r>
              <a:rPr lang="en-US" altLang="ko-KR" sz="1400" b="0" i="0" dirty="0"/>
              <a:t>High → 0x29 (default)</a:t>
            </a:r>
          </a:p>
          <a:p>
            <a:pPr marL="0" indent="0">
              <a:buNone/>
            </a:pPr>
            <a:r>
              <a:rPr lang="en-US" altLang="ko-KR" sz="1400" b="0" i="0" dirty="0"/>
              <a:t> * COM3 </a:t>
            </a:r>
            <a:r>
              <a:rPr lang="ko-KR" altLang="en-US" sz="1400" b="0" i="0" dirty="0"/>
              <a:t>핀 </a:t>
            </a:r>
            <a:r>
              <a:rPr lang="en-US" altLang="ko-KR" sz="1400" b="0" i="0" dirty="0"/>
              <a:t>Low  → 0x28</a:t>
            </a:r>
          </a:p>
          <a:p>
            <a:pPr marL="0" indent="0">
              <a:buNone/>
            </a:pPr>
            <a:r>
              <a:rPr lang="en-US" altLang="ko-KR" sz="1400" b="0" i="0" dirty="0"/>
              <a:t> * ─────────────────────────────────────────────*/</a:t>
            </a:r>
          </a:p>
          <a:p>
            <a:pPr marL="0" indent="0">
              <a:buNone/>
            </a:pPr>
            <a:r>
              <a:rPr lang="en-US" altLang="ko-KR" sz="1400" b="0" i="0" dirty="0"/>
              <a:t>#define BNO055_I2C_ADDR_HIGH    (0x29 &lt;&lt; 1)   /* COM3 = HIGH (default) */</a:t>
            </a:r>
          </a:p>
          <a:p>
            <a:pPr marL="0" indent="0">
              <a:buNone/>
            </a:pPr>
            <a:r>
              <a:rPr lang="en-US" altLang="ko-KR" sz="1400" i="0" dirty="0"/>
              <a:t>#define BNO055_I2C_ADDR_LOW     (0x28 &lt;&lt; 1)   /* COM3 = LOW            */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2D50C-D7A0-9A88-40BE-A0AE98C2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B29AF-9FE0-215A-FB98-3AF78C6C4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0C4C-A309-861B-8620-90E9AB953EE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초기화시에 </a:t>
            </a:r>
            <a:r>
              <a:rPr lang="en-US" altLang="ko-KR" b="0" i="0" kern="0" dirty="0"/>
              <a:t>Software Reset</a:t>
            </a:r>
            <a:r>
              <a:rPr lang="ko-KR" altLang="en-US" b="0" i="0" kern="0" dirty="0"/>
              <a:t>를 한다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BNO055_Status_t BNO055_Init(BNO055_Handle_t *</a:t>
            </a:r>
            <a:r>
              <a:rPr lang="en-US" altLang="ko-KR" sz="1200" b="0" i="0" dirty="0" err="1"/>
              <a:t>hbno</a:t>
            </a:r>
            <a:r>
              <a:rPr lang="en-US" altLang="ko-KR" sz="1200" b="0" i="0" dirty="0"/>
              <a:t>,</a:t>
            </a:r>
          </a:p>
          <a:p>
            <a:pPr marL="0" indent="0">
              <a:buNone/>
            </a:pPr>
            <a:r>
              <a:rPr lang="en-US" altLang="ko-KR" sz="1200" b="0" i="0" dirty="0"/>
              <a:t>                             I2C_HandleTypeDef *hi2c,</a:t>
            </a:r>
          </a:p>
          <a:p>
            <a:pPr marL="0" indent="0">
              <a:buNone/>
            </a:pPr>
            <a:r>
              <a:rPr lang="en-US" altLang="ko-KR" sz="1200" b="0" i="0" dirty="0"/>
              <a:t>                             uint8_t i2c_addr,</a:t>
            </a:r>
          </a:p>
          <a:p>
            <a:pPr marL="0" indent="0">
              <a:buNone/>
            </a:pPr>
            <a:r>
              <a:rPr lang="en-US" altLang="ko-KR" sz="1200" b="0" i="0" dirty="0"/>
              <a:t>                             bool </a:t>
            </a:r>
            <a:r>
              <a:rPr lang="en-US" altLang="ko-KR" sz="1200" b="0" i="0" dirty="0" err="1"/>
              <a:t>use_ext_crystal</a:t>
            </a:r>
            <a:r>
              <a:rPr lang="en-US" altLang="ko-KR" sz="1200" b="0" i="0" dirty="0"/>
              <a:t>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BNO055_Status_t ret;</a:t>
            </a:r>
          </a:p>
          <a:p>
            <a:pPr marL="0" indent="0">
              <a:buNone/>
            </a:pPr>
            <a:r>
              <a:rPr lang="en-US" altLang="ko-KR" sz="1200" b="0" i="0" dirty="0"/>
              <a:t>    uint8_t </a:t>
            </a:r>
            <a:r>
              <a:rPr lang="en-US" altLang="ko-KR" sz="1200" b="0" i="0" dirty="0" err="1"/>
              <a:t>chip_id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/* ── CHIP_ID </a:t>
            </a:r>
            <a:r>
              <a:rPr lang="ko-KR" altLang="en-US" sz="1200" b="0" i="0" dirty="0"/>
              <a:t>확인 </a:t>
            </a:r>
            <a:r>
              <a:rPr lang="en-US" altLang="ko-KR" sz="1200" b="0" i="0" dirty="0"/>
              <a:t>(0xA0 </a:t>
            </a:r>
            <a:r>
              <a:rPr lang="ko-KR" altLang="en-US" sz="1200" b="0" i="0" dirty="0"/>
              <a:t>고정</a:t>
            </a:r>
            <a:r>
              <a:rPr lang="en-US" altLang="ko-KR" sz="1200" b="0" i="0" dirty="0"/>
              <a:t>) ── */</a:t>
            </a:r>
          </a:p>
          <a:p>
            <a:pPr marL="0" indent="0">
              <a:buNone/>
            </a:pPr>
            <a:r>
              <a:rPr lang="en-US" altLang="ko-KR" sz="1200" b="0" i="0" dirty="0"/>
              <a:t>    ret = </a:t>
            </a:r>
            <a:r>
              <a:rPr lang="en-US" altLang="ko-KR" sz="1200" b="0" i="0" dirty="0" err="1"/>
              <a:t>bno_read_reg</a:t>
            </a:r>
            <a:r>
              <a:rPr lang="en-US" altLang="ko-KR" sz="1200" b="0" i="0" dirty="0"/>
              <a:t>(</a:t>
            </a:r>
            <a:r>
              <a:rPr lang="en-US" altLang="ko-KR" sz="1200" b="0" i="0" dirty="0" err="1"/>
              <a:t>hbno</a:t>
            </a:r>
            <a:r>
              <a:rPr lang="en-US" altLang="ko-KR" sz="1200" b="0" i="0" dirty="0"/>
              <a:t>, BNO055_CHIP_ID_REG, &amp;</a:t>
            </a:r>
            <a:r>
              <a:rPr lang="en-US" altLang="ko-KR" sz="1200" b="0" i="0" dirty="0" err="1"/>
              <a:t>chip_id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/* ── </a:t>
            </a:r>
            <a:r>
              <a:rPr lang="ko-KR" altLang="en-US" sz="1200" b="0" i="0" dirty="0"/>
              <a:t>소프트웨어 리셋 ── *</a:t>
            </a:r>
            <a:r>
              <a:rPr lang="en-US" altLang="ko-KR" sz="1200" b="0" i="0" dirty="0"/>
              <a:t>/</a:t>
            </a:r>
          </a:p>
          <a:p>
            <a:pPr marL="0" indent="0">
              <a:buNone/>
            </a:pPr>
            <a:r>
              <a:rPr lang="en-US" altLang="ko-KR" sz="1200" b="0" i="0" dirty="0"/>
              <a:t>    ret = BNO055_Reset(</a:t>
            </a:r>
            <a:r>
              <a:rPr lang="en-US" altLang="ko-KR" sz="1200" b="0" i="0" dirty="0" err="1"/>
              <a:t>hbno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/* ── CONFIG </a:t>
            </a:r>
            <a:r>
              <a:rPr lang="ko-KR" altLang="en-US" sz="1200" b="0" i="0" dirty="0"/>
              <a:t>모드 진입 확인 ── *</a:t>
            </a:r>
            <a:r>
              <a:rPr lang="en-US" altLang="ko-KR" sz="1200" b="0" i="0" dirty="0"/>
              <a:t>/</a:t>
            </a:r>
          </a:p>
          <a:p>
            <a:pPr marL="0" indent="0">
              <a:buNone/>
            </a:pPr>
            <a:r>
              <a:rPr lang="en-US" altLang="ko-KR" sz="1200" b="0" i="0" dirty="0"/>
              <a:t>    ret = </a:t>
            </a:r>
            <a:r>
              <a:rPr lang="en-US" altLang="ko-KR" sz="1200" b="0" i="0" dirty="0" err="1"/>
              <a:t>bno_set_mode_internal</a:t>
            </a:r>
            <a:r>
              <a:rPr lang="en-US" altLang="ko-KR" sz="1200" b="0" i="0" dirty="0"/>
              <a:t>(</a:t>
            </a:r>
            <a:r>
              <a:rPr lang="en-US" altLang="ko-KR" sz="1200" b="0" i="0" dirty="0" err="1"/>
              <a:t>hbno</a:t>
            </a:r>
            <a:r>
              <a:rPr lang="en-US" altLang="ko-KR" sz="1200" b="0" i="0" dirty="0"/>
              <a:t>, BNO055_MODE_CONFIG);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/* ── </a:t>
            </a:r>
            <a:r>
              <a:rPr lang="ko-KR" altLang="en-US" sz="1200" b="0" i="0" dirty="0"/>
              <a:t>전원 모드</a:t>
            </a:r>
            <a:r>
              <a:rPr lang="en-US" altLang="ko-KR" sz="1200" b="0" i="0" dirty="0"/>
              <a:t>: Normal ── */</a:t>
            </a:r>
          </a:p>
          <a:p>
            <a:pPr marL="0" indent="0">
              <a:buNone/>
            </a:pPr>
            <a:r>
              <a:rPr lang="en-US" altLang="ko-KR" sz="1200" b="0" i="0" dirty="0"/>
              <a:t>    ret = </a:t>
            </a:r>
            <a:r>
              <a:rPr lang="en-US" altLang="ko-KR" sz="1200" b="0" i="0" dirty="0" err="1"/>
              <a:t>bno_write_reg</a:t>
            </a:r>
            <a:r>
              <a:rPr lang="en-US" altLang="ko-KR" sz="1200" b="0" i="0" dirty="0"/>
              <a:t>(</a:t>
            </a:r>
            <a:r>
              <a:rPr lang="en-US" altLang="ko-KR" sz="1200" b="0" i="0" dirty="0" err="1"/>
              <a:t>hbno</a:t>
            </a:r>
            <a:r>
              <a:rPr lang="en-US" altLang="ko-KR" sz="1200" b="0" i="0" dirty="0"/>
              <a:t>, BNO055_PWR_MODE_REG, BNO055_POWER_NORMAL);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/* ── </a:t>
            </a:r>
            <a:r>
              <a:rPr lang="ko-KR" altLang="en-US" sz="1200" b="0" i="0" dirty="0"/>
              <a:t>단위 설정</a:t>
            </a:r>
            <a:r>
              <a:rPr lang="en-US" altLang="ko-KR" sz="1200" b="0" i="0" dirty="0"/>
              <a:t>: m/s², </a:t>
            </a:r>
            <a:r>
              <a:rPr lang="en-US" altLang="ko-KR" sz="1200" b="0" i="0" dirty="0" err="1"/>
              <a:t>dps</a:t>
            </a:r>
            <a:r>
              <a:rPr lang="en-US" altLang="ko-KR" sz="1200" b="0" i="0" dirty="0"/>
              <a:t>, degree, °C, Windows </a:t>
            </a:r>
            <a:r>
              <a:rPr lang="ko-KR" altLang="en-US" sz="1200" b="0" i="0" dirty="0"/>
              <a:t>좌표계 ──</a:t>
            </a:r>
          </a:p>
          <a:p>
            <a:pPr marL="0" indent="0">
              <a:buNone/>
            </a:pPr>
            <a:r>
              <a:rPr lang="ko-KR" altLang="en-US" sz="1200" b="0" i="0" dirty="0"/>
              <a:t>       </a:t>
            </a:r>
            <a:r>
              <a:rPr lang="en-US" altLang="ko-KR" sz="1200" b="0" i="0" dirty="0"/>
              <a:t>UNIT_SEL[7]=0: Windows  [4]=0: °C</a:t>
            </a:r>
          </a:p>
          <a:p>
            <a:pPr marL="0" indent="0">
              <a:buNone/>
            </a:pPr>
            <a:r>
              <a:rPr lang="en-US" altLang="ko-KR" sz="1200" b="0" i="0" dirty="0"/>
              <a:t>       [2]=0: degree  [1]=0: </a:t>
            </a:r>
            <a:r>
              <a:rPr lang="en-US" altLang="ko-KR" sz="1200" b="0" i="0" dirty="0" err="1"/>
              <a:t>dps</a:t>
            </a:r>
            <a:r>
              <a:rPr lang="en-US" altLang="ko-KR" sz="1200" b="0" i="0" dirty="0"/>
              <a:t>  [0]=0: m/s²               */</a:t>
            </a:r>
          </a:p>
          <a:p>
            <a:pPr marL="0" indent="0">
              <a:buNone/>
            </a:pPr>
            <a:r>
              <a:rPr lang="en-US" altLang="ko-KR" sz="1200" b="0" i="0" dirty="0"/>
              <a:t>    ret = </a:t>
            </a:r>
            <a:r>
              <a:rPr lang="en-US" altLang="ko-KR" sz="1200" b="0" i="0" dirty="0" err="1"/>
              <a:t>bno_write_reg</a:t>
            </a:r>
            <a:r>
              <a:rPr lang="en-US" altLang="ko-KR" sz="1200" b="0" i="0" dirty="0"/>
              <a:t>(</a:t>
            </a:r>
            <a:r>
              <a:rPr lang="en-US" altLang="ko-KR" sz="1200" b="0" i="0" dirty="0" err="1"/>
              <a:t>hbno</a:t>
            </a:r>
            <a:r>
              <a:rPr lang="en-US" altLang="ko-KR" sz="1200" b="0" i="0" dirty="0"/>
              <a:t>, BNO055_UNIT_SEL_REG, 0x00);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/* ── NDOF </a:t>
            </a:r>
            <a:r>
              <a:rPr lang="ko-KR" altLang="en-US" sz="1200" b="0" i="0" dirty="0"/>
              <a:t>모드 진입 </a:t>
            </a:r>
            <a:r>
              <a:rPr lang="en-US" altLang="ko-KR" sz="1200" b="0" i="0" dirty="0"/>
              <a:t>(9</a:t>
            </a:r>
            <a:r>
              <a:rPr lang="ko-KR" altLang="en-US" sz="1200" b="0" i="0" dirty="0"/>
              <a:t>축 </a:t>
            </a:r>
            <a:r>
              <a:rPr lang="en-US" altLang="ko-KR" sz="1200" b="0" i="0" dirty="0"/>
              <a:t>Sensor Fusion) ── */</a:t>
            </a:r>
          </a:p>
          <a:p>
            <a:pPr marL="0" indent="0">
              <a:buNone/>
            </a:pPr>
            <a:r>
              <a:rPr lang="en-US" altLang="ko-KR" sz="1200" b="0" i="0" dirty="0"/>
              <a:t>    ret = </a:t>
            </a:r>
            <a:r>
              <a:rPr lang="en-US" altLang="ko-KR" sz="1200" b="0" i="0" dirty="0" err="1"/>
              <a:t>bno_set_mode_internal</a:t>
            </a:r>
            <a:r>
              <a:rPr lang="en-US" altLang="ko-KR" sz="1200" b="0" i="0" dirty="0"/>
              <a:t>(</a:t>
            </a:r>
            <a:r>
              <a:rPr lang="en-US" altLang="ko-KR" sz="1200" b="0" i="0" dirty="0" err="1"/>
              <a:t>hbno</a:t>
            </a:r>
            <a:r>
              <a:rPr lang="en-US" altLang="ko-KR" sz="1200" b="0" i="0" dirty="0"/>
              <a:t>, BNO055_MODE_NDOF);</a:t>
            </a:r>
          </a:p>
          <a:p>
            <a:pPr marL="0" indent="0">
              <a:buNone/>
            </a:pPr>
            <a:r>
              <a:rPr lang="en-US" altLang="ko-KR" sz="1200" b="0" i="0" dirty="0"/>
              <a:t>    if (ret != BNO055_OK) return ret;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return BNO055_OK;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9486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ED98D-EDA4-7C37-1524-A06ADCC58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BBAF7E-9763-8589-7D08-D8792DD8B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5CD07-F00A-9A75-A83D-366FC238ABC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1</a:t>
            </a:r>
            <a:r>
              <a:rPr lang="ko-KR" altLang="en-US" b="0" i="0" kern="0" dirty="0"/>
              <a:t>초 주기로 센서 데이터를 표시한다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While (1) {</a:t>
            </a:r>
          </a:p>
          <a:p>
            <a:pPr marL="0" indent="0">
              <a:buNone/>
            </a:pPr>
            <a:r>
              <a:rPr lang="en-US" altLang="ko-KR" sz="1200" b="0" i="0" dirty="0"/>
              <a:t>        /* </a:t>
            </a:r>
            <a:r>
              <a:rPr lang="ko-KR" altLang="en-US" sz="1200" b="0" i="0" dirty="0" err="1"/>
              <a:t>오일러각</a:t>
            </a:r>
            <a:r>
              <a:rPr lang="ko-KR" altLang="en-US" sz="1200" b="0" i="0" dirty="0"/>
              <a:t> </a:t>
            </a:r>
            <a:r>
              <a:rPr lang="en-US" altLang="ko-KR" sz="1200" b="0" i="0" dirty="0"/>
              <a:t>(Fusion </a:t>
            </a:r>
            <a:r>
              <a:rPr lang="ko-KR" altLang="en-US" sz="1200" b="0" i="0" dirty="0"/>
              <a:t>출력</a:t>
            </a:r>
            <a:r>
              <a:rPr lang="en-US" altLang="ko-KR" sz="1200" b="0" i="0" dirty="0"/>
              <a:t>) */</a:t>
            </a:r>
          </a:p>
          <a:p>
            <a:pPr marL="0" indent="0">
              <a:buNone/>
            </a:pPr>
            <a:r>
              <a:rPr lang="en-US" altLang="ko-KR" sz="1200" b="0" i="0" dirty="0"/>
              <a:t>        if (BNO055_GetEuler(&amp;</a:t>
            </a:r>
            <a:r>
              <a:rPr lang="en-US" altLang="ko-KR" sz="1200" b="0" i="0" dirty="0" err="1"/>
              <a:t>bno</a:t>
            </a:r>
            <a:r>
              <a:rPr lang="en-US" altLang="ko-KR" sz="1200" b="0" i="0" dirty="0"/>
              <a:t>, &amp;</a:t>
            </a:r>
            <a:r>
              <a:rPr lang="en-US" altLang="ko-KR" sz="1200" b="0" i="0" dirty="0" err="1"/>
              <a:t>euler</a:t>
            </a:r>
            <a:r>
              <a:rPr lang="en-US" altLang="ko-KR" sz="1200" b="0" i="0" dirty="0"/>
              <a:t>) == BNO055_OK) {</a:t>
            </a:r>
          </a:p>
          <a:p>
            <a:pPr marL="0" indent="0">
              <a:buNone/>
            </a:pPr>
            <a:r>
              <a:rPr lang="en-US" altLang="ko-KR" sz="1200" b="0" i="0" dirty="0"/>
              <a:t>          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("Euler  | Heading=%6.2f  Roll=%6.2f  Pitch=%6.2f [deg]\r\n",</a:t>
            </a:r>
          </a:p>
          <a:p>
            <a:pPr marL="0" indent="0">
              <a:buNone/>
            </a:pPr>
            <a:r>
              <a:rPr lang="en-US" altLang="ko-KR" sz="1200" b="0" i="0" dirty="0"/>
              <a:t>                   (double)</a:t>
            </a:r>
            <a:r>
              <a:rPr lang="en-US" altLang="ko-KR" sz="1200" b="0" i="0" dirty="0" err="1"/>
              <a:t>euler.heading</a:t>
            </a:r>
            <a:r>
              <a:rPr lang="en-US" altLang="ko-KR" sz="1200" b="0" i="0" dirty="0"/>
              <a:t>, (double)</a:t>
            </a:r>
            <a:r>
              <a:rPr lang="en-US" altLang="ko-KR" sz="1200" b="0" i="0" dirty="0" err="1"/>
              <a:t>euler.roll</a:t>
            </a:r>
            <a:r>
              <a:rPr lang="en-US" altLang="ko-KR" sz="1200" b="0" i="0" dirty="0"/>
              <a:t>, (double)</a:t>
            </a:r>
            <a:r>
              <a:rPr lang="en-US" altLang="ko-KR" sz="1200" b="0" i="0" dirty="0" err="1"/>
              <a:t>euler.pitch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  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    /* </a:t>
            </a:r>
            <a:r>
              <a:rPr lang="ko-KR" altLang="en-US" sz="1200" b="0" i="0" dirty="0" err="1"/>
              <a:t>쿼터니언</a:t>
            </a:r>
            <a:r>
              <a:rPr lang="ko-KR" altLang="en-US" sz="1200" b="0" i="0" dirty="0"/>
              <a:t> </a:t>
            </a:r>
            <a:r>
              <a:rPr lang="en-US" altLang="ko-KR" sz="1200" b="0" i="0" dirty="0"/>
              <a:t>(Fusion </a:t>
            </a:r>
            <a:r>
              <a:rPr lang="ko-KR" altLang="en-US" sz="1200" b="0" i="0" dirty="0"/>
              <a:t>출력</a:t>
            </a:r>
            <a:r>
              <a:rPr lang="en-US" altLang="ko-KR" sz="1200" b="0" i="0" dirty="0"/>
              <a:t>) */</a:t>
            </a:r>
          </a:p>
          <a:p>
            <a:pPr marL="0" indent="0">
              <a:buNone/>
            </a:pPr>
            <a:r>
              <a:rPr lang="en-US" altLang="ko-KR" sz="1200" b="0" i="0" dirty="0"/>
              <a:t>        if (BNO055_GetQuaternion(&amp;</a:t>
            </a:r>
            <a:r>
              <a:rPr lang="en-US" altLang="ko-KR" sz="1200" b="0" i="0" dirty="0" err="1"/>
              <a:t>bno</a:t>
            </a:r>
            <a:r>
              <a:rPr lang="en-US" altLang="ko-KR" sz="1200" b="0" i="0" dirty="0"/>
              <a:t>, &amp;quat) == BNO055_OK) {</a:t>
            </a:r>
          </a:p>
          <a:p>
            <a:pPr marL="0" indent="0">
              <a:buNone/>
            </a:pPr>
            <a:r>
              <a:rPr lang="en-US" altLang="ko-KR" sz="1200" b="0" i="0" dirty="0"/>
              <a:t>          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("Quat   | W=%6.4f  X=%6.4f  Y=%6.4f  Z=%6.4f\r\n", (double)</a:t>
            </a:r>
            <a:r>
              <a:rPr lang="en-US" altLang="ko-KR" sz="1200" b="0" i="0" dirty="0" err="1"/>
              <a:t>quat.w</a:t>
            </a:r>
            <a:r>
              <a:rPr lang="en-US" altLang="ko-KR" sz="1200" b="0" i="0" dirty="0"/>
              <a:t>, (double)</a:t>
            </a:r>
            <a:r>
              <a:rPr lang="en-US" altLang="ko-KR" sz="1200" b="0" i="0" dirty="0" err="1"/>
              <a:t>quat.x</a:t>
            </a:r>
            <a:r>
              <a:rPr lang="en-US" altLang="ko-KR" sz="1200" b="0" i="0" dirty="0"/>
              <a:t>, (double)</a:t>
            </a:r>
            <a:r>
              <a:rPr lang="en-US" altLang="ko-KR" sz="1200" b="0" i="0" dirty="0" err="1"/>
              <a:t>quat.y</a:t>
            </a:r>
            <a:r>
              <a:rPr lang="en-US" altLang="ko-KR" sz="1200" b="0" i="0" dirty="0"/>
              <a:t>, (double)</a:t>
            </a:r>
            <a:r>
              <a:rPr lang="en-US" altLang="ko-KR" sz="1200" b="0" i="0" dirty="0" err="1"/>
              <a:t>quat.z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  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    /* </a:t>
            </a:r>
            <a:r>
              <a:rPr lang="ko-KR" altLang="en-US" sz="1200" b="0" i="0" dirty="0"/>
              <a:t>가속도 </a:t>
            </a:r>
            <a:r>
              <a:rPr lang="en-US" altLang="ko-KR" sz="1200" b="0" i="0" dirty="0"/>
              <a:t>(</a:t>
            </a:r>
            <a:r>
              <a:rPr lang="ko-KR" altLang="en-US" sz="1200" b="0" i="0" dirty="0"/>
              <a:t>중력 포함</a:t>
            </a:r>
            <a:r>
              <a:rPr lang="en-US" altLang="ko-KR" sz="1200" b="0" i="0" dirty="0"/>
              <a:t>) */</a:t>
            </a:r>
          </a:p>
          <a:p>
            <a:pPr marL="0" indent="0">
              <a:buNone/>
            </a:pPr>
            <a:r>
              <a:rPr lang="en-US" altLang="ko-KR" sz="1200" b="0" i="0" dirty="0"/>
              <a:t>        if (BNO055_GetAccel(&amp;</a:t>
            </a:r>
            <a:r>
              <a:rPr lang="en-US" altLang="ko-KR" sz="1200" b="0" i="0" dirty="0" err="1"/>
              <a:t>bno</a:t>
            </a:r>
            <a:r>
              <a:rPr lang="en-US" altLang="ko-KR" sz="1200" b="0" i="0" dirty="0"/>
              <a:t>, &amp;accel) == BNO055_OK) {</a:t>
            </a:r>
          </a:p>
          <a:p>
            <a:pPr marL="0" indent="0">
              <a:buNone/>
            </a:pPr>
            <a:r>
              <a:rPr lang="en-US" altLang="ko-KR" sz="1200" b="0" i="0" dirty="0"/>
              <a:t>          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("Accel  | X=%6.2f  Y=%6.2f  Z=%6.2f [m/s²]\r\n",   (double)</a:t>
            </a:r>
            <a:r>
              <a:rPr lang="en-US" altLang="ko-KR" sz="1200" b="0" i="0" dirty="0" err="1"/>
              <a:t>accel.x</a:t>
            </a:r>
            <a:r>
              <a:rPr lang="en-US" altLang="ko-KR" sz="1200" b="0" i="0" dirty="0"/>
              <a:t>, (double)</a:t>
            </a:r>
            <a:r>
              <a:rPr lang="en-US" altLang="ko-KR" sz="1200" b="0" i="0" dirty="0" err="1"/>
              <a:t>accel.y</a:t>
            </a:r>
            <a:r>
              <a:rPr lang="en-US" altLang="ko-KR" sz="1200" b="0" i="0" dirty="0"/>
              <a:t>, (double)</a:t>
            </a:r>
            <a:r>
              <a:rPr lang="en-US" altLang="ko-KR" sz="1200" b="0" i="0" dirty="0" err="1"/>
              <a:t>accel.z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  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    /* </a:t>
            </a:r>
            <a:r>
              <a:rPr lang="ko-KR" altLang="en-US" sz="1200" b="0" i="0" dirty="0" err="1"/>
              <a:t>자이로</a:t>
            </a:r>
            <a:r>
              <a:rPr lang="ko-KR" altLang="en-US" sz="1200" b="0" i="0" dirty="0"/>
              <a:t> *</a:t>
            </a:r>
            <a:r>
              <a:rPr lang="en-US" altLang="ko-KR" sz="1200" b="0" i="0" dirty="0"/>
              <a:t>/</a:t>
            </a:r>
          </a:p>
          <a:p>
            <a:pPr marL="0" indent="0">
              <a:buNone/>
            </a:pPr>
            <a:r>
              <a:rPr lang="en-US" altLang="ko-KR" sz="1200" b="0" i="0" dirty="0"/>
              <a:t>        if (BNO055_GetGyro(&amp;</a:t>
            </a:r>
            <a:r>
              <a:rPr lang="en-US" altLang="ko-KR" sz="1200" b="0" i="0" dirty="0" err="1"/>
              <a:t>bno</a:t>
            </a:r>
            <a:r>
              <a:rPr lang="en-US" altLang="ko-KR" sz="1200" b="0" i="0" dirty="0"/>
              <a:t>, &amp;gyro) == BNO055_OK) {</a:t>
            </a:r>
          </a:p>
          <a:p>
            <a:pPr marL="0" indent="0">
              <a:buNone/>
            </a:pPr>
            <a:r>
              <a:rPr lang="en-US" altLang="ko-KR" sz="1200" b="0" i="0" dirty="0"/>
              <a:t>          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("Gyro   | X=%7.2f  Y=%7.2f  Z=%7.2f [</a:t>
            </a:r>
            <a:r>
              <a:rPr lang="en-US" altLang="ko-KR" sz="1200" b="0" i="0" dirty="0" err="1"/>
              <a:t>dps</a:t>
            </a:r>
            <a:r>
              <a:rPr lang="en-US" altLang="ko-KR" sz="1200" b="0" i="0" dirty="0"/>
              <a:t>]\r\n",  (double)</a:t>
            </a:r>
            <a:r>
              <a:rPr lang="en-US" altLang="ko-KR" sz="1200" b="0" i="0" dirty="0" err="1"/>
              <a:t>gyro.x</a:t>
            </a:r>
            <a:r>
              <a:rPr lang="en-US" altLang="ko-KR" sz="1200" b="0" i="0" dirty="0"/>
              <a:t>, (double)</a:t>
            </a:r>
            <a:r>
              <a:rPr lang="en-US" altLang="ko-KR" sz="1200" b="0" i="0" dirty="0" err="1"/>
              <a:t>gyro.y</a:t>
            </a:r>
            <a:r>
              <a:rPr lang="en-US" altLang="ko-KR" sz="1200" b="0" i="0" dirty="0"/>
              <a:t>, (double)</a:t>
            </a:r>
            <a:r>
              <a:rPr lang="en-US" altLang="ko-KR" sz="1200" b="0" i="0" dirty="0" err="1"/>
              <a:t>gyro.z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  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    /* </a:t>
            </a:r>
            <a:r>
              <a:rPr lang="ko-KR" altLang="en-US" sz="1200" b="0" i="0" dirty="0"/>
              <a:t>선형가속도 </a:t>
            </a:r>
            <a:r>
              <a:rPr lang="en-US" altLang="ko-KR" sz="1200" b="0" i="0" dirty="0"/>
              <a:t>(</a:t>
            </a:r>
            <a:r>
              <a:rPr lang="ko-KR" altLang="en-US" sz="1200" b="0" i="0" dirty="0"/>
              <a:t>중력 제거</a:t>
            </a:r>
            <a:r>
              <a:rPr lang="en-US" altLang="ko-KR" sz="1200" b="0" i="0" dirty="0"/>
              <a:t>, Fusion </a:t>
            </a:r>
            <a:r>
              <a:rPr lang="ko-KR" altLang="en-US" sz="1200" b="0" i="0" dirty="0"/>
              <a:t>출력</a:t>
            </a:r>
            <a:r>
              <a:rPr lang="en-US" altLang="ko-KR" sz="1200" b="0" i="0" dirty="0"/>
              <a:t>) */</a:t>
            </a:r>
          </a:p>
          <a:p>
            <a:pPr marL="0" indent="0">
              <a:buNone/>
            </a:pPr>
            <a:r>
              <a:rPr lang="en-US" altLang="ko-KR" sz="1200" b="0" i="0" dirty="0"/>
              <a:t>        if (BNO055_GetLinearAccel(&amp;</a:t>
            </a:r>
            <a:r>
              <a:rPr lang="en-US" altLang="ko-KR" sz="1200" b="0" i="0" dirty="0" err="1"/>
              <a:t>bno</a:t>
            </a:r>
            <a:r>
              <a:rPr lang="en-US" altLang="ko-KR" sz="1200" b="0" i="0" dirty="0"/>
              <a:t>, &amp;</a:t>
            </a:r>
            <a:r>
              <a:rPr lang="en-US" altLang="ko-KR" sz="1200" b="0" i="0" dirty="0" err="1"/>
              <a:t>lia</a:t>
            </a:r>
            <a:r>
              <a:rPr lang="en-US" altLang="ko-KR" sz="1200" b="0" i="0" dirty="0"/>
              <a:t>) == BNO055_OK) {</a:t>
            </a:r>
          </a:p>
          <a:p>
            <a:pPr marL="0" indent="0">
              <a:buNone/>
            </a:pPr>
            <a:r>
              <a:rPr lang="en-US" altLang="ko-KR" sz="1200" b="0" i="0" dirty="0"/>
              <a:t>          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</a:t>
            </a:r>
            <a:r>
              <a:rPr lang="en-US" altLang="ko-KR" sz="1200" b="0" i="0" dirty="0" err="1"/>
              <a:t>LinAcc</a:t>
            </a:r>
            <a:r>
              <a:rPr lang="en-US" altLang="ko-KR" sz="1200" b="0" i="0" dirty="0"/>
              <a:t> | X=%6.2f  Y=%6.2f  Z=%6.2f [m/s²]\r\n",  (double)</a:t>
            </a:r>
            <a:r>
              <a:rPr lang="en-US" altLang="ko-KR" sz="1200" b="0" i="0" dirty="0" err="1"/>
              <a:t>lia.x</a:t>
            </a:r>
            <a:r>
              <a:rPr lang="en-US" altLang="ko-KR" sz="1200" b="0" i="0" dirty="0"/>
              <a:t>, (double)</a:t>
            </a:r>
            <a:r>
              <a:rPr lang="en-US" altLang="ko-KR" sz="1200" b="0" i="0" dirty="0" err="1"/>
              <a:t>lia.y</a:t>
            </a:r>
            <a:r>
              <a:rPr lang="en-US" altLang="ko-KR" sz="1200" b="0" i="0" dirty="0"/>
              <a:t>, (double)</a:t>
            </a:r>
            <a:r>
              <a:rPr lang="en-US" altLang="ko-KR" sz="1200" b="0" i="0" dirty="0" err="1"/>
              <a:t>lia.z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  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    /* </a:t>
            </a:r>
            <a:r>
              <a:rPr lang="ko-KR" altLang="en-US" sz="1200" b="0" i="0" dirty="0"/>
              <a:t>온도 *</a:t>
            </a:r>
            <a:r>
              <a:rPr lang="en-US" altLang="ko-KR" sz="1200" b="0" i="0" dirty="0"/>
              <a:t>/</a:t>
            </a:r>
          </a:p>
          <a:p>
            <a:pPr marL="0" indent="0">
              <a:buNone/>
            </a:pPr>
            <a:r>
              <a:rPr lang="en-US" altLang="ko-KR" sz="1200" b="0" i="0" dirty="0"/>
              <a:t>        if (BNO055_GetTemperature(&amp;</a:t>
            </a:r>
            <a:r>
              <a:rPr lang="en-US" altLang="ko-KR" sz="1200" b="0" i="0" dirty="0" err="1"/>
              <a:t>bno</a:t>
            </a:r>
            <a:r>
              <a:rPr lang="en-US" altLang="ko-KR" sz="1200" b="0" i="0" dirty="0"/>
              <a:t>, &amp;temp) == BNO055_OK) {</a:t>
            </a:r>
          </a:p>
          <a:p>
            <a:pPr marL="0" indent="0">
              <a:buNone/>
            </a:pPr>
            <a:r>
              <a:rPr lang="en-US" altLang="ko-KR" sz="1200" b="0" i="0" dirty="0"/>
              <a:t>          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("Temp   | %d [°C]\r\n", temp);</a:t>
            </a:r>
          </a:p>
          <a:p>
            <a:pPr marL="0" indent="0">
              <a:buNone/>
            </a:pPr>
            <a:r>
              <a:rPr lang="en-US" altLang="ko-KR" sz="1200" b="0" i="0" dirty="0"/>
              <a:t>    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  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(1000);  /* 1 Hz </a:t>
            </a:r>
            <a:r>
              <a:rPr lang="ko-KR" altLang="en-US" sz="1200" b="0" i="0" dirty="0"/>
              <a:t>출력 *</a:t>
            </a:r>
            <a:r>
              <a:rPr lang="en-US" altLang="ko-KR" sz="1200" b="0" i="0" dirty="0"/>
              <a:t>/</a:t>
            </a:r>
          </a:p>
          <a:p>
            <a:pPr marL="0" indent="0">
              <a:buNone/>
            </a:pPr>
            <a:r>
              <a:rPr lang="en-US" altLang="ko-KR" sz="1200" b="0" i="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492011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38E2A-ECBE-73F7-2864-2D1034A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200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57283-11C0-814B-21EC-6834EEF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27237"/>
            <a:ext cx="2733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BA2E9-26EE-DE85-6191-BC721F2D4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3D7F7-801F-3E37-DA22-5DD3C8C21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ko-KR" altLang="en-US" dirty="0"/>
              <a:t>축 센서 연결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8C8A6-D6D4-5115-BB65-E19E0BE4E26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CS-BNO055 </a:t>
            </a:r>
            <a:r>
              <a:rPr lang="ko-KR" altLang="en-US" b="0" i="0" kern="0" dirty="0"/>
              <a:t>센서 보드를 </a:t>
            </a:r>
            <a:r>
              <a:rPr lang="en-US" altLang="ko-KR" b="0" i="0" kern="0" dirty="0"/>
              <a:t>Mango-M32F4 </a:t>
            </a:r>
            <a:r>
              <a:rPr lang="ko-KR" altLang="en-US" b="0" i="0" kern="0" dirty="0"/>
              <a:t>보드의 </a:t>
            </a:r>
            <a:r>
              <a:rPr lang="en-US" altLang="ko-KR" b="0" i="0" kern="0" dirty="0"/>
              <a:t>J4 </a:t>
            </a:r>
            <a:r>
              <a:rPr lang="ko-KR" altLang="en-US" b="0" i="0" kern="0" dirty="0"/>
              <a:t>혹은 </a:t>
            </a:r>
            <a:r>
              <a:rPr lang="en-US" altLang="ko-KR" b="0" i="0" kern="0" dirty="0"/>
              <a:t>J5</a:t>
            </a:r>
            <a:r>
              <a:rPr lang="ko-KR" altLang="en-US" b="0" i="0" kern="0" dirty="0"/>
              <a:t>에 </a:t>
            </a:r>
            <a:r>
              <a:rPr lang="en-US" altLang="ko-KR" b="0" i="0" kern="0" dirty="0"/>
              <a:t>8</a:t>
            </a:r>
            <a:r>
              <a:rPr lang="ko-KR" altLang="en-US" b="0" i="0" kern="0" dirty="0"/>
              <a:t>핀 커넥터를 이용하여 연결한다</a:t>
            </a:r>
            <a:r>
              <a:rPr lang="en-US" altLang="ko-KR" b="0" i="0" kern="0" dirty="0"/>
              <a:t>. 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B15E5D-3A98-E95A-5948-303EFD739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556792"/>
            <a:ext cx="6264696" cy="469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753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9</a:t>
            </a:r>
            <a:r>
              <a:rPr lang="ko-KR" altLang="en-US" b="0" i="0" kern="0" dirty="0"/>
              <a:t>축 센서 데이터가 정상적으로 읽힘</a:t>
            </a:r>
            <a:r>
              <a:rPr lang="en-US" altLang="ko-KR" b="0" i="0" kern="0" dirty="0"/>
              <a:t>.</a:t>
            </a:r>
            <a:r>
              <a:rPr lang="ko-KR" altLang="en-US" b="0" i="0" kern="0" dirty="0"/>
              <a:t> 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7EFD2FE-4511-7F38-DE45-C0FC39718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412776"/>
            <a:ext cx="5472609" cy="393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21851</TotalTime>
  <Words>1357</Words>
  <Application>Microsoft Office PowerPoint</Application>
  <PresentationFormat>화면 슬라이드 쇼(4:3)</PresentationFormat>
  <Paragraphs>282</Paragraphs>
  <Slides>35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3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BNO055 – 9축 센서 실습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BIN 파일 생성 설정</vt:lpstr>
      <vt:lpstr>BIN 파일 생성 설정</vt:lpstr>
      <vt:lpstr>빌드 설정</vt:lpstr>
      <vt:lpstr>BNO055 데이터시트</vt:lpstr>
      <vt:lpstr>BNO055 데이터시트</vt:lpstr>
      <vt:lpstr>BNO055 데이터시트</vt:lpstr>
      <vt:lpstr>BNO055 데이터시트</vt:lpstr>
      <vt:lpstr>BNO055 데이터시트</vt:lpstr>
      <vt:lpstr>BNO055 데이터시트</vt:lpstr>
      <vt:lpstr>BNO055 데이터시트</vt:lpstr>
      <vt:lpstr>BNO055 데이터시트</vt:lpstr>
      <vt:lpstr>BNO055 데이터시트</vt:lpstr>
      <vt:lpstr>Code 수정 </vt:lpstr>
      <vt:lpstr>Code 수정</vt:lpstr>
      <vt:lpstr>Code 수정</vt:lpstr>
      <vt:lpstr>Build </vt:lpstr>
      <vt:lpstr>Build 결과물 </vt:lpstr>
      <vt:lpstr>BIN 다운로드 </vt:lpstr>
      <vt:lpstr>BIN 다운로드 </vt:lpstr>
      <vt:lpstr>BIN 다운로드 </vt:lpstr>
      <vt:lpstr>9축 센서 연결 </vt:lpstr>
      <vt:lpstr>실행결과 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911</cp:revision>
  <dcterms:created xsi:type="dcterms:W3CDTF">2006-02-08T03:00:46Z</dcterms:created>
  <dcterms:modified xsi:type="dcterms:W3CDTF">2026-06-18T01:14:20Z</dcterms:modified>
</cp:coreProperties>
</file>