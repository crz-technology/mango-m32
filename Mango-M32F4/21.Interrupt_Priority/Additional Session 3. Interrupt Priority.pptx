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308" r:id="rId2"/>
    <p:sldId id="309" r:id="rId3"/>
    <p:sldId id="312" r:id="rId4"/>
    <p:sldId id="313" r:id="rId5"/>
    <p:sldId id="314" r:id="rId6"/>
    <p:sldId id="316" r:id="rId7"/>
    <p:sldId id="323" r:id="rId8"/>
    <p:sldId id="317" r:id="rId9"/>
    <p:sldId id="324" r:id="rId10"/>
    <p:sldId id="325" r:id="rId11"/>
    <p:sldId id="326" r:id="rId12"/>
    <p:sldId id="319" r:id="rId13"/>
    <p:sldId id="318" r:id="rId14"/>
    <p:sldId id="320" r:id="rId15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112" d="100"/>
          <a:sy n="112" d="100"/>
        </p:scale>
        <p:origin x="1116" y="102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Interrupt Priority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Interrupt Priority </a:t>
            </a:r>
            <a:r>
              <a:rPr lang="ko-KR" altLang="en-US" dirty="0"/>
              <a:t>시험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Priority group</a:t>
            </a:r>
            <a:r>
              <a:rPr lang="ko-KR" altLang="en-US" dirty="0"/>
              <a:t>과 </a:t>
            </a:r>
            <a:r>
              <a:rPr lang="en-US" altLang="ko-KR" dirty="0"/>
              <a:t>Sub priority</a:t>
            </a:r>
            <a:r>
              <a:rPr lang="ko-KR" altLang="en-US" dirty="0"/>
              <a:t>에 대한 것을 </a:t>
            </a:r>
            <a:r>
              <a:rPr lang="en-US" altLang="ko-KR" dirty="0"/>
              <a:t>2</a:t>
            </a:r>
            <a:r>
              <a:rPr lang="ko-KR" altLang="en-US" dirty="0"/>
              <a:t>개의 예제를 통해서 확인</a:t>
            </a:r>
            <a:endParaRPr lang="en-US" altLang="ko-KR" dirty="0"/>
          </a:p>
          <a:p>
            <a:pPr lvl="1"/>
            <a:r>
              <a:rPr lang="en-US" altLang="ko-KR" dirty="0"/>
              <a:t>IntPriority1_PriorityGroup</a:t>
            </a:r>
          </a:p>
          <a:p>
            <a:pPr lvl="1"/>
            <a:r>
              <a:rPr lang="en-US" altLang="ko-KR" dirty="0"/>
              <a:t>IntPriority2_SubPriority</a:t>
            </a:r>
          </a:p>
          <a:p>
            <a:endParaRPr lang="en-US" altLang="ko-KR" dirty="0"/>
          </a:p>
          <a:p>
            <a:r>
              <a:rPr lang="en-US" altLang="ko-KR" dirty="0"/>
              <a:t>Cortex-M3</a:t>
            </a:r>
            <a:r>
              <a:rPr lang="ko-KR" altLang="en-US" dirty="0"/>
              <a:t>는 </a:t>
            </a:r>
            <a:r>
              <a:rPr lang="en-US" altLang="ko-KR" dirty="0"/>
              <a:t>ARM7, ARM9</a:t>
            </a:r>
            <a:r>
              <a:rPr lang="ko-KR" altLang="en-US" dirty="0"/>
              <a:t>에 비해 월등히 많은 수의 인터럽트 지원</a:t>
            </a:r>
            <a:endParaRPr lang="en-US" altLang="ko-KR" dirty="0"/>
          </a:p>
          <a:p>
            <a:pPr lvl="1"/>
            <a:r>
              <a:rPr lang="ko-KR" altLang="en-US" dirty="0"/>
              <a:t>시스템에서 지원하는 것과 외부 인터럽트를 포함해서 </a:t>
            </a:r>
            <a:r>
              <a:rPr lang="en-US" altLang="ko-KR" dirty="0"/>
              <a:t>256</a:t>
            </a:r>
            <a:r>
              <a:rPr lang="ko-KR" altLang="en-US" dirty="0"/>
              <a:t>개까지 사용 가능</a:t>
            </a:r>
            <a:endParaRPr lang="en-US" altLang="ko-KR" dirty="0"/>
          </a:p>
          <a:p>
            <a:pPr lvl="1"/>
            <a:r>
              <a:rPr lang="ko-KR" altLang="en-US" dirty="0"/>
              <a:t>또한 각각 </a:t>
            </a:r>
            <a:r>
              <a:rPr lang="ko-KR" altLang="en-US" b="1" u="sng" dirty="0">
                <a:solidFill>
                  <a:srgbClr val="C00000"/>
                </a:solidFill>
              </a:rPr>
              <a:t>따로 우선 순위를 지정할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많은 인터럽트가 우선 순위를 갖게 되면 </a:t>
            </a:r>
            <a:r>
              <a:rPr lang="en-US" altLang="ko-KR" dirty="0"/>
              <a:t>priority control</a:t>
            </a:r>
            <a:r>
              <a:rPr lang="ko-KR" altLang="en-US" dirty="0"/>
              <a:t>이 무척 복잡</a:t>
            </a:r>
            <a:endParaRPr lang="en-US" altLang="ko-KR" dirty="0"/>
          </a:p>
          <a:p>
            <a:pPr lvl="1"/>
            <a:r>
              <a:rPr lang="ko-KR" altLang="en-US" dirty="0"/>
              <a:t>그래서 </a:t>
            </a:r>
            <a:r>
              <a:rPr lang="en-US" altLang="ko-KR" dirty="0"/>
              <a:t>NVIC</a:t>
            </a:r>
            <a:r>
              <a:rPr lang="ko-KR" altLang="en-US" dirty="0"/>
              <a:t>는 </a:t>
            </a:r>
            <a:r>
              <a:rPr lang="en-US" altLang="ko-KR" b="1" u="sng" dirty="0">
                <a:solidFill>
                  <a:srgbClr val="C00000"/>
                </a:solidFill>
              </a:rPr>
              <a:t>priority grouping</a:t>
            </a:r>
            <a:r>
              <a:rPr lang="ko-KR" altLang="en-US" b="1" u="sng" dirty="0">
                <a:solidFill>
                  <a:srgbClr val="C00000"/>
                </a:solidFill>
              </a:rPr>
              <a:t>을 지원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group vs. Sub priority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pre-emption priority group</a:t>
            </a:r>
            <a:r>
              <a:rPr lang="ko-KR" altLang="en-US" dirty="0"/>
              <a:t>을 </a:t>
            </a:r>
            <a:r>
              <a:rPr lang="en-US" altLang="ko-KR" dirty="0"/>
              <a:t>group priority</a:t>
            </a:r>
            <a:r>
              <a:rPr lang="ko-KR" altLang="en-US" dirty="0"/>
              <a:t>로서 사용</a:t>
            </a:r>
            <a:endParaRPr lang="en-US" altLang="ko-KR" dirty="0"/>
          </a:p>
          <a:p>
            <a:pPr lvl="1"/>
            <a:r>
              <a:rPr lang="en-US" altLang="ko-KR" b="1" u="sng" dirty="0">
                <a:solidFill>
                  <a:srgbClr val="C00000"/>
                </a:solidFill>
              </a:rPr>
              <a:t>Pre-emption</a:t>
            </a:r>
            <a:r>
              <a:rPr lang="ko-KR" altLang="en-US" b="1" u="sng" dirty="0">
                <a:solidFill>
                  <a:srgbClr val="C00000"/>
                </a:solidFill>
              </a:rPr>
              <a:t>이 가능하다</a:t>
            </a:r>
            <a:r>
              <a:rPr lang="ko-KR" altLang="en-US" dirty="0"/>
              <a:t>는 것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어떤 인터럽트가 동작 중일 때 그보다 높은 </a:t>
            </a:r>
            <a:r>
              <a:rPr lang="en-US" altLang="ko-KR" dirty="0"/>
              <a:t>group priority</a:t>
            </a:r>
            <a:r>
              <a:rPr lang="ko-KR" altLang="en-US" dirty="0"/>
              <a:t>를 가진 </a:t>
            </a:r>
            <a:r>
              <a:rPr lang="en-US" altLang="ko-KR" dirty="0"/>
              <a:t>(</a:t>
            </a:r>
            <a:r>
              <a:rPr lang="ko-KR" altLang="en-US" dirty="0"/>
              <a:t>숫자는 낮은 값</a:t>
            </a:r>
            <a:r>
              <a:rPr lang="en-US" altLang="ko-KR" dirty="0"/>
              <a:t>) </a:t>
            </a:r>
            <a:r>
              <a:rPr lang="ko-KR" altLang="en-US" dirty="0"/>
              <a:t>인터럽트가 발생하게 되면 이전 인터럽트의 동작은 멈추고 새로 발생한 높은 </a:t>
            </a:r>
            <a:r>
              <a:rPr lang="en-US" altLang="ko-KR" dirty="0"/>
              <a:t>group priority</a:t>
            </a:r>
            <a:r>
              <a:rPr lang="ko-KR" altLang="en-US" dirty="0"/>
              <a:t>의 인터럽트가 동작하게 되는 것</a:t>
            </a:r>
            <a:endParaRPr lang="en-US" altLang="ko-KR" dirty="0"/>
          </a:p>
          <a:p>
            <a:r>
              <a:rPr lang="en-US" altLang="ko-KR" dirty="0"/>
              <a:t>Sub priority</a:t>
            </a:r>
            <a:r>
              <a:rPr lang="ko-KR" altLang="en-US" dirty="0"/>
              <a:t>는 </a:t>
            </a:r>
            <a:r>
              <a:rPr lang="en-US" altLang="ko-KR" dirty="0"/>
              <a:t>Pre-emption </a:t>
            </a:r>
            <a:r>
              <a:rPr lang="ko-KR" altLang="en-US" dirty="0"/>
              <a:t>불가능</a:t>
            </a:r>
            <a:endParaRPr lang="en-US" altLang="ko-KR" dirty="0"/>
          </a:p>
          <a:p>
            <a:pPr lvl="1"/>
            <a:r>
              <a:rPr lang="ko-KR" altLang="en-US" dirty="0"/>
              <a:t>새로 생긴 인터럽트가 같은 </a:t>
            </a:r>
            <a:r>
              <a:rPr lang="en-US" altLang="ko-KR" dirty="0"/>
              <a:t>group priority</a:t>
            </a:r>
            <a:r>
              <a:rPr lang="ko-KR" altLang="en-US" dirty="0"/>
              <a:t>를 가졌다면 지금 실행중인 인터럽트는 동작을 멈추지 않는다</a:t>
            </a:r>
            <a:r>
              <a:rPr lang="en-US" altLang="ko-KR" dirty="0"/>
              <a:t>. Sub priority</a:t>
            </a:r>
            <a:r>
              <a:rPr lang="ko-KR" altLang="en-US" dirty="0"/>
              <a:t>는 </a:t>
            </a:r>
            <a:r>
              <a:rPr lang="en-US" altLang="ko-KR" dirty="0"/>
              <a:t>Pre-emption</a:t>
            </a:r>
            <a:r>
              <a:rPr lang="ko-KR" altLang="en-US" dirty="0"/>
              <a:t>과는 무관하다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Sub priority</a:t>
            </a:r>
            <a:r>
              <a:rPr lang="ko-KR" altLang="en-US" dirty="0"/>
              <a:t> 용도</a:t>
            </a:r>
            <a:endParaRPr lang="en-US" altLang="ko-KR" dirty="0"/>
          </a:p>
          <a:p>
            <a:pPr lvl="1"/>
            <a:r>
              <a:rPr lang="ko-KR" altLang="en-US" dirty="0"/>
              <a:t>만약 높은 </a:t>
            </a:r>
            <a:r>
              <a:rPr lang="en-US" altLang="ko-KR" dirty="0"/>
              <a:t>priority</a:t>
            </a:r>
            <a:r>
              <a:rPr lang="ko-KR" altLang="en-US" dirty="0"/>
              <a:t>를 가진 인터럽트가 동작 중인데 새로 </a:t>
            </a:r>
            <a:r>
              <a:rPr lang="en-US" altLang="ko-KR" dirty="0"/>
              <a:t>2</a:t>
            </a:r>
            <a:r>
              <a:rPr lang="ko-KR" altLang="en-US" dirty="0"/>
              <a:t>개의 인터럽트가 새로 발생했다고 가정</a:t>
            </a:r>
            <a:r>
              <a:rPr lang="en-US" altLang="ko-KR" dirty="0"/>
              <a:t>. </a:t>
            </a:r>
            <a:r>
              <a:rPr lang="ko-KR" altLang="en-US" dirty="0"/>
              <a:t>새로 발생한 </a:t>
            </a:r>
            <a:r>
              <a:rPr lang="en-US" altLang="ko-KR" dirty="0"/>
              <a:t>2</a:t>
            </a:r>
            <a:r>
              <a:rPr lang="ko-KR" altLang="en-US" dirty="0"/>
              <a:t>개의 인터럽트는 같은 </a:t>
            </a:r>
            <a:r>
              <a:rPr lang="en-US" altLang="ko-KR" dirty="0"/>
              <a:t>group priority</a:t>
            </a:r>
            <a:r>
              <a:rPr lang="ko-KR" altLang="en-US" dirty="0"/>
              <a:t>를 가졌지만 </a:t>
            </a:r>
            <a:r>
              <a:rPr lang="en-US" altLang="ko-KR" dirty="0"/>
              <a:t>Sub priority</a:t>
            </a:r>
            <a:r>
              <a:rPr lang="ko-KR" altLang="en-US" dirty="0"/>
              <a:t>는 다르다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경우 지금 수행 중이던 높은 </a:t>
            </a:r>
            <a:r>
              <a:rPr lang="en-US" altLang="ko-KR" dirty="0"/>
              <a:t>priority</a:t>
            </a:r>
            <a:r>
              <a:rPr lang="ko-KR" altLang="en-US" dirty="0"/>
              <a:t>를 가진 인터럽트가 동작을 끝내고 </a:t>
            </a:r>
            <a:r>
              <a:rPr lang="ko-KR" altLang="en-US" b="1" u="sng" dirty="0">
                <a:solidFill>
                  <a:srgbClr val="C00000"/>
                </a:solidFill>
              </a:rPr>
              <a:t>대기 중이던 </a:t>
            </a:r>
            <a:r>
              <a:rPr lang="en-US" altLang="ko-KR" b="1" u="sng" dirty="0">
                <a:solidFill>
                  <a:srgbClr val="C00000"/>
                </a:solidFill>
              </a:rPr>
              <a:t>2</a:t>
            </a:r>
            <a:r>
              <a:rPr lang="ko-KR" altLang="en-US" b="1" u="sng" dirty="0">
                <a:solidFill>
                  <a:srgbClr val="C00000"/>
                </a:solidFill>
              </a:rPr>
              <a:t>개의 인터럽트를 처리하려고 하는 순간 </a:t>
            </a:r>
            <a:r>
              <a:rPr lang="en-US" altLang="ko-KR" b="1" u="sng" dirty="0">
                <a:solidFill>
                  <a:srgbClr val="C00000"/>
                </a:solidFill>
              </a:rPr>
              <a:t>Sub priority</a:t>
            </a:r>
            <a:r>
              <a:rPr lang="ko-KR" altLang="en-US" b="1" u="sng" dirty="0">
                <a:solidFill>
                  <a:srgbClr val="C00000"/>
                </a:solidFill>
              </a:rPr>
              <a:t>가 작동</a:t>
            </a:r>
            <a:r>
              <a:rPr lang="ko-KR" altLang="en-US" dirty="0"/>
              <a:t>하게 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높은 </a:t>
            </a:r>
            <a:r>
              <a:rPr lang="en-US" altLang="ko-KR" dirty="0"/>
              <a:t>Sub priority</a:t>
            </a:r>
            <a:r>
              <a:rPr lang="ko-KR" altLang="en-US" dirty="0"/>
              <a:t>를 가지는 </a:t>
            </a:r>
            <a:r>
              <a:rPr lang="en-US" altLang="ko-KR" dirty="0"/>
              <a:t>(</a:t>
            </a:r>
            <a:r>
              <a:rPr lang="ko-KR" altLang="en-US" dirty="0"/>
              <a:t>낮은 숫자 값을 가지는</a:t>
            </a:r>
            <a:r>
              <a:rPr lang="en-US" altLang="ko-KR" dirty="0"/>
              <a:t>) </a:t>
            </a:r>
            <a:r>
              <a:rPr lang="ko-KR" altLang="en-US" dirty="0"/>
              <a:t>인터럽트가 먼저 수행된다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1 - Priority Group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ko-KR" dirty="0"/>
              <a:t>개의 키에 서로 다른</a:t>
            </a:r>
            <a:r>
              <a:rPr lang="en-US" altLang="ko-KR" dirty="0"/>
              <a:t> Priority Group</a:t>
            </a:r>
            <a:r>
              <a:rPr lang="ko-KR" altLang="ko-KR" dirty="0"/>
              <a:t>을 설정</a:t>
            </a:r>
            <a:endParaRPr lang="en-US" altLang="ko-KR" dirty="0"/>
          </a:p>
          <a:p>
            <a:r>
              <a:rPr lang="ko-KR" altLang="ko-KR" dirty="0"/>
              <a:t>각각의</a:t>
            </a:r>
            <a:r>
              <a:rPr lang="en-US" altLang="ko-KR" dirty="0"/>
              <a:t> interrupt handler</a:t>
            </a:r>
            <a:r>
              <a:rPr lang="ko-KR" altLang="ko-KR" dirty="0"/>
              <a:t>에서는 무한히 어떤 동작을 반복하도록 설정</a:t>
            </a:r>
            <a:r>
              <a:rPr lang="en-US" altLang="ko-KR" dirty="0"/>
              <a:t>. </a:t>
            </a:r>
            <a:r>
              <a:rPr lang="ko-KR" altLang="ko-KR" dirty="0"/>
              <a:t>다른 색깔의</a:t>
            </a:r>
            <a:r>
              <a:rPr lang="en-US" altLang="ko-KR" dirty="0"/>
              <a:t> LED</a:t>
            </a:r>
            <a:r>
              <a:rPr lang="ko-KR" altLang="ko-KR" dirty="0"/>
              <a:t>를 무한히 점등하는 작업</a:t>
            </a:r>
            <a:endParaRPr lang="en-US" altLang="ko-KR" dirty="0"/>
          </a:p>
          <a:p>
            <a:r>
              <a:rPr lang="en-US" altLang="ko-KR" dirty="0"/>
              <a:t>Priority Group</a:t>
            </a:r>
            <a:r>
              <a:rPr lang="ko-KR" altLang="ko-KR" dirty="0"/>
              <a:t>이 다르기 때문에 어떤 키가 눌린 상태에서 더 높은</a:t>
            </a:r>
            <a:r>
              <a:rPr lang="en-US" altLang="ko-KR" dirty="0"/>
              <a:t> Group priority</a:t>
            </a:r>
            <a:r>
              <a:rPr lang="ko-KR" altLang="ko-KR" dirty="0"/>
              <a:t>를 가진 인터럽트가 발생하지 않으면 계속 자신의 무한한</a:t>
            </a:r>
            <a:r>
              <a:rPr lang="en-US" altLang="ko-KR" dirty="0"/>
              <a:t> interrupt handler</a:t>
            </a:r>
            <a:r>
              <a:rPr lang="ko-KR" altLang="ko-KR" dirty="0"/>
              <a:t>를 동작하고 있을 것</a:t>
            </a:r>
            <a:r>
              <a:rPr lang="ko-KR" altLang="en-US" dirty="0"/>
              <a:t>이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ko-KR" dirty="0"/>
              <a:t>개의 키에 서로 다른</a:t>
            </a:r>
            <a:r>
              <a:rPr lang="en-US" altLang="ko-KR" dirty="0"/>
              <a:t> Group priority</a:t>
            </a:r>
            <a:r>
              <a:rPr lang="ko-KR" altLang="ko-KR" dirty="0"/>
              <a:t>를 지정할 것이기 때문에 아마도 </a:t>
            </a:r>
            <a:r>
              <a:rPr lang="ko-KR" altLang="ko-KR" b="1" u="sng" dirty="0">
                <a:solidFill>
                  <a:srgbClr val="C00000"/>
                </a:solidFill>
              </a:rPr>
              <a:t>키가 눌리는 순서에 따라 다른 현상이 나타날 것</a:t>
            </a:r>
            <a:r>
              <a:rPr lang="ko-KR" altLang="ko-KR" dirty="0"/>
              <a:t>이라고 예상할 수 있다</a:t>
            </a:r>
            <a:r>
              <a:rPr lang="en-US" altLang="ko-KR" dirty="0"/>
              <a:t>.</a:t>
            </a:r>
            <a:endParaRPr lang="ko-KR" altLang="ko-KR" dirty="0"/>
          </a:p>
          <a:p>
            <a:pPr lvl="1"/>
            <a:r>
              <a:rPr lang="ko-KR" altLang="ko-KR" dirty="0"/>
              <a:t>만약</a:t>
            </a:r>
            <a:r>
              <a:rPr lang="en-US" altLang="ko-KR" dirty="0"/>
              <a:t> Key1</a:t>
            </a:r>
            <a:r>
              <a:rPr lang="ko-KR" altLang="ko-KR" dirty="0"/>
              <a:t>에 더 높은</a:t>
            </a:r>
            <a:r>
              <a:rPr lang="en-US" altLang="ko-KR" dirty="0"/>
              <a:t> Group priority</a:t>
            </a:r>
            <a:r>
              <a:rPr lang="ko-KR" altLang="ko-KR" dirty="0"/>
              <a:t>를 지정하였을 경우</a:t>
            </a:r>
            <a:r>
              <a:rPr lang="en-US" altLang="ko-KR" dirty="0"/>
              <a:t>, Key1</a:t>
            </a:r>
            <a:r>
              <a:rPr lang="ko-KR" altLang="ko-KR" dirty="0"/>
              <a:t>를 먼저 누르면 아무리</a:t>
            </a:r>
            <a:r>
              <a:rPr lang="en-US" altLang="ko-KR" dirty="0"/>
              <a:t> Key2</a:t>
            </a:r>
            <a:r>
              <a:rPr lang="ko-KR" altLang="ko-KR" dirty="0"/>
              <a:t>을 눌러도 반응이 없을 것이고</a:t>
            </a:r>
            <a:r>
              <a:rPr lang="en-US" altLang="ko-KR" dirty="0"/>
              <a:t>, Key2</a:t>
            </a:r>
            <a:r>
              <a:rPr lang="ko-KR" altLang="ko-KR" dirty="0"/>
              <a:t>을 먼저 누르게 되면</a:t>
            </a:r>
            <a:r>
              <a:rPr lang="en-US" altLang="ko-KR" dirty="0"/>
              <a:t>, Key2</a:t>
            </a:r>
            <a:r>
              <a:rPr lang="ko-KR" altLang="ko-KR" dirty="0"/>
              <a:t>에 해당하는</a:t>
            </a:r>
            <a:r>
              <a:rPr lang="en-US" altLang="ko-KR" dirty="0"/>
              <a:t> LED</a:t>
            </a:r>
            <a:r>
              <a:rPr lang="ko-KR" altLang="ko-KR" dirty="0"/>
              <a:t>가 점등 중이라도</a:t>
            </a:r>
            <a:r>
              <a:rPr lang="en-US" altLang="ko-KR" dirty="0"/>
              <a:t>, </a:t>
            </a:r>
            <a:r>
              <a:rPr lang="ko-KR" altLang="ko-KR" dirty="0"/>
              <a:t>더 높은</a:t>
            </a:r>
            <a:r>
              <a:rPr lang="en-US" altLang="ko-KR" dirty="0"/>
              <a:t> Group priority</a:t>
            </a:r>
            <a:r>
              <a:rPr lang="ko-KR" altLang="ko-KR" dirty="0"/>
              <a:t>를 가진</a:t>
            </a:r>
            <a:r>
              <a:rPr lang="en-US" altLang="ko-KR" dirty="0"/>
              <a:t> Key1</a:t>
            </a:r>
            <a:r>
              <a:rPr lang="ko-KR" altLang="ko-KR" dirty="0"/>
              <a:t>가 눌리게 되면</a:t>
            </a:r>
            <a:r>
              <a:rPr lang="en-US" altLang="ko-KR" dirty="0"/>
              <a:t> Key2</a:t>
            </a:r>
            <a:r>
              <a:rPr lang="ko-KR" altLang="ko-KR" dirty="0"/>
              <a:t>의</a:t>
            </a:r>
            <a:r>
              <a:rPr lang="en-US" altLang="ko-KR" dirty="0"/>
              <a:t> LED</a:t>
            </a:r>
            <a:r>
              <a:rPr lang="ko-KR" altLang="ko-KR" dirty="0"/>
              <a:t>는 그 상태 그대로 있고</a:t>
            </a:r>
            <a:r>
              <a:rPr lang="en-US" altLang="ko-KR" dirty="0"/>
              <a:t>, Key1</a:t>
            </a:r>
            <a:r>
              <a:rPr lang="ko-KR" altLang="ko-KR" dirty="0"/>
              <a:t>의</a:t>
            </a:r>
            <a:r>
              <a:rPr lang="en-US" altLang="ko-KR" dirty="0"/>
              <a:t> LED</a:t>
            </a:r>
            <a:r>
              <a:rPr lang="ko-KR" altLang="ko-KR" dirty="0"/>
              <a:t>가 점등되는 상황이 발생할 것</a:t>
            </a:r>
            <a:r>
              <a:rPr lang="ko-KR" altLang="en-US" dirty="0"/>
              <a:t>이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1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96B7EB-4C26-8C22-688B-52D05C5B5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14" y="764704"/>
            <a:ext cx="8228571" cy="5542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1 </a:t>
            </a:r>
            <a:r>
              <a:rPr lang="ko-KR" altLang="en-US" dirty="0"/>
              <a:t>소스 분석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625455"/>
              </p:ext>
            </p:extLst>
          </p:nvPr>
        </p:nvGraphicFramePr>
        <p:xfrm>
          <a:off x="357158" y="3717032"/>
          <a:ext cx="8429684" cy="2682240"/>
        </p:xfrm>
        <a:graphic>
          <a:graphicData uri="http://schemas.openxmlformats.org/drawingml/2006/table">
            <a:tbl>
              <a:tblPr/>
              <a:tblGrid>
                <a:gridCol w="8429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void EXTI15_10_IRQHandler(void)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HAL_GPIO_EXTI_IRQHandler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(KEY2_Pin);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/* USER CODE BEGIN EXTI15_10_IRQn 1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volatile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int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  while(1)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for(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= 1000000;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&gt; 0;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--);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    </a:t>
                      </a:r>
                      <a:r>
                        <a:rPr lang="en-US" sz="16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HAL_GPIO_TogglePin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LED2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_GPIO_Port,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LED2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/* USER CODE END EXTI15_10_IRQn 1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176001"/>
              </p:ext>
            </p:extLst>
          </p:nvPr>
        </p:nvGraphicFramePr>
        <p:xfrm>
          <a:off x="357158" y="810290"/>
          <a:ext cx="8429684" cy="2682240"/>
        </p:xfrm>
        <a:graphic>
          <a:graphicData uri="http://schemas.openxmlformats.org/drawingml/2006/table">
            <a:tbl>
              <a:tblPr/>
              <a:tblGrid>
                <a:gridCol w="8429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void EXTI9_5_IRQHandler(void)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HAL_GPIO_EXTI_IRQHandler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(KEY1_Pin);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/* USER CODE BEGIN EXTI9_5_IRQn 1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volatile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int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  while(1)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for(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= 1000000;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&gt; 0;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--);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    </a:t>
                      </a:r>
                      <a:r>
                        <a:rPr lang="en-US" sz="16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HAL_GPIO_TogglePin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LED1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_GPIO_Port,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LED1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/* USER CODE END EXTI9_5_IRQn 1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1 </a:t>
            </a:r>
            <a:r>
              <a:rPr lang="ko-KR" altLang="en-US" dirty="0"/>
              <a:t>시험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Key1</a:t>
            </a:r>
            <a:r>
              <a:rPr lang="ko-KR" altLang="en-US" dirty="0"/>
              <a:t>에 더 높은 </a:t>
            </a:r>
            <a:r>
              <a:rPr lang="en-US" altLang="ko-KR" dirty="0"/>
              <a:t>Group priority</a:t>
            </a:r>
            <a:r>
              <a:rPr lang="ko-KR" altLang="en-US" dirty="0"/>
              <a:t>를 지정하였다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Key1</a:t>
            </a:r>
            <a:r>
              <a:rPr lang="ko-KR" altLang="en-US" dirty="0"/>
              <a:t>를 먼저 누르면</a:t>
            </a:r>
            <a:r>
              <a:rPr lang="en-US" altLang="ko-KR" dirty="0"/>
              <a:t>, </a:t>
            </a:r>
            <a:r>
              <a:rPr lang="ko-KR" altLang="en-US" dirty="0"/>
              <a:t>아무리 </a:t>
            </a:r>
            <a:r>
              <a:rPr lang="en-US" altLang="ko-KR" dirty="0"/>
              <a:t>Key2</a:t>
            </a:r>
            <a:r>
              <a:rPr lang="ko-KR" altLang="en-US" dirty="0"/>
              <a:t>을 눌러도 </a:t>
            </a:r>
            <a:r>
              <a:rPr lang="en-US" altLang="ko-KR" dirty="0"/>
              <a:t>LED2</a:t>
            </a:r>
            <a:r>
              <a:rPr lang="ko-KR" altLang="en-US" dirty="0"/>
              <a:t>는 반응이 없다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Key2</a:t>
            </a:r>
            <a:r>
              <a:rPr lang="ko-KR" altLang="en-US" dirty="0"/>
              <a:t>을 먼저 누르게 되면</a:t>
            </a:r>
            <a:r>
              <a:rPr lang="en-US" altLang="ko-KR" dirty="0"/>
              <a:t>, LED2</a:t>
            </a:r>
            <a:r>
              <a:rPr lang="ko-KR" altLang="en-US" dirty="0"/>
              <a:t>가 점등 한다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Key1</a:t>
            </a:r>
            <a:r>
              <a:rPr lang="ko-KR" altLang="en-US" dirty="0"/>
              <a:t>을 누르면 </a:t>
            </a:r>
            <a:r>
              <a:rPr lang="en-US" altLang="ko-KR" dirty="0"/>
              <a:t>Key2</a:t>
            </a:r>
            <a:r>
              <a:rPr lang="ko-KR" altLang="en-US" dirty="0"/>
              <a:t>의 </a:t>
            </a:r>
            <a:r>
              <a:rPr lang="en-US" altLang="ko-KR" dirty="0"/>
              <a:t>LED</a:t>
            </a:r>
            <a:r>
              <a:rPr lang="ko-KR" altLang="en-US" dirty="0"/>
              <a:t>는 눌렀을 때의 상태 그대로 있고</a:t>
            </a:r>
            <a:r>
              <a:rPr lang="en-US" altLang="ko-KR" dirty="0"/>
              <a:t>, LED1</a:t>
            </a:r>
            <a:r>
              <a:rPr lang="ko-KR" altLang="en-US" dirty="0"/>
              <a:t>이 점등된다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490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2 - Sub Priority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이 시험을 위해서는 하나의 인터럽트 소스가 더 필요하다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다른 하나의 인터럽트 소스로는</a:t>
            </a:r>
            <a:r>
              <a:rPr lang="en-US" altLang="ko-KR" dirty="0"/>
              <a:t> UART1</a:t>
            </a:r>
            <a:r>
              <a:rPr lang="ko-KR" altLang="ko-KR" dirty="0"/>
              <a:t>을 사용</a:t>
            </a:r>
            <a:r>
              <a:rPr lang="ko-KR" altLang="en-US" dirty="0"/>
              <a:t>한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UART1</a:t>
            </a:r>
            <a:r>
              <a:rPr lang="ko-KR" altLang="ko-KR" dirty="0"/>
              <a:t>으로 입력을 받게 되면 인터럽트가 발생하도록 만든 이후에 키를 동작 시켜서</a:t>
            </a:r>
            <a:r>
              <a:rPr lang="en-US" altLang="ko-KR" dirty="0"/>
              <a:t> Sub Priority</a:t>
            </a:r>
            <a:r>
              <a:rPr lang="ko-KR" altLang="ko-KR" dirty="0"/>
              <a:t>에 대한 시험을 진행</a:t>
            </a:r>
            <a:r>
              <a:rPr lang="ko-KR" altLang="en-US" dirty="0"/>
              <a:t>한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  <a:endParaRPr lang="ko-KR" altLang="ko-KR" dirty="0"/>
          </a:p>
          <a:p>
            <a:pPr>
              <a:buNone/>
            </a:pPr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UART1</a:t>
            </a:r>
            <a:r>
              <a:rPr lang="ko-KR" altLang="ko-KR" dirty="0"/>
              <a:t>의 인터럽트 처리는 일정 시간이 지난 후에 끝나도록 </a:t>
            </a:r>
            <a:r>
              <a:rPr lang="ko-KR" altLang="en-US" dirty="0"/>
              <a:t>한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그리고 그 인터럽트 처리 시간 동안에 두 키를 순서대로 눌러 </a:t>
            </a:r>
            <a:r>
              <a:rPr lang="ko-KR" altLang="en-US" dirty="0"/>
              <a:t>본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물론 두 키의 인터럽트는</a:t>
            </a:r>
            <a:r>
              <a:rPr lang="en-US" altLang="ko-KR" dirty="0"/>
              <a:t> Group priority</a:t>
            </a:r>
            <a:r>
              <a:rPr lang="ko-KR" altLang="ko-KR" dirty="0"/>
              <a:t>는 동일하게 하면서</a:t>
            </a:r>
            <a:r>
              <a:rPr lang="en-US" altLang="ko-KR" dirty="0"/>
              <a:t> Sub Priority</a:t>
            </a:r>
            <a:r>
              <a:rPr lang="ko-KR" altLang="ko-KR" dirty="0"/>
              <a:t>를 다르게 설정해 놓</a:t>
            </a:r>
            <a:r>
              <a:rPr lang="ko-KR" altLang="en-US" dirty="0"/>
              <a:t>는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두 키가 어떤 순서로 눌리더라도</a:t>
            </a:r>
            <a:r>
              <a:rPr lang="en-US" altLang="ko-KR" dirty="0"/>
              <a:t> Sub Priority</a:t>
            </a:r>
            <a:r>
              <a:rPr lang="ko-KR" altLang="ko-KR" dirty="0"/>
              <a:t>가 높은 것이 먼저 실행될 것으로 예상할 수 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7DA10B-C5A7-EAB1-E7A8-121C68A1E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8" y="1271883"/>
            <a:ext cx="8529834" cy="4536504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8C1998B-F21C-611A-E19B-F42A89F5C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18334"/>
            <a:ext cx="8858250" cy="5643603"/>
          </a:xfrm>
        </p:spPr>
        <p:txBody>
          <a:bodyPr/>
          <a:lstStyle/>
          <a:p>
            <a:r>
              <a:rPr lang="en-US" altLang="ko-KR" dirty="0"/>
              <a:t>USART1 </a:t>
            </a:r>
            <a:r>
              <a:rPr lang="ko-KR" altLang="en-US" dirty="0"/>
              <a:t>인터럽트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81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2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D3008D-3C53-E621-024B-EED41E1EA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7" y="1196752"/>
            <a:ext cx="8820472" cy="516450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7FE3972-56A2-9D4E-06B5-63B3CDAAD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18334"/>
            <a:ext cx="8858250" cy="5643603"/>
          </a:xfrm>
        </p:spPr>
        <p:txBody>
          <a:bodyPr/>
          <a:lstStyle/>
          <a:p>
            <a:r>
              <a:rPr lang="en-US" altLang="ko-KR" b="1" dirty="0">
                <a:solidFill>
                  <a:srgbClr val="0000FF"/>
                </a:solidFill>
              </a:rPr>
              <a:t>Priority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Group</a:t>
            </a:r>
            <a:r>
              <a:rPr lang="ko-KR" altLang="en-US" b="1" dirty="0">
                <a:solidFill>
                  <a:srgbClr val="0000FF"/>
                </a:solidFill>
              </a:rPr>
              <a:t>을 </a:t>
            </a:r>
            <a:r>
              <a:rPr lang="en-US" altLang="ko-KR" b="1" dirty="0">
                <a:solidFill>
                  <a:srgbClr val="0000FF"/>
                </a:solidFill>
              </a:rPr>
              <a:t>3 bits</a:t>
            </a:r>
            <a:r>
              <a:rPr lang="ko-KR" altLang="en-US" dirty="0"/>
              <a:t>로 변경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882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A71E5C-8059-F265-1647-4F8EFC6B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09" y="1048341"/>
            <a:ext cx="8858982" cy="461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8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2 </a:t>
            </a:r>
            <a:r>
              <a:rPr lang="ko-KR" altLang="en-US" dirty="0"/>
              <a:t>소스 분석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615238"/>
              </p:ext>
            </p:extLst>
          </p:nvPr>
        </p:nvGraphicFramePr>
        <p:xfrm>
          <a:off x="285720" y="960120"/>
          <a:ext cx="8572560" cy="3291840"/>
        </p:xfrm>
        <a:graphic>
          <a:graphicData uri="http://schemas.openxmlformats.org/drawingml/2006/table">
            <a:tbl>
              <a:tblPr/>
              <a:tblGrid>
                <a:gridCol w="857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84904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static void </a:t>
                      </a:r>
                      <a:r>
                        <a:rPr lang="en-US" sz="18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MX_NVIC_Init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(void)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/* EXTI9_5_IRQn interrupt configuration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8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HAL_NVIC_SetPriority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800" b="1" kern="100" dirty="0">
                          <a:latin typeface="맑은 고딕"/>
                          <a:ea typeface="맑은 고딕"/>
                          <a:cs typeface="Times New Roman"/>
                        </a:rPr>
                        <a:t>EXTI9_5_IRQn, 1, 0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8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HAL_NVIC_EnableIRQ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(EXTI9_5_IRQn);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/* EXTI15_10_IRQn interrupt configuration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8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HAL_NVIC_SetPriority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800" b="1" kern="100" dirty="0">
                          <a:latin typeface="맑은 고딕"/>
                          <a:ea typeface="맑은 고딕"/>
                          <a:cs typeface="Times New Roman"/>
                        </a:rPr>
                        <a:t>EXTI15_10_IRQn, 1, 1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8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HAL_NVIC_EnableIRQ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(EXTI15_10_IRQn);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/* USART1_IRQn interrupt configuration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8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HAL_NVIC_SetPriority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USART1_IRQn, 0, 0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8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HAL_NVIC_EnableIRQ</a:t>
                      </a: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(USART1_IRQn);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ea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2 </a:t>
            </a:r>
            <a:r>
              <a:rPr lang="ko-KR" altLang="en-US" dirty="0"/>
              <a:t>소스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5157192"/>
            <a:ext cx="8858250" cy="1272204"/>
          </a:xfrm>
        </p:spPr>
        <p:txBody>
          <a:bodyPr/>
          <a:lstStyle/>
          <a:p>
            <a:r>
              <a:rPr lang="en-US" altLang="ko-KR" dirty="0"/>
              <a:t>UART </a:t>
            </a:r>
            <a:r>
              <a:rPr lang="ko-KR" altLang="ko-KR" dirty="0"/>
              <a:t>인터럽트 처리를 위해서 </a:t>
            </a:r>
            <a:r>
              <a:rPr lang="en-US" altLang="ko-KR" dirty="0"/>
              <a:t>Call Back </a:t>
            </a:r>
            <a:r>
              <a:rPr lang="ko-KR" altLang="en-US" dirty="0"/>
              <a:t>함수 구현</a:t>
            </a:r>
            <a:endParaRPr lang="en-US" altLang="ko-KR" dirty="0"/>
          </a:p>
          <a:p>
            <a:r>
              <a:rPr lang="en-US" altLang="ko-KR" dirty="0"/>
              <a:t>UART </a:t>
            </a:r>
            <a:r>
              <a:rPr lang="ko-KR" altLang="ko-KR" dirty="0"/>
              <a:t>쪽</a:t>
            </a:r>
            <a:r>
              <a:rPr lang="en-US" altLang="ko-KR" dirty="0"/>
              <a:t> RX</a:t>
            </a:r>
            <a:r>
              <a:rPr lang="ko-KR" altLang="ko-KR" dirty="0"/>
              <a:t>에 대해서 인터럽트가 발생</a:t>
            </a:r>
            <a:r>
              <a:rPr lang="ko-KR" altLang="en-US" dirty="0"/>
              <a:t>하면 자동으로 호출된다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12248"/>
              </p:ext>
            </p:extLst>
          </p:nvPr>
        </p:nvGraphicFramePr>
        <p:xfrm>
          <a:off x="323528" y="980728"/>
          <a:ext cx="8280920" cy="3901440"/>
        </p:xfrm>
        <a:graphic>
          <a:graphicData uri="http://schemas.openxmlformats.org/drawingml/2006/table">
            <a:tbl>
              <a:tblPr/>
              <a:tblGrid>
                <a:gridCol w="8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uint8_t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g_RxBuffer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HAL_StatusTypeDef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Uart_Start_IT_Receive_forComm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(void)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return </a:t>
                      </a:r>
                      <a:r>
                        <a:rPr lang="en-US" sz="1600" b="1" kern="100" dirty="0" err="1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HAL_UART_Receive_IT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(&amp;huart1, &amp;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g_RxBuffer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, 1);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void </a:t>
                      </a:r>
                      <a:r>
                        <a:rPr lang="en-US" sz="1600" b="1" kern="100" dirty="0" err="1">
                          <a:solidFill>
                            <a:srgbClr val="0000FF"/>
                          </a:solidFill>
                          <a:latin typeface="맑은 고딕"/>
                          <a:ea typeface="맑은 고딕"/>
                          <a:cs typeface="Times New Roman"/>
                        </a:rPr>
                        <a:t>HAL_UART_RxCpltCallback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UART_HandleTypeDef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*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huart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if(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huart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== &amp;huart1)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    int k;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    for(k = 0; k &lt;10; k ++)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 for(volatile int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= 3000000;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&gt; 0; </a:t>
                      </a:r>
                      <a:r>
                        <a:rPr lang="en-US" sz="1600" kern="100" dirty="0" err="1">
                          <a:latin typeface="맑은 고딕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--);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        </a:t>
                      </a:r>
                      <a:r>
                        <a:rPr lang="en-US" sz="16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printf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("</a:t>
                      </a:r>
                      <a:r>
                        <a:rPr lang="en-US" sz="16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HAL_UART_RxCpltCallback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 called k: %d!\n", k);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    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    </a:t>
                      </a:r>
                      <a:r>
                        <a:rPr lang="en-US" sz="16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Uart_Start_IT_Receive_forComm</a:t>
                      </a:r>
                      <a:r>
                        <a:rPr lang="en-US" sz="1600" b="1" kern="100" dirty="0">
                          <a:latin typeface="맑은 고딕"/>
                          <a:ea typeface="맑은 고딕"/>
                          <a:cs typeface="Times New Roman"/>
                        </a:rPr>
                        <a:t>();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    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ea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Priority Test 2 </a:t>
            </a:r>
            <a:r>
              <a:rPr lang="ko-KR" altLang="en-US" dirty="0" err="1"/>
              <a:t>샐행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836712"/>
            <a:ext cx="8858250" cy="5592684"/>
          </a:xfrm>
        </p:spPr>
        <p:txBody>
          <a:bodyPr/>
          <a:lstStyle/>
          <a:p>
            <a:r>
              <a:rPr lang="ko-KR" altLang="ko-KR" dirty="0"/>
              <a:t>터미널에서 </a:t>
            </a:r>
            <a:r>
              <a:rPr lang="ko-KR" altLang="en-US" dirty="0"/>
              <a:t>키를 입력하면</a:t>
            </a:r>
            <a:r>
              <a:rPr lang="ko-KR" altLang="ko-KR" dirty="0"/>
              <a:t> </a:t>
            </a:r>
            <a:r>
              <a:rPr lang="en-US" altLang="ko-KR" dirty="0"/>
              <a:t>Callback </a:t>
            </a:r>
            <a:r>
              <a:rPr lang="ko-KR" altLang="en-US" dirty="0"/>
              <a:t>함수 </a:t>
            </a:r>
            <a:r>
              <a:rPr lang="en-US" altLang="ko-KR" dirty="0" err="1"/>
              <a:t>printf</a:t>
            </a:r>
            <a:r>
              <a:rPr lang="en-US" altLang="ko-KR" dirty="0"/>
              <a:t> </a:t>
            </a:r>
            <a:r>
              <a:rPr lang="ko-KR" altLang="en-US" dirty="0"/>
              <a:t>출력</a:t>
            </a:r>
            <a:endParaRPr lang="en-US" altLang="ko-KR" dirty="0"/>
          </a:p>
          <a:p>
            <a:r>
              <a:rPr lang="ko-KR" altLang="en-US" dirty="0"/>
              <a:t>출력이 이루어지는 </a:t>
            </a:r>
            <a:r>
              <a:rPr lang="ko-KR" altLang="ko-KR" dirty="0"/>
              <a:t>동안</a:t>
            </a:r>
            <a:r>
              <a:rPr lang="en-US" altLang="ko-KR" dirty="0"/>
              <a:t> 2</a:t>
            </a:r>
            <a:r>
              <a:rPr lang="ko-KR" altLang="ko-KR" dirty="0"/>
              <a:t>개의 키를 순서대로 누</a:t>
            </a:r>
            <a:r>
              <a:rPr lang="ko-KR" altLang="en-US" dirty="0"/>
              <a:t>른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KEY1/KEY2 </a:t>
            </a:r>
            <a:r>
              <a:rPr lang="ko-KR" altLang="ko-KR" dirty="0"/>
              <a:t>순으로 </a:t>
            </a:r>
            <a:r>
              <a:rPr lang="ko-KR" altLang="en-US" dirty="0"/>
              <a:t>혹은</a:t>
            </a:r>
            <a:r>
              <a:rPr lang="en-US" altLang="ko-KR" dirty="0"/>
              <a:t>, KEY2/KEY1 </a:t>
            </a:r>
            <a:r>
              <a:rPr lang="ko-KR" altLang="ko-KR" dirty="0"/>
              <a:t>순으로 누</a:t>
            </a:r>
            <a:r>
              <a:rPr lang="ko-KR" altLang="en-US" dirty="0"/>
              <a:t>른다</a:t>
            </a:r>
            <a:r>
              <a:rPr lang="en-US" altLang="ko-KR" dirty="0"/>
              <a:t>.</a:t>
            </a:r>
            <a:r>
              <a:rPr lang="ko-KR" altLang="ko-KR" dirty="0"/>
              <a:t> </a:t>
            </a:r>
          </a:p>
          <a:p>
            <a:r>
              <a:rPr lang="ko-KR" altLang="ko-KR" b="1" u="sng" dirty="0">
                <a:solidFill>
                  <a:srgbClr val="C00000"/>
                </a:solidFill>
              </a:rPr>
              <a:t>어떠한 순서로 눌러도 </a:t>
            </a:r>
            <a:r>
              <a:rPr lang="en-US" altLang="ko-KR" b="1" u="sng" dirty="0">
                <a:solidFill>
                  <a:srgbClr val="C00000"/>
                </a:solidFill>
              </a:rPr>
              <a:t>LED1</a:t>
            </a:r>
            <a:r>
              <a:rPr lang="ko-KR" altLang="ko-KR" b="1" u="sng" dirty="0">
                <a:solidFill>
                  <a:srgbClr val="C00000"/>
                </a:solidFill>
              </a:rPr>
              <a:t>만 점등되는 상태</a:t>
            </a:r>
            <a:r>
              <a:rPr lang="ko-KR" altLang="ko-KR" dirty="0"/>
              <a:t>가 </a:t>
            </a:r>
            <a:r>
              <a:rPr lang="ko-KR" altLang="en-US" dirty="0"/>
              <a:t>된</a:t>
            </a:r>
            <a:r>
              <a:rPr lang="ko-KR" altLang="ko-KR" dirty="0"/>
              <a:t>다</a:t>
            </a:r>
            <a:r>
              <a:rPr lang="en-US" altLang="ko-KR" dirty="0"/>
              <a:t>. KEY1</a:t>
            </a:r>
            <a:r>
              <a:rPr lang="ko-KR" altLang="en-US" dirty="0"/>
              <a:t>의 </a:t>
            </a:r>
            <a:r>
              <a:rPr lang="en-US" altLang="ko-KR" dirty="0"/>
              <a:t>Sub Priority</a:t>
            </a:r>
            <a:r>
              <a:rPr lang="ko-KR" altLang="en-US" dirty="0"/>
              <a:t>가 더 높다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14CCA2-5C9F-A5F4-1E85-9CCB556E5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852936"/>
            <a:ext cx="3456384" cy="2813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18747</TotalTime>
  <Words>1060</Words>
  <Application>Microsoft Office PowerPoint</Application>
  <PresentationFormat>화면 슬라이드 쇼(4:3)</PresentationFormat>
  <Paragraphs>107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굴림</vt:lpstr>
      <vt:lpstr>맑은 고딕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Interrupt Priority</vt:lpstr>
      <vt:lpstr>Interrupt Priority 시험</vt:lpstr>
      <vt:lpstr>Priority group vs. Sub priority</vt:lpstr>
      <vt:lpstr>Priority Test 1 - Priority Group</vt:lpstr>
      <vt:lpstr>Priority Test 1</vt:lpstr>
      <vt:lpstr>Priority Test 1 소스 분석</vt:lpstr>
      <vt:lpstr>Priority Test 1 시험 결과</vt:lpstr>
      <vt:lpstr>Priority Test 2 - Sub Priority</vt:lpstr>
      <vt:lpstr>Priority Test 2</vt:lpstr>
      <vt:lpstr>Priority Test 2</vt:lpstr>
      <vt:lpstr>Priority Test 2</vt:lpstr>
      <vt:lpstr>Priority Test 2 소스 분석</vt:lpstr>
      <vt:lpstr>Priority Test 2 소스 분석</vt:lpstr>
      <vt:lpstr>Priority Test 2 샐행 결과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Oh Younghwan</cp:lastModifiedBy>
  <cp:revision>597</cp:revision>
  <dcterms:created xsi:type="dcterms:W3CDTF">2006-02-08T03:00:46Z</dcterms:created>
  <dcterms:modified xsi:type="dcterms:W3CDTF">2026-01-20T10:02:29Z</dcterms:modified>
</cp:coreProperties>
</file>