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7"/>
  </p:notesMasterIdLst>
  <p:handoutMasterIdLst>
    <p:handoutMasterId r:id="rId28"/>
  </p:handoutMasterIdLst>
  <p:sldIdLst>
    <p:sldId id="308" r:id="rId2"/>
    <p:sldId id="332" r:id="rId3"/>
    <p:sldId id="352" r:id="rId4"/>
    <p:sldId id="349" r:id="rId5"/>
    <p:sldId id="354" r:id="rId6"/>
    <p:sldId id="355" r:id="rId7"/>
    <p:sldId id="353" r:id="rId8"/>
    <p:sldId id="356" r:id="rId9"/>
    <p:sldId id="357" r:id="rId10"/>
    <p:sldId id="360" r:id="rId11"/>
    <p:sldId id="363" r:id="rId12"/>
    <p:sldId id="364" r:id="rId13"/>
    <p:sldId id="365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USB Host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/>
              <a:t>2026.01.19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USB Host HID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USB Host HID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USB Host HID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USB Host HID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85803-B3E1-6958-1986-756CA43C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0D995-E833-F38B-BA54-A4AD324B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USB Host HID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6F761-3223-8BE4-2EEE-366F564D1F3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USB Host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USB HOST : PB14-USB_HOST_DM, PB15-USB_HOST_DP, PB13-USB_VBUS_R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26C46C-AAA8-5376-E209-40F396B7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658" y="1915052"/>
            <a:ext cx="6068683" cy="1002451"/>
          </a:xfrm>
          <a:prstGeom prst="rect">
            <a:avLst/>
          </a:prstGeom>
        </p:spPr>
      </p:pic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305E5D-E51D-CE22-BA80-2652CC835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3054661"/>
            <a:ext cx="2801540" cy="324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06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USB Host HID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USB Host HID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B5D7-3C77-780A-9E25-CBA2153F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280760-93AD-983C-0B5B-D205DB86A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USB Host HID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88CE1-7867-3530-EBDA-D8332465C38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USB_OTG_HS -&gt; Internal FS </a:t>
            </a:r>
            <a:r>
              <a:rPr lang="en-US" altLang="ko-KR" b="0" i="0" kern="0" dirty="0" err="1"/>
              <a:t>Phy</a:t>
            </a:r>
            <a:r>
              <a:rPr lang="en-US" altLang="ko-KR" b="0" i="0" kern="0" dirty="0"/>
              <a:t> -&gt; </a:t>
            </a:r>
            <a:r>
              <a:rPr lang="en-US" altLang="ko-KR" b="0" i="0" kern="0" dirty="0" err="1"/>
              <a:t>Host_Only</a:t>
            </a:r>
            <a:r>
              <a:rPr lang="en-US" altLang="ko-KR" b="0" i="0" kern="0" dirty="0"/>
              <a:t>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70F8E0-82E1-E85D-75EA-35F23CF3F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815" y="1536616"/>
            <a:ext cx="5927529" cy="468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53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14591-34BA-1053-B158-630797D1F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BB852-BAA0-6759-42F9-924AE813E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USB Host HID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F180-86D2-B618-FC85-A261FB73BD1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Middleware and Software Packs -&gt; USB_HOST -&gt; Class For HS IP -&gt; Human Interface Host Class(HID)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r>
              <a:rPr lang="en-US" altLang="ko-KR" b="0" i="0" kern="0" dirty="0"/>
              <a:t>Parameter Settings -&gt; NO_SW_VBUS_DRIVE_HS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7115F0-9A4A-4899-19CB-6246A2233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926479"/>
            <a:ext cx="5760640" cy="431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52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USB Host HID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USB Host HID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F98773-758A-2BF1-E35F-287A12956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682082"/>
            <a:ext cx="7812360" cy="149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USB Host HID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3E9721-CBAF-FFEC-C0D1-93AF0A126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1488506"/>
            <a:ext cx="5737597" cy="2138235"/>
          </a:xfrm>
          <a:prstGeom prst="rect">
            <a:avLst/>
          </a:prstGeom>
        </p:spPr>
      </p:pic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5D4A01-B212-6201-01E0-ACCBB1ABE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3734367"/>
            <a:ext cx="5737597" cy="261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8DC1-6E51-567E-B3E9-1159E89F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8E4BA-79F0-7194-2E3D-A689708C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3FED4-2C22-7B01-0B57-594C7185BD9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USB HID </a:t>
            </a:r>
            <a:r>
              <a:rPr lang="ko-KR" altLang="en-US" b="0" i="0" kern="0" dirty="0"/>
              <a:t>관련 </a:t>
            </a:r>
            <a:r>
              <a:rPr lang="en-US" altLang="ko-KR" b="0" i="0" kern="0" dirty="0"/>
              <a:t>header include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includes ----------------------------------------------------------*/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Includes */</a:t>
            </a:r>
          </a:p>
          <a:p>
            <a:pPr marL="0" indent="0">
              <a:buNone/>
            </a:pPr>
            <a:r>
              <a:rPr lang="en-US" altLang="ko-KR" sz="1400" i="0" dirty="0"/>
              <a:t>#include "</a:t>
            </a:r>
            <a:r>
              <a:rPr lang="en-US" altLang="ko-KR" sz="1400" i="0" dirty="0" err="1"/>
              <a:t>usbh_def.h</a:t>
            </a:r>
            <a:r>
              <a:rPr lang="en-US" altLang="ko-KR" sz="1400" i="0" dirty="0"/>
              <a:t>"</a:t>
            </a:r>
          </a:p>
          <a:p>
            <a:pPr marL="0" indent="0">
              <a:buNone/>
            </a:pPr>
            <a:r>
              <a:rPr lang="en-US" altLang="ko-KR" sz="1400" i="0" dirty="0"/>
              <a:t>#include "</a:t>
            </a:r>
            <a:r>
              <a:rPr lang="en-US" altLang="ko-KR" sz="1400" i="0" dirty="0" err="1"/>
              <a:t>usbh_hid.h</a:t>
            </a:r>
            <a:r>
              <a:rPr lang="en-US" altLang="ko-KR" sz="1400" i="0" dirty="0"/>
              <a:t>"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Includes */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923717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9091-0116-9157-FA11-DEEEE9FBF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22C8DC-3520-F2EE-701B-CC6B3CD4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86C98-C877-6123-6EA2-9C72EA0C67C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4200" b="0" i="0" kern="0" dirty="0"/>
              <a:t>USB HID Event </a:t>
            </a:r>
            <a:r>
              <a:rPr lang="ko-KR" altLang="en-US" sz="4200" b="0" i="0" kern="0" dirty="0"/>
              <a:t>발생시 </a:t>
            </a:r>
            <a:r>
              <a:rPr lang="en-US" altLang="ko-KR" sz="4200" b="0" i="0" kern="0" dirty="0"/>
              <a:t>Callback </a:t>
            </a:r>
            <a:r>
              <a:rPr lang="ko-KR" altLang="en-US" sz="4200" b="0" i="0" kern="0" dirty="0"/>
              <a:t>함수 구현</a:t>
            </a:r>
            <a:endParaRPr lang="en-US" altLang="ko-KR" sz="4200" b="0" i="0" kern="0" dirty="0"/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b="0" i="0" dirty="0"/>
              <a:t>#define </a:t>
            </a:r>
            <a:r>
              <a:rPr lang="en-US" altLang="ko-KR" b="0" i="0" dirty="0" err="1"/>
              <a:t>hUART</a:t>
            </a:r>
            <a:r>
              <a:rPr lang="en-US" altLang="ko-KR" b="0" i="0" dirty="0"/>
              <a:t> huart1</a:t>
            </a:r>
          </a:p>
          <a:p>
            <a:pPr marL="0" indent="0">
              <a:buNone/>
            </a:pPr>
            <a:endParaRPr lang="en-US" altLang="ko-KR" b="0" i="0" dirty="0"/>
          </a:p>
          <a:p>
            <a:pPr marL="0" indent="0">
              <a:buNone/>
            </a:pPr>
            <a:r>
              <a:rPr lang="en-US" altLang="ko-KR" b="0" i="0" dirty="0"/>
              <a:t>void </a:t>
            </a:r>
            <a:r>
              <a:rPr lang="en-US" altLang="ko-KR" b="0" i="0" dirty="0" err="1"/>
              <a:t>USBH_HID_EventCallback</a:t>
            </a:r>
            <a:r>
              <a:rPr lang="en-US" altLang="ko-KR" b="0" i="0" dirty="0"/>
              <a:t>(</a:t>
            </a:r>
            <a:r>
              <a:rPr lang="en-US" altLang="ko-KR" b="0" i="0" dirty="0" err="1"/>
              <a:t>USBH_HandleTypeDef</a:t>
            </a:r>
            <a:r>
              <a:rPr lang="en-US" altLang="ko-KR" b="0" i="0" dirty="0"/>
              <a:t> *</a:t>
            </a:r>
            <a:r>
              <a:rPr lang="en-US" altLang="ko-KR" b="0" i="0" dirty="0" err="1"/>
              <a:t>phost</a:t>
            </a:r>
            <a:r>
              <a:rPr lang="en-US" altLang="ko-KR" b="0" i="0" dirty="0"/>
              <a:t>)</a:t>
            </a:r>
          </a:p>
          <a:p>
            <a:pPr marL="0" indent="0">
              <a:buNone/>
            </a:pPr>
            <a:r>
              <a:rPr lang="en-US" altLang="ko-KR" b="0" i="0" dirty="0"/>
              <a:t>{</a:t>
            </a:r>
          </a:p>
          <a:p>
            <a:pPr marL="0" indent="0">
              <a:buNone/>
            </a:pPr>
            <a:r>
              <a:rPr lang="en-US" altLang="ko-KR" b="0" i="0" dirty="0"/>
              <a:t>if(</a:t>
            </a:r>
            <a:r>
              <a:rPr lang="en-US" altLang="ko-KR" b="0" i="0" dirty="0" err="1"/>
              <a:t>USBH_HID_GetDeviceType</a:t>
            </a:r>
            <a:r>
              <a:rPr lang="en-US" altLang="ko-KR" b="0" i="0" dirty="0"/>
              <a:t>(</a:t>
            </a:r>
            <a:r>
              <a:rPr lang="en-US" altLang="ko-KR" b="0" i="0" dirty="0" err="1"/>
              <a:t>phost</a:t>
            </a:r>
            <a:r>
              <a:rPr lang="en-US" altLang="ko-KR" b="0" i="0" dirty="0"/>
              <a:t>) == HID_MOUSE) // if the HID is Mouse</a:t>
            </a:r>
          </a:p>
          <a:p>
            <a:pPr marL="0" indent="0">
              <a:buNone/>
            </a:pPr>
            <a:r>
              <a:rPr lang="en-US" altLang="ko-KR" b="0" i="0" dirty="0"/>
              <a:t>{</a:t>
            </a:r>
          </a:p>
          <a:p>
            <a:pPr marL="0" indent="0">
              <a:buNone/>
            </a:pPr>
            <a:r>
              <a:rPr lang="en-US" altLang="ko-KR" b="0" i="0" dirty="0" err="1"/>
              <a:t>HID_MOUSE_Info_TypeDef</a:t>
            </a:r>
            <a:r>
              <a:rPr lang="en-US" altLang="ko-KR" b="0" i="0" dirty="0"/>
              <a:t> *</a:t>
            </a:r>
            <a:r>
              <a:rPr lang="en-US" altLang="ko-KR" b="0" i="0" dirty="0" err="1"/>
              <a:t>Mouse_Info</a:t>
            </a:r>
            <a:r>
              <a:rPr lang="en-US" altLang="ko-KR" b="0" i="0" dirty="0"/>
              <a:t>;</a:t>
            </a:r>
          </a:p>
          <a:p>
            <a:pPr marL="0" indent="0">
              <a:buNone/>
            </a:pPr>
            <a:r>
              <a:rPr lang="en-US" altLang="ko-KR" b="0" i="0" dirty="0" err="1"/>
              <a:t>Mouse_Info</a:t>
            </a:r>
            <a:r>
              <a:rPr lang="en-US" altLang="ko-KR" b="0" i="0" dirty="0"/>
              <a:t> = </a:t>
            </a:r>
            <a:r>
              <a:rPr lang="en-US" altLang="ko-KR" b="0" i="0" dirty="0" err="1"/>
              <a:t>USBH_HID_GetMouseInfo</a:t>
            </a:r>
            <a:r>
              <a:rPr lang="en-US" altLang="ko-KR" b="0" i="0" dirty="0"/>
              <a:t>(</a:t>
            </a:r>
            <a:r>
              <a:rPr lang="en-US" altLang="ko-KR" b="0" i="0" dirty="0" err="1"/>
              <a:t>phost</a:t>
            </a:r>
            <a:r>
              <a:rPr lang="en-US" altLang="ko-KR" b="0" i="0" dirty="0"/>
              <a:t>); // Get the info</a:t>
            </a:r>
          </a:p>
          <a:p>
            <a:pPr marL="0" indent="0">
              <a:buNone/>
            </a:pPr>
            <a:r>
              <a:rPr lang="en-US" altLang="ko-KR" b="0" i="0" dirty="0"/>
              <a:t>int </a:t>
            </a:r>
            <a:r>
              <a:rPr lang="en-US" altLang="ko-KR" b="0" i="0" dirty="0" err="1"/>
              <a:t>X_Val</a:t>
            </a:r>
            <a:r>
              <a:rPr lang="en-US" altLang="ko-KR" b="0" i="0" dirty="0"/>
              <a:t> = </a:t>
            </a:r>
            <a:r>
              <a:rPr lang="en-US" altLang="ko-KR" b="0" i="0" dirty="0" err="1"/>
              <a:t>Mouse_Info</a:t>
            </a:r>
            <a:r>
              <a:rPr lang="en-US" altLang="ko-KR" b="0" i="0" dirty="0"/>
              <a:t>-&gt;x; // get the x value</a:t>
            </a:r>
          </a:p>
          <a:p>
            <a:pPr marL="0" indent="0">
              <a:buNone/>
            </a:pPr>
            <a:r>
              <a:rPr lang="en-US" altLang="ko-KR" b="0" i="0" dirty="0"/>
              <a:t>int </a:t>
            </a:r>
            <a:r>
              <a:rPr lang="en-US" altLang="ko-KR" b="0" i="0" dirty="0" err="1"/>
              <a:t>Y_Val</a:t>
            </a:r>
            <a:r>
              <a:rPr lang="en-US" altLang="ko-KR" b="0" i="0" dirty="0"/>
              <a:t> = </a:t>
            </a:r>
            <a:r>
              <a:rPr lang="en-US" altLang="ko-KR" b="0" i="0" dirty="0" err="1"/>
              <a:t>Mouse_Info</a:t>
            </a:r>
            <a:r>
              <a:rPr lang="en-US" altLang="ko-KR" b="0" i="0" dirty="0"/>
              <a:t>-&gt;y; // get the y value</a:t>
            </a:r>
          </a:p>
          <a:p>
            <a:pPr marL="0" indent="0">
              <a:buNone/>
            </a:pPr>
            <a:r>
              <a:rPr lang="en-US" altLang="ko-KR" b="0" i="0" dirty="0"/>
              <a:t>if (</a:t>
            </a:r>
            <a:r>
              <a:rPr lang="en-US" altLang="ko-KR" b="0" i="0" dirty="0" err="1"/>
              <a:t>X_Val</a:t>
            </a:r>
            <a:r>
              <a:rPr lang="en-US" altLang="ko-KR" b="0" i="0" dirty="0"/>
              <a:t> &gt; 127) </a:t>
            </a:r>
            <a:r>
              <a:rPr lang="en-US" altLang="ko-KR" b="0" i="0" dirty="0" err="1"/>
              <a:t>X_Val</a:t>
            </a:r>
            <a:r>
              <a:rPr lang="en-US" altLang="ko-KR" b="0" i="0" dirty="0"/>
              <a:t> -= 255;</a:t>
            </a:r>
          </a:p>
          <a:p>
            <a:pPr marL="0" indent="0">
              <a:buNone/>
            </a:pPr>
            <a:r>
              <a:rPr lang="en-US" altLang="ko-KR" b="0" i="0" dirty="0"/>
              <a:t>if (</a:t>
            </a:r>
            <a:r>
              <a:rPr lang="en-US" altLang="ko-KR" b="0" i="0" dirty="0" err="1"/>
              <a:t>Y_Val</a:t>
            </a:r>
            <a:r>
              <a:rPr lang="en-US" altLang="ko-KR" b="0" i="0" dirty="0"/>
              <a:t> &gt; 127) </a:t>
            </a:r>
            <a:r>
              <a:rPr lang="en-US" altLang="ko-KR" b="0" i="0" dirty="0" err="1"/>
              <a:t>Y_Val</a:t>
            </a:r>
            <a:r>
              <a:rPr lang="en-US" altLang="ko-KR" b="0" i="0" dirty="0"/>
              <a:t> -= 255;</a:t>
            </a:r>
          </a:p>
          <a:p>
            <a:pPr marL="0" indent="0">
              <a:buNone/>
            </a:pPr>
            <a:r>
              <a:rPr lang="en-US" altLang="ko-KR" b="0" i="0" dirty="0" err="1"/>
              <a:t>printf</a:t>
            </a:r>
            <a:r>
              <a:rPr lang="en-US" altLang="ko-KR" b="0" i="0" dirty="0"/>
              <a:t> ("X=%d, Y=%d, Button1=%d, Button2=%d, Button3=%d\r\n", </a:t>
            </a:r>
            <a:r>
              <a:rPr lang="en-US" altLang="ko-KR" b="0" i="0" dirty="0" err="1"/>
              <a:t>X_Val</a:t>
            </a:r>
            <a:r>
              <a:rPr lang="en-US" altLang="ko-KR" b="0" i="0" dirty="0"/>
              <a:t>, </a:t>
            </a:r>
            <a:r>
              <a:rPr lang="en-US" altLang="ko-KR" b="0" i="0" dirty="0" err="1"/>
              <a:t>Y_Val</a:t>
            </a:r>
            <a:r>
              <a:rPr lang="en-US" altLang="ko-KR" b="0" i="0" dirty="0"/>
              <a:t>, \</a:t>
            </a:r>
          </a:p>
          <a:p>
            <a:pPr marL="0" indent="0">
              <a:buNone/>
            </a:pPr>
            <a:r>
              <a:rPr lang="en-US" altLang="ko-KR" b="0" i="0" dirty="0" err="1"/>
              <a:t>Mouse_Info</a:t>
            </a:r>
            <a:r>
              <a:rPr lang="en-US" altLang="ko-KR" b="0" i="0" dirty="0"/>
              <a:t>-&gt;buttons[0],</a:t>
            </a:r>
            <a:r>
              <a:rPr lang="en-US" altLang="ko-KR" b="0" i="0" dirty="0" err="1"/>
              <a:t>Mouse_Info</a:t>
            </a:r>
            <a:r>
              <a:rPr lang="en-US" altLang="ko-KR" b="0" i="0" dirty="0"/>
              <a:t>-&gt;buttons[1], </a:t>
            </a:r>
            <a:r>
              <a:rPr lang="en-US" altLang="ko-KR" b="0" i="0" dirty="0" err="1"/>
              <a:t>Mouse_Info</a:t>
            </a:r>
            <a:r>
              <a:rPr lang="en-US" altLang="ko-KR" b="0" i="0" dirty="0"/>
              <a:t>-&gt;buttons[2]);</a:t>
            </a:r>
          </a:p>
          <a:p>
            <a:pPr marL="0" indent="0">
              <a:buNone/>
            </a:pPr>
            <a:r>
              <a:rPr lang="en-US" altLang="ko-KR" b="0" i="0" dirty="0"/>
              <a:t>}</a:t>
            </a:r>
          </a:p>
          <a:p>
            <a:pPr marL="0" indent="0">
              <a:buNone/>
            </a:pPr>
            <a:br>
              <a:rPr lang="en-US" altLang="ko-KR" b="0" i="0" dirty="0"/>
            </a:br>
            <a:endParaRPr lang="en-US" altLang="ko-KR" b="0" i="0" dirty="0"/>
          </a:p>
          <a:p>
            <a:pPr marL="0" indent="0">
              <a:buNone/>
            </a:pPr>
            <a:r>
              <a:rPr lang="en-US" altLang="ko-KR" b="0" i="0" dirty="0"/>
              <a:t>if(</a:t>
            </a:r>
            <a:r>
              <a:rPr lang="en-US" altLang="ko-KR" b="0" i="0" dirty="0" err="1"/>
              <a:t>USBH_HID_GetDeviceType</a:t>
            </a:r>
            <a:r>
              <a:rPr lang="en-US" altLang="ko-KR" b="0" i="0" dirty="0"/>
              <a:t>(</a:t>
            </a:r>
            <a:r>
              <a:rPr lang="en-US" altLang="ko-KR" b="0" i="0" dirty="0" err="1"/>
              <a:t>phost</a:t>
            </a:r>
            <a:r>
              <a:rPr lang="en-US" altLang="ko-KR" b="0" i="0" dirty="0"/>
              <a:t>) == HID_KEYBOARD) // if the HID is Mouse</a:t>
            </a:r>
          </a:p>
          <a:p>
            <a:pPr marL="0" indent="0">
              <a:buNone/>
            </a:pPr>
            <a:r>
              <a:rPr lang="en-US" altLang="ko-KR" b="0" i="0" dirty="0"/>
              <a:t>{</a:t>
            </a:r>
          </a:p>
          <a:p>
            <a:pPr marL="0" indent="0">
              <a:buNone/>
            </a:pPr>
            <a:r>
              <a:rPr lang="en-US" altLang="ko-KR" b="0" i="0" dirty="0"/>
              <a:t>uint8_t key;</a:t>
            </a:r>
          </a:p>
          <a:p>
            <a:pPr marL="0" indent="0">
              <a:buNone/>
            </a:pPr>
            <a:r>
              <a:rPr lang="en-US" altLang="ko-KR" b="0" i="0" dirty="0" err="1"/>
              <a:t>HID_KEYBD_Info_TypeDef</a:t>
            </a:r>
            <a:r>
              <a:rPr lang="en-US" altLang="ko-KR" b="0" i="0" dirty="0"/>
              <a:t> *</a:t>
            </a:r>
            <a:r>
              <a:rPr lang="en-US" altLang="ko-KR" b="0" i="0" dirty="0" err="1"/>
              <a:t>Keyboard_Info</a:t>
            </a:r>
            <a:r>
              <a:rPr lang="en-US" altLang="ko-KR" b="0" i="0" dirty="0"/>
              <a:t>;</a:t>
            </a:r>
          </a:p>
          <a:p>
            <a:pPr marL="0" indent="0">
              <a:buNone/>
            </a:pPr>
            <a:r>
              <a:rPr lang="en-US" altLang="ko-KR" b="0" i="0" dirty="0" err="1"/>
              <a:t>Keyboard_Info</a:t>
            </a:r>
            <a:r>
              <a:rPr lang="en-US" altLang="ko-KR" b="0" i="0" dirty="0"/>
              <a:t> = </a:t>
            </a:r>
            <a:r>
              <a:rPr lang="en-US" altLang="ko-KR" b="0" i="0" dirty="0" err="1"/>
              <a:t>USBH_HID_GetKeybdInfo</a:t>
            </a:r>
            <a:r>
              <a:rPr lang="en-US" altLang="ko-KR" b="0" i="0" dirty="0"/>
              <a:t>(</a:t>
            </a:r>
            <a:r>
              <a:rPr lang="en-US" altLang="ko-KR" b="0" i="0" dirty="0" err="1"/>
              <a:t>phost</a:t>
            </a:r>
            <a:r>
              <a:rPr lang="en-US" altLang="ko-KR" b="0" i="0" dirty="0"/>
              <a:t>); // get the info</a:t>
            </a:r>
          </a:p>
          <a:p>
            <a:pPr marL="0" indent="0">
              <a:buNone/>
            </a:pPr>
            <a:r>
              <a:rPr lang="en-US" altLang="ko-KR" b="0" i="0" dirty="0"/>
              <a:t>key = </a:t>
            </a:r>
            <a:r>
              <a:rPr lang="en-US" altLang="ko-KR" b="0" i="0" dirty="0" err="1"/>
              <a:t>USBH_HID_GetASCIICode</a:t>
            </a:r>
            <a:r>
              <a:rPr lang="en-US" altLang="ko-KR" b="0" i="0" dirty="0"/>
              <a:t>(</a:t>
            </a:r>
            <a:r>
              <a:rPr lang="en-US" altLang="ko-KR" b="0" i="0" dirty="0" err="1"/>
              <a:t>Keyboard_Info</a:t>
            </a:r>
            <a:r>
              <a:rPr lang="en-US" altLang="ko-KR" b="0" i="0" dirty="0"/>
              <a:t>); // get the key pressed</a:t>
            </a:r>
          </a:p>
          <a:p>
            <a:pPr marL="0" indent="0">
              <a:buNone/>
            </a:pPr>
            <a:r>
              <a:rPr lang="en-US" altLang="ko-KR" b="0" i="0"/>
              <a:t>if</a:t>
            </a:r>
            <a:r>
              <a:rPr lang="en-US" altLang="ko-KR" b="0" i="0" dirty="0"/>
              <a:t>(key &gt;= 20 </a:t>
            </a:r>
            <a:r>
              <a:rPr lang="en-US" altLang="ko-KR" b="0" i="0"/>
              <a:t>&amp;&amp; key &lt;= 126)</a:t>
            </a:r>
          </a:p>
          <a:p>
            <a:pPr marL="0" indent="0">
              <a:buNone/>
            </a:pPr>
            <a:r>
              <a:rPr lang="en-US" altLang="ko-KR" b="0" i="0" dirty="0" err="1"/>
              <a:t>printf</a:t>
            </a:r>
            <a:r>
              <a:rPr lang="en-US" altLang="ko-KR" b="0" i="0" dirty="0"/>
              <a:t>("Key Pressed = %c\r\n", key);</a:t>
            </a:r>
          </a:p>
          <a:p>
            <a:pPr marL="0" indent="0">
              <a:buNone/>
            </a:pPr>
            <a:r>
              <a:rPr lang="en-US" altLang="ko-KR" b="0" i="0" dirty="0"/>
              <a:t>}</a:t>
            </a:r>
          </a:p>
          <a:p>
            <a:pPr marL="0" indent="0">
              <a:buNone/>
            </a:pPr>
            <a:r>
              <a:rPr lang="en-US" altLang="ko-KR" b="0" i="0" dirty="0"/>
              <a:t>}</a:t>
            </a:r>
          </a:p>
          <a:p>
            <a:pPr marL="0" indent="0">
              <a:buNone/>
            </a:pPr>
            <a:r>
              <a:rPr lang="en-US" altLang="ko-KR" b="0" i="0" dirty="0"/>
              <a:t>/* USER CODE END 0 */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685367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J17 USB HOST </a:t>
            </a:r>
            <a:r>
              <a:rPr lang="ko-KR" altLang="en-US" b="0" i="0" kern="0" dirty="0"/>
              <a:t>커넥터에 마우스나 키보드를 연결하고 입력을 주면 입력 정보가 터미널에 표시되는지 확인한다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942EF7-21C2-A86A-176F-A297D724F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512373"/>
            <a:ext cx="514350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18526</TotalTime>
  <Words>910</Words>
  <Application>Microsoft Office PowerPoint</Application>
  <PresentationFormat>화면 슬라이드 쇼(4:3)</PresentationFormat>
  <Paragraphs>150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USB Host 실습</vt:lpstr>
      <vt:lpstr>Project 생성 - USB Host HID</vt:lpstr>
      <vt:lpstr>Project 생성 - USB Host HID</vt:lpstr>
      <vt:lpstr>Project 생성 - USB Host HID</vt:lpstr>
      <vt:lpstr>Project 생성 - USB Host HID</vt:lpstr>
      <vt:lpstr>Project 생성 - USB Host HID</vt:lpstr>
      <vt:lpstr>Project 생성 - USB Host HID</vt:lpstr>
      <vt:lpstr>Project 생성 - USB Host HID</vt:lpstr>
      <vt:lpstr>Project 생성 - USB Host HID</vt:lpstr>
      <vt:lpstr>Project 생성 - USB Host HID</vt:lpstr>
      <vt:lpstr>Project 생성 - USB Host HID</vt:lpstr>
      <vt:lpstr>Project 생성 - USB Host HID</vt:lpstr>
      <vt:lpstr>Project 생성 - USB Host HID</vt:lpstr>
      <vt:lpstr>BIN 파일 생성 설정</vt:lpstr>
      <vt:lpstr>BIN 파일 생성 설정</vt:lpstr>
      <vt:lpstr>Code 수정 </vt:lpstr>
      <vt:lpstr>Code 수정 </vt:lpstr>
      <vt:lpstr>Code 수정 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665</cp:revision>
  <dcterms:created xsi:type="dcterms:W3CDTF">2006-02-08T03:00:46Z</dcterms:created>
  <dcterms:modified xsi:type="dcterms:W3CDTF">2026-01-19T02:40:17Z</dcterms:modified>
</cp:coreProperties>
</file>