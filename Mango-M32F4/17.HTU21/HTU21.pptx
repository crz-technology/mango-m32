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02" r:id="rId18"/>
    <p:sldId id="369" r:id="rId19"/>
    <p:sldId id="393" r:id="rId20"/>
    <p:sldId id="410" r:id="rId21"/>
    <p:sldId id="413" r:id="rId22"/>
    <p:sldId id="412" r:id="rId23"/>
    <p:sldId id="372" r:id="rId24"/>
    <p:sldId id="373" r:id="rId25"/>
    <p:sldId id="374" r:id="rId26"/>
    <p:sldId id="375" r:id="rId27"/>
    <p:sldId id="376" r:id="rId28"/>
    <p:sldId id="377" r:id="rId29"/>
    <p:sldId id="378" r:id="rId30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HTU21 – </a:t>
            </a:r>
            <a:r>
              <a:rPr lang="ko-KR" altLang="en-US" dirty="0" err="1"/>
              <a:t>온습도</a:t>
            </a:r>
            <a:r>
              <a:rPr lang="en-US" altLang="ko-KR" dirty="0"/>
              <a:t>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HTU21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0x40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Command Table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A3DEF9-CBEA-1A9C-22F4-9BB1706D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78" y="1287715"/>
            <a:ext cx="8125039" cy="1079366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2932C7-5A1B-58B2-C6CB-DCB1DAF12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573016"/>
            <a:ext cx="8125040" cy="20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HTU21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Humidity Conversion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Temperature Conversion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2455A2-22DB-7678-7FD3-9627E632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0" y="1412776"/>
            <a:ext cx="8738416" cy="1510257"/>
          </a:xfrm>
          <a:prstGeom prst="rect">
            <a:avLst/>
          </a:prstGeom>
        </p:spPr>
      </p:pic>
      <p:pic>
        <p:nvPicPr>
          <p:cNvPr id="8" name="그림 7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031E2E-A79D-02BB-C5F6-91D664969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74" y="3934968"/>
            <a:ext cx="8679928" cy="17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HTU21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0x40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/* USER CODE BEGIN PD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HTU21_I2C_ADDR (0x40 &lt;&lt; 1)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REG_RTEMP_READ_HOLD             0xE3</a:t>
            </a:r>
          </a:p>
          <a:p>
            <a:pPr marL="0" indent="0">
              <a:buNone/>
            </a:pPr>
            <a:r>
              <a:rPr lang="en-US" altLang="ko-KR" sz="1200" b="0" i="0" dirty="0"/>
              <a:t>#define REG_RHUM_READ_HOLD              0xE5</a:t>
            </a:r>
          </a:p>
          <a:p>
            <a:pPr marL="0" indent="0">
              <a:buNone/>
            </a:pPr>
            <a:r>
              <a:rPr lang="en-US" altLang="ko-KR" sz="1200" b="0" i="0" dirty="0"/>
              <a:t>#define REG_SOFT_RESET                  0xFE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//CRC error macros</a:t>
            </a:r>
          </a:p>
          <a:p>
            <a:pPr marL="0" indent="0">
              <a:buNone/>
            </a:pPr>
            <a:r>
              <a:rPr lang="en-US" altLang="ko-KR" sz="1200" b="0" i="0" dirty="0"/>
              <a:t>#define CRC_MATCH               1</a:t>
            </a:r>
          </a:p>
          <a:p>
            <a:pPr marL="0" indent="0">
              <a:buNone/>
            </a:pPr>
            <a:r>
              <a:rPr lang="en-US" altLang="ko-KR" sz="1200" b="0" i="0" dirty="0"/>
              <a:t>#define CRC_NOTMATCH            0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//CRC macros</a:t>
            </a:r>
          </a:p>
          <a:p>
            <a:pPr marL="0" indent="0">
              <a:buNone/>
            </a:pPr>
            <a:r>
              <a:rPr lang="en-US" altLang="ko-KR" sz="1200" b="0" i="0" dirty="0"/>
              <a:t>#define CRC_POLYNOMIAL          0x131   // Generator Polynomial X^8 + X^5+ X^4+ 1</a:t>
            </a:r>
          </a:p>
          <a:p>
            <a:pPr marL="0" indent="0">
              <a:buNone/>
            </a:pPr>
            <a:r>
              <a:rPr lang="en-US" altLang="ko-KR" sz="1200" b="0" i="0" dirty="0"/>
              <a:t>#define CRC_POLYNOMIAL_WIDTH    9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PD */</a:t>
            </a:r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AB20-DD54-239E-B4BB-D17E818A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38F4-DBE6-42BE-740E-E78A7344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27BE-3E2A-BD11-55CB-F2BA8FF9710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CRC </a:t>
            </a:r>
            <a:r>
              <a:rPr lang="ko-KR" altLang="en-US" b="0" i="0" kern="0" dirty="0"/>
              <a:t>함수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int 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(uint16_t dt, uint8_t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polynomial = CRC_POLYNOMIAL &lt;&lt; (16 - CRC_POLYNOMIAL_WIDTH);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result = dt;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</a:t>
            </a:r>
            <a:r>
              <a:rPr lang="en-US" altLang="ko-KR" sz="1200" b="0" i="0" dirty="0" err="1"/>
              <a:t>top_bit</a:t>
            </a:r>
            <a:r>
              <a:rPr lang="en-US" altLang="ko-KR" sz="1200" b="0" i="0" dirty="0"/>
              <a:t> = 0x8000;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for(int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=0;i&lt;16;i++)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if(result &amp; </a:t>
            </a:r>
            <a:r>
              <a:rPr lang="en-US" altLang="ko-KR" sz="1200" b="0" i="0" dirty="0" err="1"/>
              <a:t>top_bit</a:t>
            </a:r>
            <a:r>
              <a:rPr lang="en-US" altLang="ko-KR" sz="1200" b="0" i="0" dirty="0"/>
              <a:t>) result ^= polynomial;</a:t>
            </a:r>
          </a:p>
          <a:p>
            <a:pPr marL="0" indent="0">
              <a:buNone/>
            </a:pPr>
            <a:r>
              <a:rPr lang="en-US" altLang="ko-KR" sz="1200" b="0" i="0" dirty="0"/>
              <a:t>        result &lt;&lt;= 1;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result &gt;&gt;= 8;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== result ? CRC_MATCH : CRC_NOTMATCH;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</a:p>
        </p:txBody>
      </p:sp>
    </p:spTree>
    <p:extLst>
      <p:ext uri="{BB962C8B-B14F-4D97-AF65-F5344CB8AC3E}">
        <p14:creationId xmlns:p14="http://schemas.microsoft.com/office/powerpoint/2010/main" val="44804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D50C-D7A0-9A88-40BE-A0AE98C2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B29AF-9FE0-215A-FB98-3AF78C6C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0C4C-A309-861B-8620-90E9AB953EE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초기화시에 </a:t>
            </a:r>
            <a:r>
              <a:rPr lang="en-US" altLang="ko-KR" b="0" i="0" kern="0" dirty="0"/>
              <a:t>Software Reset</a:t>
            </a:r>
            <a:r>
              <a:rPr lang="ko-KR" altLang="en-US" b="0" i="0" kern="0" dirty="0"/>
              <a:t>를 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reg;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data[3];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int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("I2C-HTU21 test\r\n");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  reg = REG_SOFT_RESET;</a:t>
            </a:r>
          </a:p>
          <a:p>
            <a:pPr marL="0" indent="0">
              <a:buNone/>
            </a:pPr>
            <a:r>
              <a:rPr lang="en-US" altLang="ko-KR" sz="1200" b="0" i="0" dirty="0"/>
              <a:t>  status = HAL_I2C_Master_Transmit(&amp;hi2c1, HTU21_I2C_ADDR,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(300);</a:t>
            </a:r>
          </a:p>
        </p:txBody>
      </p:sp>
    </p:spTree>
    <p:extLst>
      <p:ext uri="{BB962C8B-B14F-4D97-AF65-F5344CB8AC3E}">
        <p14:creationId xmlns:p14="http://schemas.microsoft.com/office/powerpoint/2010/main" val="3059486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D98D-EDA4-7C37-1524-A06ADCC5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BAF7E-9763-8589-7D08-D8792DD8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CD07-F00A-9A75-A83D-366FC238AB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1</a:t>
            </a:r>
            <a:r>
              <a:rPr lang="ko-KR" altLang="en-US" b="0" i="0" kern="0" dirty="0"/>
              <a:t>초 주기로 온도와 습도 정보를 표시한다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  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		reg = REG_RTEMP_READ_HOLD;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HAL_I2C_Master_Transmit(&amp;hi2c1, HTU21_I2C_ADDR,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HAL_I2C_Master_Receive(&amp;hi2c1, HTU21_I2C_ADDR, data, 3, 1000);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= (data[0] &lt;&lt; 8) | data[1];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 data[2];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 == CRC_MATCH)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&amp;= 0xFFFC;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= ((17572 *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) &gt;&gt; 16) - 4685;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("TEMP=%d.%</a:t>
            </a:r>
            <a:r>
              <a:rPr lang="en-US" altLang="ko-KR" sz="1200" b="0" i="0" dirty="0" err="1"/>
              <a:t>d°C</a:t>
            </a:r>
            <a:r>
              <a:rPr lang="en-US" altLang="ko-KR" sz="1200" b="0" i="0" dirty="0"/>
              <a:t>\r\n",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/ 100,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% 100);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reg = REG_RHUM_READ_HOLD;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HAL_I2C_Master_Transmit(&amp;hi2c1, HTU21_I2C_ADDR,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HAL_I2C_Master_Receive(&amp;hi2c1, HTU21_I2C_ADDR, data, 3, 1000);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= (data[0] &lt;&lt; 8) | data[1];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 data[2];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 == CRC_MATCH)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&amp;= 0xFFFC;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= ((125 *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) &gt;&gt; 16) - 6;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("HUMID=%d%%\r\n",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2011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CR-HTU21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r>
              <a:rPr lang="ko-KR" altLang="en-US" b="0" i="0" kern="0" dirty="0"/>
              <a:t>온도와 습도가 정상적으로 읽힘</a:t>
            </a:r>
            <a:r>
              <a:rPr lang="en-US" altLang="ko-KR" b="0" i="0" kern="0" dirty="0"/>
              <a:t>.</a:t>
            </a:r>
            <a:r>
              <a:rPr lang="ko-KR" altLang="en-US" b="0" i="0" kern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컴퓨터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3B7AD1-F84A-00A1-D3C7-EA14E49DB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1844824"/>
            <a:ext cx="7056887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21459</TotalTime>
  <Words>1215</Words>
  <Application>Microsoft Office PowerPoint</Application>
  <PresentationFormat>화면 슬라이드 쇼(4:3)</PresentationFormat>
  <Paragraphs>220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HTU21 – 온습도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HTU21 데이터시트</vt:lpstr>
      <vt:lpstr>HTU21 데이터시트</vt:lpstr>
      <vt:lpstr>Code 수정 </vt:lpstr>
      <vt:lpstr>Code 수정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874</cp:revision>
  <dcterms:created xsi:type="dcterms:W3CDTF">2006-02-08T03:00:46Z</dcterms:created>
  <dcterms:modified xsi:type="dcterms:W3CDTF">2026-01-21T07:51:01Z</dcterms:modified>
</cp:coreProperties>
</file>