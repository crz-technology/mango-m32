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3"/>
  </p:notesMasterIdLst>
  <p:handoutMasterIdLst>
    <p:handoutMasterId r:id="rId14"/>
  </p:handoutMasterIdLst>
  <p:sldIdLst>
    <p:sldId id="308" r:id="rId2"/>
    <p:sldId id="332" r:id="rId3"/>
    <p:sldId id="352" r:id="rId4"/>
    <p:sldId id="421" r:id="rId5"/>
    <p:sldId id="349" r:id="rId6"/>
    <p:sldId id="422" r:id="rId7"/>
    <p:sldId id="467" r:id="rId8"/>
    <p:sldId id="468" r:id="rId9"/>
    <p:sldId id="430" r:id="rId10"/>
    <p:sldId id="469" r:id="rId11"/>
    <p:sldId id="423" r:id="rId12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75" d="100"/>
          <a:sy n="75" d="100"/>
        </p:scale>
        <p:origin x="1795" y="283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ko-KR" altLang="en-US" dirty="0" err="1"/>
              <a:t>디버거</a:t>
            </a:r>
            <a:r>
              <a:rPr lang="ko-KR" altLang="en-US" dirty="0"/>
              <a:t> 소개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2026.01.22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ST-Link V2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9166-90EC-43EA-C1CC-D0373F9804A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</p:txBody>
      </p:sp>
      <p:pic>
        <p:nvPicPr>
          <p:cNvPr id="5" name="그림 4" descr="케이블, 데이터 전송 케이블, 전자제품, 어댑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91A3DE-58B9-B5C5-66C8-00DB1E741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60" y="937207"/>
            <a:ext cx="7284863" cy="536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3C7-A48A-126F-9530-3B88896A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E170D-18D7-0564-83B9-57A85421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STM32 </a:t>
            </a:r>
            <a:r>
              <a:rPr lang="ko-KR" altLang="en-US" dirty="0"/>
              <a:t>부트 모드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5354-5026-C919-B1B7-E6E853310421}"/>
              </a:ext>
            </a:extLst>
          </p:cNvPr>
          <p:cNvSpPr txBox="1">
            <a:spLocks/>
          </p:cNvSpPr>
          <p:nvPr/>
        </p:nvSpPr>
        <p:spPr bwMode="auto">
          <a:xfrm>
            <a:off x="614834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</p:txBody>
      </p:sp>
      <p:pic>
        <p:nvPicPr>
          <p:cNvPr id="5" name="그림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B8F620-F516-F754-65F1-1C081542E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924944"/>
            <a:ext cx="4076700" cy="3419475"/>
          </a:xfrm>
          <a:prstGeom prst="rect">
            <a:avLst/>
          </a:prstGeom>
        </p:spPr>
      </p:pic>
      <p:pic>
        <p:nvPicPr>
          <p:cNvPr id="8" name="그림 7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68C911-1F54-97AF-7E7C-F79404FEE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979952"/>
            <a:ext cx="7886700" cy="185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4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353E6-0D04-F442-E09B-A997BB0E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E62AD8-01AB-8A51-F15B-49A157D9F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Linker Script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26FA9-CFC8-5A75-5EDF-FA03A426EE8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Main Flash Memory(0x8000000)</a:t>
            </a:r>
          </a:p>
          <a:p>
            <a:pPr>
              <a:buFontTx/>
              <a:buChar char="-"/>
            </a:pPr>
            <a:r>
              <a:rPr lang="en-US" altLang="ko-KR" b="0" i="0" kern="0" dirty="0"/>
              <a:t>STM32F407ZETX_FLASH.ld</a:t>
            </a:r>
          </a:p>
          <a:p>
            <a:pPr>
              <a:buFontTx/>
              <a:buChar char="-"/>
            </a:pPr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Embedded SRAM(0x20000000)</a:t>
            </a:r>
          </a:p>
          <a:p>
            <a:pPr>
              <a:buFontTx/>
              <a:buChar char="-"/>
            </a:pPr>
            <a:r>
              <a:rPr lang="en-US" altLang="ko-KR" b="0" i="0" kern="0" dirty="0"/>
              <a:t>STM32F407ZETX_RAM.ld</a:t>
            </a:r>
          </a:p>
          <a:p>
            <a:pPr>
              <a:buFontTx/>
              <a:buChar char="-"/>
            </a:pPr>
            <a:endParaRPr lang="en-US" altLang="ko-KR" b="0" i="0" kern="0" dirty="0"/>
          </a:p>
          <a:p>
            <a:r>
              <a:rPr lang="en-US" altLang="ko-KR" b="0" i="0" kern="0" dirty="0"/>
              <a:t>Address </a:t>
            </a:r>
            <a:r>
              <a:rPr lang="ko-KR" altLang="en-US" b="0" i="0" kern="0" dirty="0"/>
              <a:t>정보 </a:t>
            </a:r>
            <a:r>
              <a:rPr lang="en-US" altLang="ko-KR" b="0" i="0" kern="0"/>
              <a:t>- Map </a:t>
            </a:r>
            <a:r>
              <a:rPr lang="ko-KR" altLang="en-US" b="0" i="0" kern="0" dirty="0"/>
              <a:t>파일 참조</a:t>
            </a:r>
            <a:endParaRPr lang="en-US" altLang="ko-KR" b="0" i="0" kern="0" dirty="0"/>
          </a:p>
          <a:p>
            <a:pPr>
              <a:buFontTx/>
              <a:buChar char="-"/>
            </a:pPr>
            <a:r>
              <a:rPr lang="en-US" altLang="ko-KR" b="0" i="0" kern="0" dirty="0"/>
              <a:t>[</a:t>
            </a:r>
            <a:r>
              <a:rPr lang="en-US" altLang="ko-KR" b="0" i="0" kern="0" dirty="0" err="1"/>
              <a:t>project_name</a:t>
            </a:r>
            <a:r>
              <a:rPr lang="en-US" altLang="ko-KR" b="0" i="0" kern="0" dirty="0"/>
              <a:t>].map</a:t>
            </a:r>
          </a:p>
          <a:p>
            <a:pPr>
              <a:buFontTx/>
              <a:buChar char="-"/>
            </a:pPr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2190720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CFF4-1FCE-9767-54F6-B4B2759F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B6238-B047-C9B8-FFF0-928DA0DE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 Table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4366-9F84-AC61-925C-FCEF5F8FF2A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550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sz="3600" b="0" i="0" kern="0" dirty="0"/>
              <a:t>Linker Script - STM32F407ZETX_FLASH.ld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/* Entry Point */</a:t>
            </a:r>
          </a:p>
          <a:p>
            <a:pPr marL="0" indent="0">
              <a:buNone/>
            </a:pPr>
            <a:r>
              <a:rPr lang="en-US" altLang="ko-KR" b="0" i="0" kern="0" dirty="0"/>
              <a:t>ENTRY(</a:t>
            </a:r>
            <a:r>
              <a:rPr lang="en-US" altLang="ko-KR" b="0" i="0" kern="0" dirty="0" err="1"/>
              <a:t>Reset_Handler</a:t>
            </a:r>
            <a:r>
              <a:rPr lang="en-US" altLang="ko-KR" b="0" i="0" kern="0" dirty="0"/>
              <a:t>)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/* Highest address of the user mode stack */</a:t>
            </a:r>
          </a:p>
          <a:p>
            <a:pPr marL="0" indent="0">
              <a:buNone/>
            </a:pPr>
            <a:r>
              <a:rPr lang="en-US" altLang="ko-KR" b="0" i="0" kern="0" dirty="0"/>
              <a:t>_</a:t>
            </a:r>
            <a:r>
              <a:rPr lang="en-US" altLang="ko-KR" b="0" i="0" kern="0" dirty="0" err="1"/>
              <a:t>estack</a:t>
            </a:r>
            <a:r>
              <a:rPr lang="en-US" altLang="ko-KR" b="0" i="0" kern="0" dirty="0"/>
              <a:t> = ORIGIN(RAM) + LENGTH(RAM); /* end of "RAM" Ram type memory */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_</a:t>
            </a:r>
            <a:r>
              <a:rPr lang="en-US" altLang="ko-KR" b="0" i="0" kern="0" dirty="0" err="1"/>
              <a:t>Min_Heap_Size</a:t>
            </a:r>
            <a:r>
              <a:rPr lang="en-US" altLang="ko-KR" b="0" i="0" kern="0" dirty="0"/>
              <a:t> = 0x200; /* required amount of heap */</a:t>
            </a:r>
          </a:p>
          <a:p>
            <a:pPr marL="0" indent="0">
              <a:buNone/>
            </a:pPr>
            <a:r>
              <a:rPr lang="en-US" altLang="ko-KR" b="0" i="0" kern="0" dirty="0"/>
              <a:t>_</a:t>
            </a:r>
            <a:r>
              <a:rPr lang="en-US" altLang="ko-KR" b="0" i="0" kern="0" dirty="0" err="1"/>
              <a:t>Min_Stack_Size</a:t>
            </a:r>
            <a:r>
              <a:rPr lang="en-US" altLang="ko-KR" b="0" i="0" kern="0" dirty="0"/>
              <a:t> = 0x400; /* required amount of stack */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/* Memories definition */</a:t>
            </a:r>
          </a:p>
          <a:p>
            <a:pPr marL="0" indent="0">
              <a:buNone/>
            </a:pPr>
            <a:r>
              <a:rPr lang="en-US" altLang="ko-KR" b="0" i="0" kern="0" dirty="0"/>
              <a:t>MEMORY</a:t>
            </a:r>
          </a:p>
          <a:p>
            <a:pPr marL="0" indent="0">
              <a:buNone/>
            </a:pPr>
            <a:r>
              <a:rPr lang="en-US" altLang="ko-KR" b="0" i="0" kern="0" dirty="0"/>
              <a:t>{</a:t>
            </a:r>
          </a:p>
          <a:p>
            <a:pPr marL="0" indent="0">
              <a:buNone/>
            </a:pPr>
            <a:r>
              <a:rPr lang="en-US" altLang="ko-KR" b="0" i="0" kern="0" dirty="0"/>
              <a:t>  CCMRAM    (</a:t>
            </a:r>
            <a:r>
              <a:rPr lang="en-US" altLang="ko-KR" b="0" i="0" kern="0" dirty="0" err="1"/>
              <a:t>xrw</a:t>
            </a:r>
            <a:r>
              <a:rPr lang="en-US" altLang="ko-KR" b="0" i="0" kern="0" dirty="0"/>
              <a:t>)    : ORIGIN = 0x10000000,   LENGTH = 64K</a:t>
            </a:r>
          </a:p>
          <a:p>
            <a:pPr marL="0" indent="0">
              <a:buNone/>
            </a:pPr>
            <a:r>
              <a:rPr lang="en-US" altLang="ko-KR" b="0" i="0" kern="0" dirty="0"/>
              <a:t>  RAM    (</a:t>
            </a:r>
            <a:r>
              <a:rPr lang="en-US" altLang="ko-KR" b="0" i="0" kern="0" dirty="0" err="1"/>
              <a:t>xrw</a:t>
            </a:r>
            <a:r>
              <a:rPr lang="en-US" altLang="ko-KR" b="0" i="0" kern="0" dirty="0"/>
              <a:t>)    : ORIGIN = 0x20000000,   LENGTH = 128K</a:t>
            </a:r>
          </a:p>
          <a:p>
            <a:pPr marL="0" indent="0">
              <a:buNone/>
            </a:pPr>
            <a:r>
              <a:rPr lang="en-US" altLang="ko-KR" b="0" i="0" kern="0" dirty="0"/>
              <a:t>  FLASH    (</a:t>
            </a:r>
            <a:r>
              <a:rPr lang="en-US" altLang="ko-KR" b="0" i="0" kern="0" dirty="0" err="1"/>
              <a:t>rx</a:t>
            </a:r>
            <a:r>
              <a:rPr lang="en-US" altLang="ko-KR" b="0" i="0" kern="0" dirty="0"/>
              <a:t>)    : ORIGIN = 0x8000000,   LENGTH = 512K</a:t>
            </a:r>
          </a:p>
          <a:p>
            <a:pPr marL="0" indent="0">
              <a:buNone/>
            </a:pPr>
            <a:r>
              <a:rPr lang="en-US" altLang="ko-KR" b="0" i="0" kern="0" dirty="0"/>
              <a:t>}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/* Sections */</a:t>
            </a:r>
          </a:p>
          <a:p>
            <a:pPr marL="0" indent="0">
              <a:buNone/>
            </a:pPr>
            <a:r>
              <a:rPr lang="en-US" altLang="ko-KR" b="0" i="0" kern="0" dirty="0"/>
              <a:t>SECTIONS</a:t>
            </a:r>
          </a:p>
          <a:p>
            <a:pPr marL="0" indent="0">
              <a:buNone/>
            </a:pPr>
            <a:r>
              <a:rPr lang="en-US" altLang="ko-KR" b="0" i="0" kern="0" dirty="0"/>
              <a:t>{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 /* The startup code into "FLASH" Rom type memory */</a:t>
            </a:r>
          </a:p>
          <a:p>
            <a:pPr marL="0" indent="0">
              <a:buNone/>
            </a:pPr>
            <a:r>
              <a:rPr lang="en-US" altLang="ko-KR" b="0" i="0" kern="0" dirty="0"/>
              <a:t>  .</a:t>
            </a:r>
            <a:r>
              <a:rPr lang="en-US" altLang="ko-KR" b="0" i="0" kern="0" dirty="0" err="1"/>
              <a:t>isr_vector</a:t>
            </a:r>
            <a:r>
              <a:rPr lang="en-US" altLang="ko-KR" b="0" i="0" kern="0" dirty="0"/>
              <a:t> :</a:t>
            </a:r>
          </a:p>
          <a:p>
            <a:pPr marL="0" indent="0">
              <a:buNone/>
            </a:pPr>
            <a:r>
              <a:rPr lang="en-US" altLang="ko-KR" b="0" i="0" kern="0" dirty="0"/>
              <a:t>  {</a:t>
            </a:r>
          </a:p>
          <a:p>
            <a:pPr marL="0" indent="0">
              <a:buNone/>
            </a:pPr>
            <a:r>
              <a:rPr lang="en-US" altLang="ko-KR" b="0" i="0" kern="0" dirty="0"/>
              <a:t>    . = ALIGN(4);</a:t>
            </a:r>
          </a:p>
          <a:p>
            <a:pPr marL="0" indent="0">
              <a:buNone/>
            </a:pPr>
            <a:r>
              <a:rPr lang="en-US" altLang="ko-KR" b="0" i="0" kern="0" dirty="0"/>
              <a:t>    KEEP(*(.</a:t>
            </a:r>
            <a:r>
              <a:rPr lang="en-US" altLang="ko-KR" i="0" kern="0" dirty="0" err="1"/>
              <a:t>isr_vector</a:t>
            </a:r>
            <a:r>
              <a:rPr lang="en-US" altLang="ko-KR" b="0" i="0" kern="0" dirty="0"/>
              <a:t>)) /* Startup code */</a:t>
            </a:r>
          </a:p>
          <a:p>
            <a:pPr marL="0" indent="0">
              <a:buNone/>
            </a:pPr>
            <a:r>
              <a:rPr lang="en-US" altLang="ko-KR" b="0" i="0" kern="0" dirty="0"/>
              <a:t>    . = ALIGN(4);</a:t>
            </a:r>
          </a:p>
          <a:p>
            <a:pPr marL="0" indent="0">
              <a:buNone/>
            </a:pPr>
            <a:r>
              <a:rPr lang="en-US" altLang="ko-KR" b="0" i="0" kern="0" dirty="0"/>
              <a:t>  } &gt;FLASH</a:t>
            </a:r>
          </a:p>
        </p:txBody>
      </p:sp>
    </p:spTree>
    <p:extLst>
      <p:ext uri="{BB962C8B-B14F-4D97-AF65-F5344CB8AC3E}">
        <p14:creationId xmlns:p14="http://schemas.microsoft.com/office/powerpoint/2010/main" val="2102795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CABED-B897-F304-6257-57651015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E41C16-9974-B534-B461-A2F0C5E6B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 Table - startup_stm32f407zetx.s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EA053-847C-D376-6470-CBBAA91650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b="0" i="0" kern="0" dirty="0"/>
              <a:t> .section .isr_vector,"a",%</a:t>
            </a:r>
            <a:r>
              <a:rPr lang="en-US" altLang="ko-KR" b="0" i="0" kern="0" dirty="0" err="1"/>
              <a:t>progbits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 .type </a:t>
            </a:r>
            <a:r>
              <a:rPr lang="en-US" altLang="ko-KR" b="0" i="0" kern="0" dirty="0" err="1"/>
              <a:t>g_pfnVectors</a:t>
            </a:r>
            <a:r>
              <a:rPr lang="en-US" altLang="ko-KR" b="0" i="0" kern="0" dirty="0"/>
              <a:t>, %object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 err="1"/>
              <a:t>g_pfnVectors</a:t>
            </a:r>
            <a:r>
              <a:rPr lang="en-US" altLang="ko-KR" b="0" i="0" kern="0" dirty="0"/>
              <a:t>:</a:t>
            </a:r>
          </a:p>
          <a:p>
            <a:pPr marL="0" indent="0">
              <a:buNone/>
            </a:pPr>
            <a:r>
              <a:rPr lang="en-US" altLang="ko-KR" b="0" i="0" kern="0" dirty="0"/>
              <a:t>  .word </a:t>
            </a:r>
            <a:r>
              <a:rPr lang="en-US" altLang="ko-KR" i="0" kern="0" dirty="0"/>
              <a:t>_</a:t>
            </a:r>
            <a:r>
              <a:rPr lang="en-US" altLang="ko-KR" i="0" kern="0" dirty="0" err="1"/>
              <a:t>estack</a:t>
            </a:r>
            <a:endParaRPr lang="en-US" altLang="ko-KR" i="0" kern="0" dirty="0"/>
          </a:p>
          <a:p>
            <a:pPr marL="0" indent="0">
              <a:buNone/>
            </a:pPr>
            <a:r>
              <a:rPr lang="en-US" altLang="ko-KR" b="0" i="0" kern="0" dirty="0"/>
              <a:t>  .word </a:t>
            </a:r>
            <a:r>
              <a:rPr lang="en-US" altLang="ko-KR" b="0" i="0" kern="0" dirty="0" err="1"/>
              <a:t>Reset_Handler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 .word </a:t>
            </a:r>
            <a:r>
              <a:rPr lang="en-US" altLang="ko-KR" b="0" i="0" kern="0" dirty="0" err="1"/>
              <a:t>NMI_Handler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 .word </a:t>
            </a:r>
            <a:r>
              <a:rPr lang="en-US" altLang="ko-KR" b="0" i="0" kern="0" dirty="0" err="1"/>
              <a:t>HardFault_Handler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 .word	</a:t>
            </a:r>
            <a:r>
              <a:rPr lang="en-US" altLang="ko-KR" b="0" i="0" kern="0" dirty="0" err="1"/>
              <a:t>MemManage_Handler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 .word	</a:t>
            </a:r>
            <a:r>
              <a:rPr lang="en-US" altLang="ko-KR" b="0" i="0" kern="0" dirty="0" err="1"/>
              <a:t>BusFault_Handler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 .word	</a:t>
            </a:r>
            <a:r>
              <a:rPr lang="en-US" altLang="ko-KR" b="0" i="0" kern="0" dirty="0" err="1"/>
              <a:t>UsageFault_Handler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 .word	0</a:t>
            </a:r>
          </a:p>
          <a:p>
            <a:pPr marL="0" indent="0">
              <a:buNone/>
            </a:pPr>
            <a:r>
              <a:rPr lang="en-US" altLang="ko-KR" b="0" i="0" kern="0" dirty="0"/>
              <a:t>  .word	0</a:t>
            </a:r>
          </a:p>
          <a:p>
            <a:pPr marL="0" indent="0">
              <a:buNone/>
            </a:pPr>
            <a:r>
              <a:rPr lang="en-US" altLang="ko-KR" b="0" i="0" kern="0" dirty="0"/>
              <a:t>  .word	0</a:t>
            </a:r>
          </a:p>
          <a:p>
            <a:pPr marL="0" indent="0">
              <a:buNone/>
            </a:pPr>
            <a:r>
              <a:rPr lang="en-US" altLang="ko-KR" b="0" i="0" kern="0" dirty="0"/>
              <a:t>  .word	0</a:t>
            </a:r>
          </a:p>
          <a:p>
            <a:pPr marL="0" indent="0">
              <a:buNone/>
            </a:pPr>
            <a:r>
              <a:rPr lang="en-US" altLang="ko-KR" b="0" i="0" kern="0" dirty="0"/>
              <a:t>  .word	</a:t>
            </a:r>
            <a:r>
              <a:rPr lang="en-US" altLang="ko-KR" b="0" i="0" kern="0" dirty="0" err="1"/>
              <a:t>SVC_Handler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 .word	</a:t>
            </a:r>
            <a:r>
              <a:rPr lang="en-US" altLang="ko-KR" b="0" i="0" kern="0" dirty="0" err="1"/>
              <a:t>DebugMon_Handler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 .word	0</a:t>
            </a:r>
          </a:p>
          <a:p>
            <a:pPr marL="0" indent="0">
              <a:buNone/>
            </a:pPr>
            <a:r>
              <a:rPr lang="en-US" altLang="ko-KR" b="0" i="0" kern="0" dirty="0"/>
              <a:t>  .word	</a:t>
            </a:r>
            <a:r>
              <a:rPr lang="en-US" altLang="ko-KR" b="0" i="0" kern="0" dirty="0" err="1"/>
              <a:t>PendSV_Handler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 .word	</a:t>
            </a:r>
            <a:r>
              <a:rPr lang="en-US" altLang="ko-KR" b="0" i="0" kern="0" dirty="0" err="1"/>
              <a:t>SysTick_Handler</a:t>
            </a:r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2119717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3D7F8-89FC-BFF5-9A2C-3E31FB0EB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FBB559-30C1-CB39-393F-7B8980D84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 Table - startup_stm32f407zetx.s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273C6-F36D-C988-83D0-E13A4E088ED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.word	</a:t>
            </a:r>
            <a:r>
              <a:rPr lang="en-US" altLang="ko-KR" b="0" i="0" kern="0" dirty="0" err="1"/>
              <a:t>WWDG_IRQHandler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.word	</a:t>
            </a:r>
            <a:r>
              <a:rPr lang="en-US" altLang="ko-KR" b="0" i="0" kern="0" dirty="0" err="1"/>
              <a:t>PVD_IRQHandler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.word	</a:t>
            </a:r>
            <a:r>
              <a:rPr lang="en-US" altLang="ko-KR" b="0" i="0" kern="0" dirty="0" err="1"/>
              <a:t>TAMP_STAMP_IRQHandler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.word	</a:t>
            </a:r>
            <a:r>
              <a:rPr lang="en-US" altLang="ko-KR" b="0" i="0" kern="0" dirty="0" err="1"/>
              <a:t>RTC_WKUP_IRQHandler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.word	0 /* Reserved     */</a:t>
            </a:r>
          </a:p>
          <a:p>
            <a:pPr marL="0" indent="0">
              <a:buNone/>
            </a:pPr>
            <a:r>
              <a:rPr lang="en-US" altLang="ko-KR" b="0" i="0" kern="0" dirty="0"/>
              <a:t> .word	</a:t>
            </a:r>
            <a:r>
              <a:rPr lang="en-US" altLang="ko-KR" b="0" i="0" kern="0" dirty="0" err="1"/>
              <a:t>RCC_IRQHandler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.word	EXTI0_IRQHandler</a:t>
            </a:r>
          </a:p>
          <a:p>
            <a:pPr marL="0" indent="0">
              <a:buNone/>
            </a:pPr>
            <a:r>
              <a:rPr lang="en-US" altLang="ko-KR" b="0" i="0" kern="0" dirty="0"/>
              <a:t> .word	EXTI1_IRQHandler</a:t>
            </a:r>
          </a:p>
          <a:p>
            <a:pPr marL="0" indent="0">
              <a:buNone/>
            </a:pPr>
            <a:r>
              <a:rPr lang="en-US" altLang="ko-KR" b="0" i="0" kern="0" dirty="0"/>
              <a:t> .word	EXTI2_IRQHandler</a:t>
            </a:r>
          </a:p>
          <a:p>
            <a:pPr marL="0" indent="0">
              <a:buNone/>
            </a:pPr>
            <a:r>
              <a:rPr lang="en-US" altLang="ko-KR" b="0" i="0" kern="0" dirty="0"/>
              <a:t> .word	EXTI3_IRQHandler</a:t>
            </a:r>
          </a:p>
          <a:p>
            <a:pPr marL="0" indent="0">
              <a:buNone/>
            </a:pPr>
            <a:r>
              <a:rPr lang="en-US" altLang="ko-KR" b="0" i="0" kern="0" dirty="0"/>
              <a:t> .word	EXTI4_IRQHandler</a:t>
            </a:r>
          </a:p>
        </p:txBody>
      </p:sp>
    </p:spTree>
    <p:extLst>
      <p:ext uri="{BB962C8B-B14F-4D97-AF65-F5344CB8AC3E}">
        <p14:creationId xmlns:p14="http://schemas.microsoft.com/office/powerpoint/2010/main" val="3393128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E23C5-B95C-DE4B-EC36-963B5CECF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868CA9-A88D-F213-AE6E-AACB5BD9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 Table – Reset Handler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06F4D-2B28-FC69-E256-2253800324C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b="0" i="0" kern="0" dirty="0"/>
              <a:t> .section .</a:t>
            </a:r>
            <a:r>
              <a:rPr lang="en-US" altLang="ko-KR" b="0" i="0" kern="0" dirty="0" err="1"/>
              <a:t>text.Reset_Handler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 .weak </a:t>
            </a:r>
            <a:r>
              <a:rPr lang="en-US" altLang="ko-KR" b="0" i="0" kern="0" dirty="0" err="1"/>
              <a:t>Reset_Handler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 .type </a:t>
            </a:r>
            <a:r>
              <a:rPr lang="en-US" altLang="ko-KR" b="0" i="0" kern="0" dirty="0" err="1"/>
              <a:t>Reset_Handler</a:t>
            </a:r>
            <a:r>
              <a:rPr lang="en-US" altLang="ko-KR" b="0" i="0" kern="0" dirty="0"/>
              <a:t>, %function</a:t>
            </a:r>
          </a:p>
          <a:p>
            <a:pPr marL="0" indent="0">
              <a:buNone/>
            </a:pPr>
            <a:r>
              <a:rPr lang="en-US" altLang="ko-KR" b="0" i="0" kern="0" dirty="0" err="1"/>
              <a:t>Reset_Handler</a:t>
            </a:r>
            <a:r>
              <a:rPr lang="en-US" altLang="ko-KR" b="0" i="0" kern="0" dirty="0"/>
              <a:t>:</a:t>
            </a:r>
          </a:p>
          <a:p>
            <a:pPr marL="0" indent="0">
              <a:buNone/>
            </a:pPr>
            <a:r>
              <a:rPr lang="en-US" altLang="ko-KR" b="0" i="0" kern="0" dirty="0"/>
              <a:t>  </a:t>
            </a:r>
            <a:r>
              <a:rPr lang="en-US" altLang="ko-KR" b="0" i="0" kern="0" dirty="0" err="1"/>
              <a:t>ldr</a:t>
            </a:r>
            <a:r>
              <a:rPr lang="en-US" altLang="ko-KR" b="0" i="0" kern="0" dirty="0"/>
              <a:t>   r0, =_</a:t>
            </a:r>
            <a:r>
              <a:rPr lang="en-US" altLang="ko-KR" b="0" i="0" kern="0" dirty="0" err="1"/>
              <a:t>estack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 mov   </a:t>
            </a:r>
            <a:r>
              <a:rPr lang="en-US" altLang="ko-KR" b="0" i="0" kern="0" dirty="0" err="1"/>
              <a:t>sp</a:t>
            </a:r>
            <a:r>
              <a:rPr lang="en-US" altLang="ko-KR" b="0" i="0" kern="0" dirty="0"/>
              <a:t>, r0          /* set stack pointer */</a:t>
            </a:r>
          </a:p>
          <a:p>
            <a:pPr marL="0" indent="0">
              <a:buNone/>
            </a:pPr>
            <a:r>
              <a:rPr lang="en-US" altLang="ko-KR" b="0" i="0" kern="0" dirty="0"/>
              <a:t>/* Call the clock system initialization function.*/</a:t>
            </a:r>
          </a:p>
          <a:p>
            <a:pPr marL="0" indent="0">
              <a:buNone/>
            </a:pPr>
            <a:r>
              <a:rPr lang="en-US" altLang="ko-KR" b="0" i="0" kern="0" dirty="0"/>
              <a:t>  bl  </a:t>
            </a:r>
            <a:r>
              <a:rPr lang="en-US" altLang="ko-KR" b="0" i="0" kern="0" dirty="0" err="1"/>
              <a:t>SystemInit</a:t>
            </a:r>
            <a:endParaRPr lang="en-US" altLang="ko-KR" b="0" i="0" kern="0" dirty="0"/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/* Copy the data segment initializers from flash to SRAM */</a:t>
            </a:r>
          </a:p>
          <a:p>
            <a:pPr marL="0" indent="0">
              <a:buNone/>
            </a:pPr>
            <a:r>
              <a:rPr lang="en-US" altLang="ko-KR" b="0" i="0" kern="0" dirty="0"/>
              <a:t>  </a:t>
            </a:r>
            <a:r>
              <a:rPr lang="en-US" altLang="ko-KR" b="0" i="0" kern="0" dirty="0" err="1"/>
              <a:t>ldr</a:t>
            </a:r>
            <a:r>
              <a:rPr lang="en-US" altLang="ko-KR" b="0" i="0" kern="0" dirty="0"/>
              <a:t> r0, =_</a:t>
            </a:r>
            <a:r>
              <a:rPr lang="en-US" altLang="ko-KR" b="0" i="0" kern="0" dirty="0" err="1"/>
              <a:t>sdata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 </a:t>
            </a:r>
            <a:r>
              <a:rPr lang="en-US" altLang="ko-KR" b="0" i="0" kern="0" dirty="0" err="1"/>
              <a:t>ldr</a:t>
            </a:r>
            <a:r>
              <a:rPr lang="en-US" altLang="ko-KR" b="0" i="0" kern="0" dirty="0"/>
              <a:t> r1, =_</a:t>
            </a:r>
            <a:r>
              <a:rPr lang="en-US" altLang="ko-KR" b="0" i="0" kern="0" dirty="0" err="1"/>
              <a:t>edata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 </a:t>
            </a:r>
            <a:r>
              <a:rPr lang="en-US" altLang="ko-KR" b="0" i="0" kern="0" dirty="0" err="1"/>
              <a:t>ldr</a:t>
            </a:r>
            <a:r>
              <a:rPr lang="en-US" altLang="ko-KR" b="0" i="0" kern="0" dirty="0"/>
              <a:t> r2, =_</a:t>
            </a:r>
            <a:r>
              <a:rPr lang="en-US" altLang="ko-KR" b="0" i="0" kern="0" dirty="0" err="1"/>
              <a:t>sidata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  </a:t>
            </a:r>
            <a:r>
              <a:rPr lang="en-US" altLang="ko-KR" b="0" i="0" kern="0" dirty="0" err="1"/>
              <a:t>movs</a:t>
            </a:r>
            <a:r>
              <a:rPr lang="en-US" altLang="ko-KR" b="0" i="0" kern="0" dirty="0"/>
              <a:t> r3, #0</a:t>
            </a:r>
          </a:p>
          <a:p>
            <a:pPr marL="0" indent="0">
              <a:buNone/>
            </a:pPr>
            <a:r>
              <a:rPr lang="en-US" altLang="ko-KR" b="0" i="0" kern="0" dirty="0"/>
              <a:t>  b </a:t>
            </a:r>
            <a:r>
              <a:rPr lang="en-US" altLang="ko-KR" b="0" i="0" kern="0" dirty="0" err="1"/>
              <a:t>LoopCopyDataInit</a:t>
            </a:r>
            <a:endParaRPr lang="en-US" altLang="ko-KR" b="0" i="0" kern="0" dirty="0"/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 err="1"/>
              <a:t>CopyDataInit</a:t>
            </a:r>
            <a:r>
              <a:rPr lang="en-US" altLang="ko-KR" b="0" i="0" kern="0" dirty="0"/>
              <a:t>:</a:t>
            </a:r>
          </a:p>
          <a:p>
            <a:pPr marL="0" indent="0">
              <a:buNone/>
            </a:pPr>
            <a:r>
              <a:rPr lang="en-US" altLang="ko-KR" b="0" i="0" kern="0" dirty="0"/>
              <a:t>  </a:t>
            </a:r>
            <a:r>
              <a:rPr lang="en-US" altLang="ko-KR" b="0" i="0" kern="0" dirty="0" err="1"/>
              <a:t>ldr</a:t>
            </a:r>
            <a:r>
              <a:rPr lang="en-US" altLang="ko-KR" b="0" i="0" kern="0" dirty="0"/>
              <a:t> r4, [r2, r3]</a:t>
            </a:r>
          </a:p>
          <a:p>
            <a:pPr marL="0" indent="0">
              <a:buNone/>
            </a:pPr>
            <a:r>
              <a:rPr lang="en-US" altLang="ko-KR" b="0" i="0" kern="0" dirty="0"/>
              <a:t>  str r4, [r0, r3]</a:t>
            </a:r>
          </a:p>
          <a:p>
            <a:pPr marL="0" indent="0">
              <a:buNone/>
            </a:pPr>
            <a:r>
              <a:rPr lang="en-US" altLang="ko-KR" b="0" i="0" kern="0" dirty="0"/>
              <a:t>  adds r3, r3, #4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 err="1"/>
              <a:t>LoopCopyDataInit</a:t>
            </a:r>
            <a:r>
              <a:rPr lang="en-US" altLang="ko-KR" b="0" i="0" kern="0" dirty="0"/>
              <a:t>:</a:t>
            </a:r>
          </a:p>
          <a:p>
            <a:pPr marL="0" indent="0">
              <a:buNone/>
            </a:pPr>
            <a:r>
              <a:rPr lang="en-US" altLang="ko-KR" b="0" i="0" kern="0" dirty="0"/>
              <a:t>  adds r4, r0, r3</a:t>
            </a:r>
          </a:p>
          <a:p>
            <a:pPr marL="0" indent="0">
              <a:buNone/>
            </a:pPr>
            <a:r>
              <a:rPr lang="en-US" altLang="ko-KR" b="0" i="0" kern="0" dirty="0"/>
              <a:t>  </a:t>
            </a:r>
            <a:r>
              <a:rPr lang="en-US" altLang="ko-KR" b="0" i="0" kern="0" dirty="0" err="1"/>
              <a:t>cmp</a:t>
            </a:r>
            <a:r>
              <a:rPr lang="en-US" altLang="ko-KR" b="0" i="0" kern="0" dirty="0"/>
              <a:t> r4, r1</a:t>
            </a:r>
          </a:p>
          <a:p>
            <a:pPr marL="0" indent="0">
              <a:buNone/>
            </a:pPr>
            <a:r>
              <a:rPr lang="en-US" altLang="ko-KR" b="0" i="0" kern="0" dirty="0"/>
              <a:t>  bcc </a:t>
            </a:r>
            <a:r>
              <a:rPr lang="en-US" altLang="ko-KR" b="0" i="0" kern="0" dirty="0" err="1"/>
              <a:t>CopyDataInit</a:t>
            </a:r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993685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B3010-8D74-EE36-A34F-DD6D9ADEB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F1670-54FB-14EC-8DDC-1B1D124EF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Debugger View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288C1-60F8-2C32-B93B-1E69E2C4B62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Memory View – 0x00</a:t>
            </a:r>
            <a:r>
              <a:rPr lang="ko-KR" altLang="en-US" b="0" i="0" kern="0" dirty="0"/>
              <a:t>번지 </a:t>
            </a:r>
            <a:r>
              <a:rPr lang="en-US" altLang="ko-KR" b="0" i="0" kern="0" dirty="0"/>
              <a:t>Vector Table </a:t>
            </a:r>
            <a:r>
              <a:rPr lang="ko-KR" altLang="en-US" b="0" i="0" kern="0" dirty="0"/>
              <a:t>확인</a:t>
            </a:r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2730012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25960-85DB-00F1-90B6-279B5A743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F8CF02-0A89-254B-0E77-4E23B8E7A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Debugger View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31428-B0CF-91AD-CA90-6DF379198E6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Register View </a:t>
            </a:r>
          </a:p>
          <a:p>
            <a:pPr marL="0" indent="0">
              <a:buNone/>
            </a:pPr>
            <a:r>
              <a:rPr lang="en-US" altLang="ko-KR" b="0" i="0" kern="0" dirty="0"/>
              <a:t>– R0 ~ R12, SP, LR, PC, PSR, CONTROL </a:t>
            </a:r>
            <a:r>
              <a:rPr lang="ko-KR" altLang="en-US" b="0" i="0" kern="0" dirty="0"/>
              <a:t>확인</a:t>
            </a:r>
            <a:endParaRPr lang="en-US" altLang="ko-KR" b="0" i="0" kern="0" dirty="0"/>
          </a:p>
          <a:p>
            <a:pPr marL="0" indent="0">
              <a:buNone/>
            </a:pPr>
            <a:r>
              <a:rPr lang="en-US" altLang="ko-KR" b="0" i="0" kern="0" dirty="0"/>
              <a:t>– </a:t>
            </a:r>
            <a:r>
              <a:rPr lang="ko-KR" altLang="en-US" b="0" i="0" kern="0" dirty="0"/>
              <a:t>변경 가능</a:t>
            </a:r>
            <a:endParaRPr lang="en-US" altLang="ko-KR" b="0" i="0" kern="0" dirty="0"/>
          </a:p>
          <a:p>
            <a:pPr marL="0" indent="0">
              <a:buNone/>
            </a:pPr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384042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563E5-547F-DB7E-750B-88B48D25D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C4CD3-EC08-9A55-59CD-F2B5C763B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Debugger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AF1A1-76C1-BA46-B518-9CEA4CB7B99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Breakpoint </a:t>
            </a:r>
            <a:r>
              <a:rPr lang="ko-KR" altLang="en-US" b="0" i="0" kern="0" dirty="0"/>
              <a:t>설정</a:t>
            </a:r>
            <a:endParaRPr lang="en-US" altLang="ko-KR" b="0" i="0" kern="0" dirty="0"/>
          </a:p>
          <a:p>
            <a:r>
              <a:rPr lang="en-US" altLang="ko-KR" b="0" i="0" kern="0" dirty="0"/>
              <a:t>Step-in, Step-over, Return</a:t>
            </a:r>
          </a:p>
          <a:p>
            <a:endParaRPr lang="en-US" altLang="ko-KR" b="0" i="0" kern="0" dirty="0"/>
          </a:p>
          <a:p>
            <a:r>
              <a:rPr lang="en-US" altLang="ko-KR" b="0" i="0" kern="0" dirty="0"/>
              <a:t>Call Stack </a:t>
            </a:r>
            <a:r>
              <a:rPr lang="ko-KR" altLang="en-US" b="0" i="0" kern="0" dirty="0"/>
              <a:t>확인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Variable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Watch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&amp;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Modify</a:t>
            </a:r>
          </a:p>
          <a:p>
            <a:endParaRPr lang="en-US" altLang="ko-KR" b="0" i="0" kern="0" dirty="0"/>
          </a:p>
          <a:p>
            <a:r>
              <a:rPr lang="en-US" altLang="ko-KR" b="0" i="0" kern="0" dirty="0"/>
              <a:t>Peripheral Register View &amp; Modify</a:t>
            </a:r>
          </a:p>
          <a:p>
            <a:endParaRPr lang="en-US" altLang="ko-KR" b="0" i="0" kern="0" dirty="0"/>
          </a:p>
          <a:p>
            <a:r>
              <a:rPr lang="en-US" altLang="ko-KR" b="0" i="0" kern="0" dirty="0"/>
              <a:t>Firmware download – Flash programming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1289227746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22934</TotalTime>
  <Words>645</Words>
  <Application>Microsoft Office PowerPoint</Application>
  <PresentationFormat>화면 슬라이드 쇼(4:3)</PresentationFormat>
  <Paragraphs>134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디버거 소개</vt:lpstr>
      <vt:lpstr>ST-Link V2</vt:lpstr>
      <vt:lpstr>STM32 부트 모드</vt:lpstr>
      <vt:lpstr>Linker Script</vt:lpstr>
      <vt:lpstr>Vector Table</vt:lpstr>
      <vt:lpstr>Vector Table - startup_stm32f407zetx.s</vt:lpstr>
      <vt:lpstr>Vector Table - startup_stm32f407zetx.s</vt:lpstr>
      <vt:lpstr>Vector Table – Reset Handler</vt:lpstr>
      <vt:lpstr>Debugger View</vt:lpstr>
      <vt:lpstr>Debugger View</vt:lpstr>
      <vt:lpstr>Debugger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1047</cp:revision>
  <dcterms:created xsi:type="dcterms:W3CDTF">2006-02-08T03:00:46Z</dcterms:created>
  <dcterms:modified xsi:type="dcterms:W3CDTF">2026-01-24T05:05:46Z</dcterms:modified>
</cp:coreProperties>
</file>