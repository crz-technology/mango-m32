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308" r:id="rId2"/>
    <p:sldId id="332" r:id="rId3"/>
    <p:sldId id="352" r:id="rId4"/>
    <p:sldId id="349" r:id="rId5"/>
    <p:sldId id="354" r:id="rId6"/>
    <p:sldId id="355" r:id="rId7"/>
    <p:sldId id="379" r:id="rId8"/>
    <p:sldId id="353" r:id="rId9"/>
    <p:sldId id="356" r:id="rId10"/>
    <p:sldId id="357" r:id="rId11"/>
    <p:sldId id="363" r:id="rId12"/>
    <p:sldId id="364" r:id="rId13"/>
    <p:sldId id="365" r:id="rId14"/>
    <p:sldId id="367" r:id="rId15"/>
    <p:sldId id="368" r:id="rId16"/>
    <p:sldId id="369" r:id="rId17"/>
    <p:sldId id="370" r:id="rId18"/>
    <p:sldId id="372" r:id="rId19"/>
    <p:sldId id="373" r:id="rId20"/>
    <p:sldId id="374" r:id="rId21"/>
    <p:sldId id="375" r:id="rId22"/>
    <p:sldId id="376" r:id="rId23"/>
    <p:sldId id="377" r:id="rId24"/>
    <p:sldId id="378" r:id="rId25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SRAM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85803-B3E1-6958-1986-756CA43C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0D995-E833-F38B-BA54-A4AD324B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F761-3223-8BE4-2EEE-366F564D1F3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SRAM – 512KB x 16bit</a:t>
            </a:r>
          </a:p>
          <a:p>
            <a:r>
              <a:rPr lang="en-US" altLang="ko-KR" b="0" i="0" kern="0" dirty="0"/>
              <a:t>SRAM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F51E2B-269F-43BE-3F36-6EA39C442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628800"/>
            <a:ext cx="59245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06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C739-03AA-4EB0-5B51-327A06EB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3007C-E6B0-CEB0-FCD8-422BA2E5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7F71-11E9-30E3-35B4-A4921C48D4F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SRAM </a:t>
            </a:r>
            <a:r>
              <a:rPr lang="ko-KR" altLang="en-US" b="0" i="0" kern="0" dirty="0"/>
              <a:t>핀 설정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8500B1-53E6-057E-3D54-4D2E36DB3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196752"/>
            <a:ext cx="4968552" cy="486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7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B5D7-3C77-780A-9E25-CBA2153F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80760-93AD-983C-0B5B-D205DB86A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88CE1-7867-3530-EBDA-D8332465C38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FSMC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0" name="그림 9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D96357-46EB-90A4-5179-F478E58D5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085646"/>
            <a:ext cx="4824536" cy="526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5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SRAM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8DC1-6E51-567E-B3E9-1159E89F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8E4BA-79F0-7194-2E3D-A689708C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FED4-2C22-7B01-0B57-594C7185BD9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SRAM</a:t>
            </a:r>
            <a:r>
              <a:rPr lang="ko-KR" altLang="en-US" b="0" i="0" kern="0" dirty="0"/>
              <a:t>영역</a:t>
            </a:r>
            <a:r>
              <a:rPr lang="en-US" altLang="ko-KR" b="0" i="0" kern="0" dirty="0"/>
              <a:t>(0x6000000)</a:t>
            </a:r>
            <a:r>
              <a:rPr lang="ko-KR" altLang="en-US" b="0" i="0" kern="0" dirty="0"/>
              <a:t>에</a:t>
            </a:r>
            <a:r>
              <a:rPr lang="en-US" altLang="ko-KR" b="0" i="0" kern="0" dirty="0"/>
              <a:t> data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write </a:t>
            </a:r>
            <a:r>
              <a:rPr lang="ko-KR" altLang="en-US" b="0" i="0" kern="0" dirty="0"/>
              <a:t>후 </a:t>
            </a:r>
            <a:r>
              <a:rPr lang="en-US" altLang="ko-KR" b="0" i="0" kern="0" dirty="0"/>
              <a:t>read</a:t>
            </a:r>
            <a:r>
              <a:rPr lang="ko-KR" altLang="en-US" b="0" i="0" kern="0" dirty="0"/>
              <a:t>하여 </a:t>
            </a:r>
            <a:r>
              <a:rPr lang="ko-KR" altLang="en-US" b="0" i="0" kern="0" dirty="0" err="1"/>
              <a:t>같은지</a:t>
            </a:r>
            <a:r>
              <a:rPr lang="ko-KR" altLang="en-US" b="0" i="0" kern="0" dirty="0"/>
              <a:t> 비교한다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void </a:t>
            </a:r>
            <a:r>
              <a:rPr lang="en-US" altLang="ko-KR" sz="1200" b="0" i="0" dirty="0" err="1"/>
              <a:t>SRAM_Test</a:t>
            </a:r>
            <a:r>
              <a:rPr lang="en-US" altLang="ko-KR" sz="1200" b="0" i="0" dirty="0"/>
              <a:t>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static unsigned short seed = 0xC20F;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/*##-2- SRAM memory read/write access ######################################*/</a:t>
            </a:r>
          </a:p>
          <a:p>
            <a:pPr marL="0" indent="0">
              <a:buNone/>
            </a:pPr>
            <a:r>
              <a:rPr lang="en-US" altLang="ko-KR" sz="1200" b="0" i="0" dirty="0"/>
              <a:t>    /* Fill the buffer to write */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Fill_Buffer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aTxBuffer</a:t>
            </a:r>
            <a:r>
              <a:rPr lang="en-US" altLang="ko-KR" sz="1200" b="0" i="0" dirty="0"/>
              <a:t>, BUFFER_SIZE, seed++);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Write data to the SRAM memory */</a:t>
            </a:r>
          </a:p>
          <a:p>
            <a:pPr marL="0" indent="0">
              <a:buNone/>
            </a:pPr>
            <a:r>
              <a:rPr lang="en-US" altLang="ko-KR" sz="1200" b="0" i="0" dirty="0"/>
              <a:t>    for (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 = 0; 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 &lt; BUFFER_SIZE; 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++)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    *(__IO uint16_t*) (SRAM_BANK_ADDR + WRITE_READ_ADDR + 2*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) = </a:t>
            </a:r>
            <a:r>
              <a:rPr lang="en-US" altLang="ko-KR" sz="1200" b="0" i="0" dirty="0" err="1"/>
              <a:t>aTxBuffer</a:t>
            </a:r>
            <a:r>
              <a:rPr lang="en-US" altLang="ko-KR" sz="1200" b="0" i="0" dirty="0"/>
              <a:t>[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];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 Read back data from the SRAM memory */</a:t>
            </a:r>
          </a:p>
          <a:p>
            <a:pPr marL="0" indent="0">
              <a:buNone/>
            </a:pPr>
            <a:r>
              <a:rPr lang="en-US" altLang="ko-KR" sz="1200" b="0" i="0" dirty="0"/>
              <a:t>    for (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 = 0; 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 &lt; BUFFER_SIZE; 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++)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    </a:t>
            </a:r>
            <a:r>
              <a:rPr lang="en-US" altLang="ko-KR" sz="1200" b="0" i="0" dirty="0" err="1"/>
              <a:t>aRxBuffer</a:t>
            </a:r>
            <a:r>
              <a:rPr lang="en-US" altLang="ko-KR" sz="1200" b="0" i="0" dirty="0"/>
              <a:t>[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] = *(__IO uint16_t*) (SRAM_BANK_ADDR + WRITE_READ_ADDR + 2*</a:t>
            </a:r>
            <a:r>
              <a:rPr lang="en-US" altLang="ko-KR" sz="1200" b="0" i="0" dirty="0" err="1"/>
              <a:t>uwIndex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/*##-3- Checking data integrity ############################################*/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uwWriteReadStatus</a:t>
            </a:r>
            <a:r>
              <a:rPr lang="en-US" altLang="ko-KR" sz="1200" b="0" i="0" dirty="0"/>
              <a:t> = </a:t>
            </a:r>
            <a:r>
              <a:rPr lang="en-US" altLang="ko-KR" sz="1200" b="0" i="0" dirty="0" err="1"/>
              <a:t>Buffercmp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aTxBuffer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aRxBuffer</a:t>
            </a:r>
            <a:r>
              <a:rPr lang="en-US" altLang="ko-KR" sz="1200" b="0" i="0" dirty="0"/>
              <a:t>, BUFFER_SIZE);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923717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SRAM</a:t>
            </a:r>
            <a:r>
              <a:rPr lang="ko-KR" altLang="en-US" b="0" i="0" kern="0" dirty="0"/>
              <a:t>에 데이터를 쓰고 읽어서 일치하는지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D1856B-1493-A904-8B9E-E390DBDE1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373033"/>
            <a:ext cx="45624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18632</TotalTime>
  <Words>664</Words>
  <Application>Microsoft Office PowerPoint</Application>
  <PresentationFormat>화면 슬라이드 쇼(4:3)</PresentationFormat>
  <Paragraphs>133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SRAM 실습</vt:lpstr>
      <vt:lpstr>Project 생성 - SRAM</vt:lpstr>
      <vt:lpstr>Project 생성 - SRAM</vt:lpstr>
      <vt:lpstr>Project 생성 - SRAM</vt:lpstr>
      <vt:lpstr>Project 생성 - SRAM</vt:lpstr>
      <vt:lpstr>Project 생성 - SRAM</vt:lpstr>
      <vt:lpstr>Project 생성 - SRAM</vt:lpstr>
      <vt:lpstr>Project 생성 - SRAM</vt:lpstr>
      <vt:lpstr>Project 생성 - SRAM</vt:lpstr>
      <vt:lpstr>Project 생성 - SRAM</vt:lpstr>
      <vt:lpstr>Project 생성 - SRAM</vt:lpstr>
      <vt:lpstr>Project 생성 - SRAM</vt:lpstr>
      <vt:lpstr>Project 생성 - SRAM</vt:lpstr>
      <vt:lpstr>BIN 파일 생성 설정</vt:lpstr>
      <vt:lpstr>BIN 파일 생성 설정</vt:lpstr>
      <vt:lpstr>Code 수정 </vt:lpstr>
      <vt:lpstr>Code 수정 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677</cp:revision>
  <dcterms:created xsi:type="dcterms:W3CDTF">2006-02-08T03:00:46Z</dcterms:created>
  <dcterms:modified xsi:type="dcterms:W3CDTF">2026-01-19T02:43:20Z</dcterms:modified>
</cp:coreProperties>
</file>