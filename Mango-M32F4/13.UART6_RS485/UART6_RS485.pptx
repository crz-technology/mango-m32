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9"/>
  </p:notesMasterIdLst>
  <p:handoutMasterIdLst>
    <p:handoutMasterId r:id="rId40"/>
  </p:handoutMasterIdLst>
  <p:sldIdLst>
    <p:sldId id="308" r:id="rId2"/>
    <p:sldId id="332" r:id="rId3"/>
    <p:sldId id="352" r:id="rId4"/>
    <p:sldId id="349" r:id="rId5"/>
    <p:sldId id="354" r:id="rId6"/>
    <p:sldId id="358" r:id="rId7"/>
    <p:sldId id="359" r:id="rId8"/>
    <p:sldId id="388" r:id="rId9"/>
    <p:sldId id="389" r:id="rId10"/>
    <p:sldId id="391" r:id="rId11"/>
    <p:sldId id="394" r:id="rId12"/>
    <p:sldId id="395" r:id="rId13"/>
    <p:sldId id="353" r:id="rId14"/>
    <p:sldId id="356" r:id="rId15"/>
    <p:sldId id="361" r:id="rId16"/>
    <p:sldId id="362" r:id="rId17"/>
    <p:sldId id="366" r:id="rId18"/>
    <p:sldId id="390" r:id="rId19"/>
    <p:sldId id="392" r:id="rId20"/>
    <p:sldId id="396" r:id="rId21"/>
    <p:sldId id="363" r:id="rId22"/>
    <p:sldId id="364" r:id="rId23"/>
    <p:sldId id="365" r:id="rId24"/>
    <p:sldId id="367" r:id="rId25"/>
    <p:sldId id="368" r:id="rId26"/>
    <p:sldId id="369" r:id="rId27"/>
    <p:sldId id="387" r:id="rId28"/>
    <p:sldId id="397" r:id="rId29"/>
    <p:sldId id="393" r:id="rId30"/>
    <p:sldId id="372" r:id="rId31"/>
    <p:sldId id="373" r:id="rId32"/>
    <p:sldId id="374" r:id="rId33"/>
    <p:sldId id="375" r:id="rId34"/>
    <p:sldId id="376" r:id="rId35"/>
    <p:sldId id="377" r:id="rId36"/>
    <p:sldId id="398" r:id="rId37"/>
    <p:sldId id="378" r:id="rId38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UART6 – RS485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87FC-0925-9D41-D7AB-1B17FFDE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3C89D-E188-9B63-4012-FE1D9871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3ED2-C8B6-5AA9-5B3B-88EA0B43ABA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LED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LED : PF6-LED1, PF7-LED2, PF8-LED3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D88FC5-75CB-AAB2-D79D-7FF48DB5C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556792"/>
            <a:ext cx="4333875" cy="962025"/>
          </a:xfrm>
          <a:prstGeom prst="rect">
            <a:avLst/>
          </a:prstGeom>
        </p:spPr>
      </p:pic>
      <p:pic>
        <p:nvPicPr>
          <p:cNvPr id="8" name="그림 7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2AF34D-D9DD-00AA-4BD3-57AD7C5EE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2846141"/>
            <a:ext cx="301942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1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8635-2993-63D7-B60B-283D6D03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5F64E-2B37-D4BD-1E04-14AFBF4D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5D95-9D21-3C40-43C1-9388D16D21D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KEY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KEY : PF9-SW1, PF10-SW2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EC652A-F4E8-7FB2-C29A-EE217A6C0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90" y="1916832"/>
            <a:ext cx="3623494" cy="2157500"/>
          </a:xfrm>
          <a:prstGeom prst="rect">
            <a:avLst/>
          </a:prstGeom>
        </p:spPr>
      </p:pic>
      <p:pic>
        <p:nvPicPr>
          <p:cNvPr id="9" name="그림 8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089A06-8FC0-092E-4863-9ADC6B256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2204864"/>
            <a:ext cx="34194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60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C3AF7-4D64-7BA7-9770-1E3B7AEA8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E08B2-7B57-A803-74DC-211454F3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026A4-EDC4-27DD-870B-B807E33A07D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USART6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USART6 : PC6-USART6_TXD, PC7-USART6_RXD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14A436-4C39-C144-CFDD-161AD33A7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732501"/>
            <a:ext cx="4991100" cy="571500"/>
          </a:xfrm>
          <a:prstGeom prst="rect">
            <a:avLst/>
          </a:prstGeom>
        </p:spPr>
      </p:pic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2FEB1A-197D-B346-47F8-6A0D37C1F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2509834"/>
            <a:ext cx="20859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0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F80E0-37B9-DEE3-C9DF-3FFE25D22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C7E20-5E85-C79B-8F87-E1AFA49A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6AF6B-F47B-B33C-D460-406C13465F46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PE5-GPIO OUTPUT </a:t>
            </a:r>
            <a:r>
              <a:rPr lang="ko-KR" altLang="en-US" b="0" i="0" kern="0" dirty="0"/>
              <a:t>설정</a:t>
            </a:r>
            <a:endParaRPr lang="en-US" altLang="ko-KR" b="0" i="0" kern="0" dirty="0"/>
          </a:p>
          <a:p>
            <a:r>
              <a:rPr lang="en-US" altLang="ko-KR" b="0" i="0" kern="0" dirty="0"/>
              <a:t>PE5 output </a:t>
            </a:r>
            <a:r>
              <a:rPr lang="ko-KR" altLang="en-US" b="0" i="0" kern="0" dirty="0"/>
              <a:t>값이 </a:t>
            </a:r>
            <a:r>
              <a:rPr lang="en-US" altLang="ko-KR" b="0" i="0" kern="0" dirty="0"/>
              <a:t>0</a:t>
            </a:r>
            <a:r>
              <a:rPr lang="ko-KR" altLang="en-US" b="0" i="0" kern="0" dirty="0"/>
              <a:t>인 경우 </a:t>
            </a:r>
            <a:r>
              <a:rPr lang="en-US" altLang="ko-KR" b="0" i="0" kern="0" dirty="0"/>
              <a:t>UART6</a:t>
            </a:r>
            <a:r>
              <a:rPr lang="ko-KR" altLang="en-US" b="0" i="0" kern="0" dirty="0"/>
              <a:t>가 </a:t>
            </a:r>
            <a:r>
              <a:rPr lang="en-US" altLang="ko-KR" b="0" i="0" kern="0" dirty="0"/>
              <a:t>RS485</a:t>
            </a:r>
            <a:r>
              <a:rPr lang="ko-KR" altLang="en-US" b="0" i="0" kern="0" dirty="0"/>
              <a:t>로 동작함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LD4 RS485 LED</a:t>
            </a:r>
            <a:r>
              <a:rPr lang="ko-KR" altLang="en-US" b="0" i="0" kern="0" dirty="0"/>
              <a:t>가 점등됨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도표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E6BB05-1384-8F33-E322-E5481FE37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71" y="1988840"/>
            <a:ext cx="7247857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47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B6B6D-B621-FB72-4DC4-263441BA4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6C148-C96F-31D2-0465-DD10F2A10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0A146-3FC0-28A3-043D-4E351DD5A34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PE5-GPIO OUTPUT </a:t>
            </a:r>
            <a:r>
              <a:rPr lang="ko-KR" altLang="en-US" b="0" i="0" kern="0" dirty="0"/>
              <a:t>설정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48C1B5-41B8-6CFC-511C-4116EF74E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556792"/>
            <a:ext cx="306705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487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8A8E-1EEB-2810-BC5B-160FEF7E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5FA98-9B3B-8A87-2172-51B20468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6FDEF-A2D6-958D-ED8E-770AEDA35EC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UART6_RTS </a:t>
            </a:r>
            <a:r>
              <a:rPr lang="ko-KR" altLang="en-US" b="0" i="0" kern="0" dirty="0"/>
              <a:t>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UART6_RTS -&gt; PG8 GPIO OUTPUT</a:t>
            </a:r>
            <a:r>
              <a:rPr lang="ko-KR" altLang="en-US" b="0" i="0" kern="0" dirty="0"/>
              <a:t>으로 설정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TX</a:t>
            </a:r>
            <a:r>
              <a:rPr lang="ko-KR" altLang="en-US" b="0" i="0" kern="0" dirty="0"/>
              <a:t>인 경우 </a:t>
            </a:r>
            <a:r>
              <a:rPr lang="en-US" altLang="ko-KR" b="0" i="0" kern="0" dirty="0"/>
              <a:t>1</a:t>
            </a:r>
            <a:r>
              <a:rPr lang="ko-KR" altLang="en-US" b="0" i="0" kern="0" dirty="0"/>
              <a:t>로 설정</a:t>
            </a:r>
            <a:r>
              <a:rPr lang="en-US" altLang="ko-KR" b="0" i="0" kern="0" dirty="0"/>
              <a:t>, RX</a:t>
            </a:r>
            <a:r>
              <a:rPr lang="ko-KR" altLang="en-US" b="0" i="0" kern="0" dirty="0"/>
              <a:t>인 경우 </a:t>
            </a:r>
            <a:r>
              <a:rPr lang="en-US" altLang="ko-KR" b="0" i="0" kern="0" dirty="0"/>
              <a:t>0</a:t>
            </a:r>
            <a:r>
              <a:rPr lang="ko-KR" altLang="en-US" b="0" i="0" kern="0" dirty="0"/>
              <a:t>으로 설정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도표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6D9C87-A631-FC57-23D9-DB82696CD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71" y="2887836"/>
            <a:ext cx="7247857" cy="34563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48AC39C-AE7F-0B55-3FC9-9300E0DD8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045885"/>
            <a:ext cx="60579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62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6A07-F22F-2B6B-2210-7A832AD7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1F602-5969-4268-067A-D877EBE15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B6EEC-2538-B7CA-B626-6CAE3E968DF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UART6_RTS-PG8-GPIO OUTPUT </a:t>
            </a:r>
            <a:r>
              <a:rPr lang="ko-KR" altLang="en-US" b="0" i="0" kern="0" dirty="0"/>
              <a:t>설정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F0745A-B641-5A3F-0F41-9EE4DAAFB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2176462"/>
            <a:ext cx="223837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15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7888-09F0-9735-0166-610D9CF9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067E5-F4B3-14A6-E859-D7FE91E8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59010-2CD0-0383-AD2E-25A9A9A0AE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GPIO 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PF6/PF7/PF8 </a:t>
            </a:r>
            <a:r>
              <a:rPr lang="ko-KR" altLang="en-US" b="0" i="0" kern="0" dirty="0"/>
              <a:t>이름을 </a:t>
            </a:r>
            <a:r>
              <a:rPr lang="en-US" altLang="ko-KR" b="0" i="0" kern="0" dirty="0"/>
              <a:t>LED1/LED2/LED3</a:t>
            </a:r>
            <a:r>
              <a:rPr lang="ko-KR" altLang="en-US" b="0" i="0" kern="0" dirty="0"/>
              <a:t>으로 수정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C35DEB-A570-C6B0-B44B-AE404F002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412776"/>
            <a:ext cx="5544616" cy="494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39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85E0-91D6-BCFB-C4F3-33C36569E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3A110-B581-47CA-E90B-0506E6C51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137B2-3918-8A50-CD55-AE1998C0384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1600" b="0" i="0" kern="0" dirty="0"/>
              <a:t>System Core -&gt; GPIO </a:t>
            </a:r>
            <a:r>
              <a:rPr lang="ko-KR" altLang="en-US" sz="1600" b="0" i="0" kern="0" dirty="0"/>
              <a:t>에서 </a:t>
            </a:r>
            <a:r>
              <a:rPr lang="en-US" altLang="ko-KR" sz="1600" b="0" i="0" kern="0" dirty="0"/>
              <a:t>PF9/PF10 </a:t>
            </a:r>
            <a:r>
              <a:rPr lang="ko-KR" altLang="en-US" sz="1600" b="0" i="0" kern="0" dirty="0"/>
              <a:t>이름을 </a:t>
            </a:r>
            <a:r>
              <a:rPr lang="en-US" altLang="ko-KR" sz="1600" b="0" i="0" kern="0" dirty="0"/>
              <a:t>KEY1/ KEY2</a:t>
            </a:r>
            <a:r>
              <a:rPr lang="ko-KR" altLang="en-US" sz="1600" b="0" i="0" kern="0" dirty="0"/>
              <a:t>로 수정하고 </a:t>
            </a:r>
            <a:r>
              <a:rPr lang="en-US" altLang="ko-KR" sz="1600" b="0" i="0" kern="0" dirty="0"/>
              <a:t>GPIO mode</a:t>
            </a:r>
            <a:r>
              <a:rPr lang="ko-KR" altLang="en-US" sz="1600" b="0" i="0" kern="0" dirty="0"/>
              <a:t>를 </a:t>
            </a:r>
            <a:r>
              <a:rPr lang="en-US" altLang="ko-KR" sz="1600" b="0" i="0" kern="0" dirty="0"/>
              <a:t>External Interrupt Mode with Falling edge trigger detection, GPIO Pull-up/Pull-down</a:t>
            </a:r>
            <a:r>
              <a:rPr lang="ko-KR" altLang="en-US" sz="1600" b="0" i="0" kern="0" dirty="0"/>
              <a:t>을  </a:t>
            </a:r>
            <a:r>
              <a:rPr lang="en-US" altLang="ko-KR" sz="1600" b="0" i="0" kern="0" dirty="0"/>
              <a:t>Pull-up</a:t>
            </a:r>
            <a:r>
              <a:rPr lang="ko-KR" altLang="en-US" sz="1600" b="0" i="0" kern="0" dirty="0"/>
              <a:t>으로 설정</a:t>
            </a:r>
            <a:endParaRPr lang="en-US" altLang="ko-KR" sz="1600" b="0" i="0" kern="0" dirty="0"/>
          </a:p>
          <a:p>
            <a:endParaRPr lang="en-US" altLang="ko-KR" sz="1600" b="0" i="0" kern="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113E5B2-8854-A6E4-4080-975751985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166" y="1563425"/>
            <a:ext cx="5388153" cy="487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35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20EA2-E83A-F815-4738-EE583D923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B9FDB-6CCF-B267-011E-A9AD18B3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12703-B950-61DA-2222-B651801E4FF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GPIO 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NVIC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EXTI </a:t>
            </a:r>
            <a:r>
              <a:rPr lang="ko-KR" altLang="en-US" b="0" i="0" kern="0" dirty="0"/>
              <a:t>라인 인터럽트 활성화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C7851A-A4FD-4924-527F-AC7ED4A8C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164337"/>
            <a:ext cx="7886700" cy="296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12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5940D-9BA8-F421-6DF0-342EC0CF6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380DE-4765-5874-AB50-DFC04FAA7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3012B-1789-7C4A-112B-399BA5D1CA3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USART6 -&gt;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r>
              <a:rPr lang="en-US" altLang="ko-KR" b="0" i="0" kern="0" dirty="0"/>
              <a:t>NVIC Settings-&gt;USART6 global interrupt-&gt;Enabled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94B53C-3D44-B46C-F99F-ECFD7AF06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041" y="1559572"/>
            <a:ext cx="7092280" cy="467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90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0A455-398C-B53E-8D78-FD0A754C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670BC-A66D-4BAF-000B-1A79ADB2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66367-4128-A18E-40CC-BD766E57C36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GPIO -&gt; PE5 -&gt; PGIO output level         -&gt;LOW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C6EE06-C6C4-4E74-FC55-A47C35F44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756" y="1541485"/>
            <a:ext cx="5108337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87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84137-ACD8-DCA6-52C7-21BBE4256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9BF37-DDF2-3DC2-8D2E-D0E9321ED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51280-FFE7-8FDB-CFDE-C04A7BE6AB8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GPIO -&gt; PG8 -&gt; PGIO output level         -&gt;LOW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r>
              <a:rPr lang="en-US" altLang="ko-KR" b="0" i="0" kern="0" dirty="0"/>
              <a:t>User Label -&gt; UART6_RTS </a:t>
            </a:r>
            <a:r>
              <a:rPr lang="ko-KR" altLang="en-US" b="0" i="0" kern="0" dirty="0"/>
              <a:t>설정</a:t>
            </a:r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7" name="그림 6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937325-0AF0-A1EA-526C-2834E3182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7" y="1814044"/>
            <a:ext cx="4968553" cy="454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3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54E60D-28FF-8BBF-CD05-26DF2C26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8324123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E1090-7FA7-61B4-9111-3049CBCC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2424"/>
            <a:ext cx="5161534" cy="2120561"/>
          </a:xfrm>
          <a:prstGeom prst="rect">
            <a:avLst/>
          </a:prstGeom>
        </p:spPr>
      </p:pic>
      <p:pic>
        <p:nvPicPr>
          <p:cNvPr id="9" name="그림 8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E5A5C4-8FFD-15ED-CC64-44BDB3EBE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455" y="3818912"/>
            <a:ext cx="5191824" cy="25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4782C-DD01-7F9B-D7CB-106DF2F5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7538E-DC7A-BF5D-CBAF-26D2BD95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B355F-05F5-32DD-A608-8829FFE49E6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KEY1 / KEY2</a:t>
            </a:r>
            <a:r>
              <a:rPr lang="ko-KR" altLang="en-US" b="0" i="0" kern="0" dirty="0"/>
              <a:t>가 눌리면 </a:t>
            </a:r>
            <a:r>
              <a:rPr lang="en-US" altLang="ko-KR" b="0" i="0" kern="0" dirty="0"/>
              <a:t>UART6 </a:t>
            </a:r>
            <a:r>
              <a:rPr lang="ko-KR" altLang="en-US" b="0" i="0" kern="0" dirty="0"/>
              <a:t>메시지를 송신</a:t>
            </a:r>
            <a:endParaRPr lang="en-US" altLang="ko-KR" b="0" i="0" kern="0" dirty="0"/>
          </a:p>
          <a:p>
            <a:r>
              <a:rPr lang="en-US" altLang="ko-KR" b="0" i="0" kern="0" dirty="0"/>
              <a:t>UART6</a:t>
            </a:r>
            <a:r>
              <a:rPr lang="ko-KR" altLang="en-US" b="0" i="0" kern="0" dirty="0"/>
              <a:t>로 </a:t>
            </a:r>
            <a:r>
              <a:rPr lang="ko-KR" altLang="en-US" b="0" i="0" kern="0" dirty="0" err="1"/>
              <a:t>송신시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UART6_RTS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HIGH</a:t>
            </a:r>
            <a:r>
              <a:rPr lang="ko-KR" altLang="en-US" b="0" i="0" kern="0" dirty="0"/>
              <a:t>로</a:t>
            </a:r>
            <a:r>
              <a:rPr lang="en-US" altLang="ko-KR" b="0" i="0" kern="0" dirty="0"/>
              <a:t>, </a:t>
            </a:r>
            <a:r>
              <a:rPr lang="ko-KR" altLang="en-US" b="0" i="0" kern="0" dirty="0"/>
              <a:t>송신 완료 후 수신모드로 설정하기 위해 </a:t>
            </a:r>
            <a:r>
              <a:rPr lang="en-US" altLang="ko-KR" b="0" i="0" kern="0" dirty="0"/>
              <a:t>UART6_RTS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LOW</a:t>
            </a:r>
            <a:r>
              <a:rPr lang="ko-KR" altLang="en-US" b="0" i="0" kern="0" dirty="0"/>
              <a:t>로 설정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void </a:t>
            </a:r>
            <a:r>
              <a:rPr lang="en-US" altLang="ko-KR" sz="1200" b="0" i="0" dirty="0" err="1"/>
              <a:t>HAL_GPIO_EXTI_Callback</a:t>
            </a:r>
            <a:r>
              <a:rPr lang="en-US" altLang="ko-KR" sz="1200" b="0" i="0" dirty="0"/>
              <a:t>(uint16_t </a:t>
            </a:r>
            <a:r>
              <a:rPr lang="en-US" altLang="ko-KR" sz="1200" b="0" i="0" dirty="0" err="1"/>
              <a:t>GPIO_Pin</a:t>
            </a:r>
            <a:r>
              <a:rPr lang="en-US" altLang="ko-KR" sz="1200" b="0" i="0" dirty="0"/>
              <a:t>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	if(</a:t>
            </a:r>
            <a:r>
              <a:rPr lang="en-US" altLang="ko-KR" sz="1200" b="0" i="0" dirty="0" err="1"/>
              <a:t>GPIO_Pin</a:t>
            </a:r>
            <a:r>
              <a:rPr lang="en-US" altLang="ko-KR" sz="1200" b="0" i="0" dirty="0"/>
              <a:t> == KEY1_Pin)</a:t>
            </a:r>
          </a:p>
          <a:p>
            <a:pPr marL="0" indent="0">
              <a:buNone/>
            </a:pPr>
            <a:r>
              <a:rPr lang="en-US" altLang="ko-KR" sz="1200" b="0" i="0" dirty="0"/>
              <a:t>	{</a:t>
            </a:r>
          </a:p>
          <a:p>
            <a:pPr marL="0" indent="0">
              <a:buNone/>
            </a:pPr>
            <a:r>
              <a:rPr lang="en-US" altLang="ko-KR" sz="1200" b="0" i="0" dirty="0"/>
              <a:t>		if(</a:t>
            </a:r>
            <a:r>
              <a:rPr lang="en-US" altLang="ko-KR" sz="1200" b="0" i="0" dirty="0" err="1"/>
              <a:t>HAL_GPIO_ReadPin</a:t>
            </a:r>
            <a:r>
              <a:rPr lang="en-US" altLang="ko-KR" sz="1200" b="0" i="0" dirty="0"/>
              <a:t>(KEY1_GPIO_Port, KEY1_Pin) == GPIO_PIN_RESET)</a:t>
            </a:r>
          </a:p>
          <a:p>
            <a:pPr marL="0" indent="0">
              <a:buNone/>
            </a:pPr>
            <a:r>
              <a:rPr lang="en-US" altLang="ko-KR" sz="1200" b="0" i="0" dirty="0"/>
              <a:t>		{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[0] = 100;   // </a:t>
            </a:r>
            <a:r>
              <a:rPr lang="en-US" altLang="ko-KR" sz="1200" b="0" i="0" dirty="0" err="1"/>
              <a:t>ms</a:t>
            </a:r>
            <a:r>
              <a:rPr lang="en-US" altLang="ko-KR" sz="1200" b="0" i="0" dirty="0"/>
              <a:t> Delay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[1] = 40;    // loop rep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[2] = 0xaa;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[3] = 0xaa;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[4] = 0xaa;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[5] = 0xaa;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[6] = 0xaa;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[7] = 0xaa;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                                                    </a:t>
            </a:r>
            <a:r>
              <a:rPr lang="en-US" altLang="ko-KR" sz="1200" b="0" i="0" dirty="0" err="1"/>
              <a:t>HAL_GPIO_WritePin</a:t>
            </a:r>
            <a:r>
              <a:rPr lang="en-US" altLang="ko-KR" sz="1200" b="0" i="0" dirty="0"/>
              <a:t>(UART6_RTS_GPIO_Port, UART6_RTS_Pin, GPIO_PIN_SET);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HAL_UART_Transmit</a:t>
            </a:r>
            <a:r>
              <a:rPr lang="en-US" altLang="ko-KR" sz="1200" b="0" i="0" dirty="0"/>
              <a:t>(&amp;huart6,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, 8, 0xFFFF);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HAL_GPIO_WritePin</a:t>
            </a:r>
            <a:r>
              <a:rPr lang="en-US" altLang="ko-KR" sz="1200" b="0" i="0" dirty="0"/>
              <a:t>(UART6_RTS_GPIO_Port, UART6_RTS_Pin, GPIO_PIN_RESET);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	                 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("TX:%02x %02x %02x %02x %02x %02x %02x %02x\r\n",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[0],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[1],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[2],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[3],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[4],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[5],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[6],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[7]);</a:t>
            </a:r>
          </a:p>
          <a:p>
            <a:pPr marL="0" indent="0">
              <a:buNone/>
            </a:pPr>
            <a:r>
              <a:rPr lang="en-US" altLang="ko-KR" sz="1200" b="0" i="0" dirty="0"/>
              <a:t>		}</a:t>
            </a:r>
          </a:p>
          <a:p>
            <a:pPr marL="0" indent="0">
              <a:buNone/>
            </a:pPr>
            <a:r>
              <a:rPr lang="en-US" altLang="ko-KR" sz="1200" b="0" i="0" dirty="0"/>
              <a:t>	}</a:t>
            </a:r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172660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42F8D-DE90-7B34-61CB-2A1EBB07C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2AC2E-4746-96BD-C9F8-959760CA7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4F2C3-617C-34CA-E063-E9AA2FF999F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RX callback </a:t>
            </a:r>
            <a:r>
              <a:rPr lang="ko-KR" altLang="en-US" b="0" i="0" kern="0" dirty="0"/>
              <a:t>활성화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/* USER CODE BEGIN 2 */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("UART6 – RS485 test\r\n");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HAL_UARTEx_ReceiveToIdle_IT</a:t>
            </a:r>
            <a:r>
              <a:rPr lang="en-US" altLang="ko-KR" sz="1200" b="0" i="0" dirty="0"/>
              <a:t>(&amp;huart6,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, 30);</a:t>
            </a:r>
          </a:p>
          <a:p>
            <a:pPr marL="0" indent="0">
              <a:buNone/>
            </a:pPr>
            <a:r>
              <a:rPr lang="en-US" altLang="ko-KR" sz="1200" b="0" i="0" dirty="0"/>
              <a:t>  /* USER CODE END 2 */</a:t>
            </a:r>
          </a:p>
          <a:p>
            <a:pPr marL="0" indent="0">
              <a:buNone/>
            </a:pPr>
            <a:endParaRPr lang="en-US" altLang="ko-KR" sz="1200" b="0" i="0" kern="0" dirty="0"/>
          </a:p>
          <a:p>
            <a:pPr marL="0" indent="0">
              <a:buNone/>
            </a:pPr>
            <a:r>
              <a:rPr lang="en-US" altLang="ko-KR" sz="1200" b="0" i="0" kern="0" dirty="0"/>
              <a:t>void </a:t>
            </a:r>
            <a:r>
              <a:rPr lang="en-US" altLang="ko-KR" sz="1200" b="0" i="0" kern="0" dirty="0" err="1"/>
              <a:t>HAL_UARTEx_RxEventCallback</a:t>
            </a:r>
            <a:r>
              <a:rPr lang="en-US" altLang="ko-KR" sz="1200" b="0" i="0" kern="0" dirty="0"/>
              <a:t>(</a:t>
            </a:r>
            <a:r>
              <a:rPr lang="en-US" altLang="ko-KR" sz="1200" b="0" i="0" kern="0" dirty="0" err="1"/>
              <a:t>UART_HandleTypeDef</a:t>
            </a:r>
            <a:r>
              <a:rPr lang="en-US" altLang="ko-KR" sz="1200" b="0" i="0" kern="0" dirty="0"/>
              <a:t> *</a:t>
            </a:r>
            <a:r>
              <a:rPr lang="en-US" altLang="ko-KR" sz="1200" b="0" i="0" kern="0" dirty="0" err="1"/>
              <a:t>huart</a:t>
            </a:r>
            <a:r>
              <a:rPr lang="en-US" altLang="ko-KR" sz="1200" b="0" i="0" kern="0" dirty="0"/>
              <a:t>, uint16_t Size)</a:t>
            </a:r>
          </a:p>
          <a:p>
            <a:pPr marL="0" indent="0">
              <a:buNone/>
            </a:pPr>
            <a:r>
              <a:rPr lang="en-US" altLang="ko-KR" sz="1200" b="0" i="0" kern="0" dirty="0"/>
              <a:t>{</a:t>
            </a:r>
          </a:p>
          <a:p>
            <a:pPr marL="0" indent="0">
              <a:buNone/>
            </a:pPr>
            <a:r>
              <a:rPr lang="en-US" altLang="ko-KR" sz="1200" b="0" i="0" kern="0" dirty="0"/>
              <a:t>  </a:t>
            </a:r>
            <a:r>
              <a:rPr lang="en-US" altLang="ko-KR" sz="1200" b="0" i="0" kern="0" dirty="0" err="1"/>
              <a:t>indx</a:t>
            </a:r>
            <a:r>
              <a:rPr lang="en-US" altLang="ko-KR" sz="1200" b="0" i="0" kern="0" dirty="0"/>
              <a:t> = Size;</a:t>
            </a:r>
          </a:p>
          <a:p>
            <a:pPr marL="0" indent="0">
              <a:buNone/>
            </a:pPr>
            <a:r>
              <a:rPr lang="en-US" altLang="ko-KR" sz="1200" b="0" i="0" kern="0" dirty="0"/>
              <a:t>  </a:t>
            </a:r>
            <a:r>
              <a:rPr lang="en-US" altLang="ko-KR" sz="1200" b="0" i="0" kern="0" dirty="0" err="1"/>
              <a:t>HAL_UARTEx_ReceiveToIdle_IT</a:t>
            </a:r>
            <a:r>
              <a:rPr lang="en-US" altLang="ko-KR" sz="1200" b="0" i="0" kern="0" dirty="0"/>
              <a:t>(</a:t>
            </a:r>
            <a:r>
              <a:rPr lang="en-US" altLang="ko-KR" sz="1200" b="0" i="0" kern="0" dirty="0" err="1"/>
              <a:t>huart</a:t>
            </a:r>
            <a:r>
              <a:rPr lang="en-US" altLang="ko-KR" sz="1200" b="0" i="0" kern="0" dirty="0"/>
              <a:t>, </a:t>
            </a:r>
            <a:r>
              <a:rPr lang="en-US" altLang="ko-KR" sz="1200" b="0" i="0" kern="0" dirty="0" err="1"/>
              <a:t>RxData</a:t>
            </a:r>
            <a:r>
              <a:rPr lang="en-US" altLang="ko-KR" sz="1200" b="0" i="0" kern="0" dirty="0"/>
              <a:t>, 30);</a:t>
            </a:r>
          </a:p>
          <a:p>
            <a:pPr marL="0" indent="0">
              <a:buNone/>
            </a:pPr>
            <a:r>
              <a:rPr lang="en-US" altLang="ko-KR" sz="1200" b="0" i="0" kern="0" dirty="0"/>
              <a:t>}</a:t>
            </a:r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8488315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AF21-BFD4-50A6-252E-75FE81D9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5BBC2-0553-AAAB-ECDB-CAF91ED9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529E7-84D7-A536-CD89-1414855BD7D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RX</a:t>
            </a:r>
            <a:r>
              <a:rPr lang="ko-KR" altLang="en-US" b="0" i="0" kern="0" dirty="0"/>
              <a:t>시 </a:t>
            </a:r>
            <a:r>
              <a:rPr lang="en-US" altLang="ko-KR" b="0" i="0" kern="0" dirty="0"/>
              <a:t>LED </a:t>
            </a:r>
            <a:r>
              <a:rPr lang="ko-KR" altLang="en-US" b="0" i="0" kern="0" dirty="0" err="1"/>
              <a:t>토글하고</a:t>
            </a:r>
            <a:r>
              <a:rPr lang="ko-KR" altLang="en-US" b="0" i="0" kern="0" dirty="0"/>
              <a:t> 데이터를 프린트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 while (1)</a:t>
            </a:r>
          </a:p>
          <a:p>
            <a:pPr marL="0" indent="0">
              <a:buNone/>
            </a:pPr>
            <a:r>
              <a:rPr lang="en-US" altLang="ko-KR" sz="1200" b="0" i="0" dirty="0"/>
              <a:t>  {</a:t>
            </a:r>
          </a:p>
          <a:p>
            <a:pPr marL="0" indent="0">
              <a:buNone/>
            </a:pPr>
            <a:r>
              <a:rPr lang="en-US" altLang="ko-KR" sz="1200" b="0" i="0" dirty="0"/>
              <a:t>	  if(</a:t>
            </a:r>
            <a:r>
              <a:rPr lang="en-US" altLang="ko-KR" sz="1200" b="0" i="0" dirty="0" err="1"/>
              <a:t>indx</a:t>
            </a:r>
            <a:r>
              <a:rPr lang="en-US" altLang="ko-KR" sz="1200" b="0" i="0" dirty="0"/>
              <a:t>)</a:t>
            </a:r>
          </a:p>
          <a:p>
            <a:pPr marL="0" indent="0">
              <a:buNone/>
            </a:pPr>
            <a:r>
              <a:rPr lang="en-US" altLang="ko-KR" sz="1200" b="0" i="0" dirty="0"/>
              <a:t>	  {</a:t>
            </a:r>
          </a:p>
          <a:p>
            <a:pPr marL="0" indent="0">
              <a:buNone/>
            </a:pPr>
            <a:r>
              <a:rPr lang="en-US" altLang="ko-KR" sz="1200" b="0" i="0" dirty="0"/>
              <a:t>		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("RX:%02x %02x %02x %02x %02x %02x %02x %02x\r\n",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[0],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[1],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[2],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[3],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[4],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[5],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[6],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[7]);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		// blink the LED</a:t>
            </a:r>
          </a:p>
          <a:p>
            <a:pPr marL="0" indent="0">
              <a:buNone/>
            </a:pPr>
            <a:r>
              <a:rPr lang="en-US" altLang="ko-KR" sz="1200" b="0" i="0" dirty="0"/>
              <a:t>		  for (int 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=0; 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&lt;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[1]; 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++)</a:t>
            </a:r>
          </a:p>
          <a:p>
            <a:pPr marL="0" indent="0">
              <a:buNone/>
            </a:pPr>
            <a:r>
              <a:rPr lang="en-US" altLang="ko-KR" sz="1200" b="0" i="0" dirty="0"/>
              <a:t>		  {</a:t>
            </a:r>
          </a:p>
          <a:p>
            <a:pPr marL="0" indent="0">
              <a:buNone/>
            </a:pPr>
            <a:r>
              <a:rPr lang="en-US" altLang="ko-KR" sz="1200" b="0" i="0" dirty="0"/>
              <a:t>			  </a:t>
            </a:r>
            <a:r>
              <a:rPr lang="en-US" altLang="ko-KR" sz="1200" b="0" i="0" dirty="0" err="1"/>
              <a:t>HAL_GPIO_TogglePin</a:t>
            </a:r>
            <a:r>
              <a:rPr lang="en-US" altLang="ko-KR" sz="1200" b="0" i="0" dirty="0"/>
              <a:t>(GPIOF, LED1_Pin | LED2_Pin | LED3_Pin);</a:t>
            </a:r>
          </a:p>
          <a:p>
            <a:pPr marL="0" indent="0">
              <a:buNone/>
            </a:pPr>
            <a:r>
              <a:rPr lang="en-US" altLang="ko-KR" sz="1200" b="0" i="0" dirty="0"/>
              <a:t>			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[0]);</a:t>
            </a:r>
          </a:p>
          <a:p>
            <a:pPr marL="0" indent="0">
              <a:buNone/>
            </a:pPr>
            <a:r>
              <a:rPr lang="en-US" altLang="ko-KR" sz="1200" b="0" i="0" dirty="0"/>
              <a:t>		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	  </a:t>
            </a:r>
            <a:r>
              <a:rPr lang="en-US" altLang="ko-KR" sz="1200" b="0" i="0" dirty="0" err="1"/>
              <a:t>indx</a:t>
            </a:r>
            <a:r>
              <a:rPr lang="en-US" altLang="ko-KR" sz="1200" b="0" i="0" dirty="0"/>
              <a:t> = 0;</a:t>
            </a:r>
          </a:p>
          <a:p>
            <a:pPr marL="0" indent="0">
              <a:buNone/>
            </a:pPr>
            <a:r>
              <a:rPr lang="en-US" altLang="ko-KR" sz="1200" b="0" i="0" dirty="0"/>
              <a:t>	  }</a:t>
            </a:r>
          </a:p>
          <a:p>
            <a:pPr marL="0" indent="0">
              <a:buNone/>
            </a:pPr>
            <a:r>
              <a:rPr lang="en-US" altLang="ko-KR" sz="1200" b="0" i="0" dirty="0"/>
              <a:t>    /* USER CODE END WHILE */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/* USER CODE BEGIN 3 */</a:t>
            </a:r>
          </a:p>
          <a:p>
            <a:pPr marL="0" indent="0">
              <a:buNone/>
            </a:pPr>
            <a:r>
              <a:rPr lang="en-US" altLang="ko-KR" sz="1200" b="0" i="0" dirty="0"/>
              <a:t>  }</a:t>
            </a:r>
            <a:endParaRPr lang="en-US" altLang="ko-KR" sz="1200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207260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D0B2E-8463-5CB6-13E3-7A3B1F4D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DA101-9265-21FE-3349-AC987728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테스트 환경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4CC39-6A84-D461-2AD1-AA5F0B7C67C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Mango-M32F4 2</a:t>
            </a:r>
            <a:r>
              <a:rPr lang="ko-KR" altLang="en-US" b="0" i="0" kern="0" dirty="0"/>
              <a:t>대를 </a:t>
            </a:r>
            <a:r>
              <a:rPr lang="en-US" altLang="ko-KR" b="0" i="0" kern="0" dirty="0"/>
              <a:t>3</a:t>
            </a:r>
            <a:r>
              <a:rPr lang="ko-KR" altLang="en-US" b="0" i="0" kern="0" dirty="0"/>
              <a:t>핀 케이블을 이용하여 </a:t>
            </a:r>
            <a:r>
              <a:rPr lang="en-US" altLang="ko-KR" b="0" i="0" kern="0" dirty="0"/>
              <a:t>J9</a:t>
            </a:r>
            <a:r>
              <a:rPr lang="ko-KR" altLang="en-US" b="0" i="0" kern="0" dirty="0"/>
              <a:t>끼리 연결한다</a:t>
            </a:r>
            <a:r>
              <a:rPr lang="en-US" altLang="ko-KR" b="0" i="0" kern="0" dirty="0"/>
              <a:t>. </a:t>
            </a:r>
            <a:r>
              <a:rPr lang="ko-KR" altLang="en-US" b="0" i="0" kern="0" dirty="0"/>
              <a:t>결선은 </a:t>
            </a:r>
            <a:r>
              <a:rPr lang="en-US" altLang="ko-KR" b="0" i="0" kern="0" dirty="0"/>
              <a:t>TX&lt;-&gt;TX, RX&lt;-&gt;RX, GND&lt;-&gt;GND</a:t>
            </a:r>
            <a:r>
              <a:rPr lang="ko-KR" altLang="en-US" b="0" i="0" kern="0" dirty="0"/>
              <a:t> 연결해야 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RS485 TX – KEY1 / KEY2</a:t>
            </a:r>
            <a:r>
              <a:rPr lang="ko-KR" altLang="en-US" b="0" i="0" kern="0" dirty="0"/>
              <a:t>를 누를 때 메시지 전송</a:t>
            </a:r>
            <a:endParaRPr lang="en-US" altLang="ko-KR" b="0" i="0" kern="0" dirty="0"/>
          </a:p>
          <a:p>
            <a:r>
              <a:rPr lang="en-US" altLang="ko-KR" b="0" i="0" kern="0" dirty="0"/>
              <a:t>RS485 RX – </a:t>
            </a:r>
            <a:r>
              <a:rPr lang="ko-KR" altLang="en-US" b="0" i="0" kern="0" dirty="0"/>
              <a:t>메시지 수신 시 </a:t>
            </a:r>
            <a:r>
              <a:rPr lang="en-US" altLang="ko-KR" b="0" i="0" kern="0" dirty="0"/>
              <a:t>LED1 / LED2 / LED3 </a:t>
            </a:r>
            <a:r>
              <a:rPr lang="ko-KR" altLang="en-US" b="0" i="0" kern="0" dirty="0" err="1"/>
              <a:t>토글</a:t>
            </a:r>
            <a:endParaRPr lang="en-US" altLang="ko-KR" b="0" i="0" kern="0" dirty="0"/>
          </a:p>
          <a:p>
            <a:r>
              <a:rPr lang="en-US" altLang="ko-KR" b="0" i="0" kern="0" dirty="0"/>
              <a:t>TX / RX </a:t>
            </a:r>
            <a:r>
              <a:rPr lang="ko-KR" altLang="en-US" b="0" i="0" kern="0" dirty="0"/>
              <a:t>메시지를 시리얼 터미널에 디스플레이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9095792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RS485 </a:t>
            </a:r>
            <a:r>
              <a:rPr lang="ko-KR" altLang="en-US" b="0" i="0" kern="0" dirty="0"/>
              <a:t>송신 </a:t>
            </a:r>
            <a:r>
              <a:rPr lang="en-US" altLang="ko-KR" b="0" i="0" kern="0" dirty="0"/>
              <a:t>/ </a:t>
            </a:r>
            <a:r>
              <a:rPr lang="ko-KR" altLang="en-US" b="0" i="0" kern="0" dirty="0"/>
              <a:t>수신 메시지 프린트 확인</a:t>
            </a: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스크린샷, 텍스트, 디스플레이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58E961-2A1E-9F46-E94B-EF6B9102B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99" y="1432668"/>
            <a:ext cx="7185657" cy="444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20253</TotalTime>
  <Words>1294</Words>
  <Application>Microsoft Office PowerPoint</Application>
  <PresentationFormat>화면 슬라이드 쇼(4:3)</PresentationFormat>
  <Paragraphs>221</Paragraphs>
  <Slides>37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5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UART6 – RS485 실습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BIN 파일 생성 설정</vt:lpstr>
      <vt:lpstr>BIN 파일 생성 설정</vt:lpstr>
      <vt:lpstr>Code 수정 </vt:lpstr>
      <vt:lpstr>Code 수정</vt:lpstr>
      <vt:lpstr>Code 수정</vt:lpstr>
      <vt:lpstr>Code 수정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테스트 환경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776</cp:revision>
  <dcterms:created xsi:type="dcterms:W3CDTF">2006-02-08T03:00:46Z</dcterms:created>
  <dcterms:modified xsi:type="dcterms:W3CDTF">2026-01-20T10:41:46Z</dcterms:modified>
</cp:coreProperties>
</file>