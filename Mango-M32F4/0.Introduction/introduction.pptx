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308" r:id="rId2"/>
    <p:sldId id="329" r:id="rId3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 autoAdjust="0"/>
    <p:restoredTop sz="84551" autoAdjust="0"/>
  </p:normalViewPr>
  <p:slideViewPr>
    <p:cSldViewPr snapToObjects="1">
      <p:cViewPr varScale="1">
        <p:scale>
          <a:sx n="75" d="100"/>
          <a:sy n="75" d="100"/>
        </p:scale>
        <p:origin x="1930" y="283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http://cafe.naver.com/embeddedcrazyboys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help@crz-tech.com" TargetMode="External"/><Relationship Id="rId3" Type="http://schemas.openxmlformats.org/officeDocument/2006/relationships/hyperlink" Target="http://cafe.naver.com/embeddedcrazyboys" TargetMode="External"/><Relationship Id="rId7" Type="http://schemas.openxmlformats.org/officeDocument/2006/relationships/hyperlink" Target="https://www.devicemart.co.kr/goods/download?id=1311799&amp;rank=1" TargetMode="External"/><Relationship Id="rId2" Type="http://schemas.openxmlformats.org/officeDocument/2006/relationships/hyperlink" Target="https://www.crz-tech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angoboard.com/main/?cate1=9&amp;cate2=150" TargetMode="External"/><Relationship Id="rId5" Type="http://schemas.openxmlformats.org/officeDocument/2006/relationships/hyperlink" Target="http://mangoboard.com/main/?cate1=9&amp;cate2=119" TargetMode="External"/><Relationship Id="rId4" Type="http://schemas.openxmlformats.org/officeDocument/2006/relationships/hyperlink" Target="https://github.com/CRZ-Technology/Mango-M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ko-KR"/>
              <a:t>CRZ Technology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32E5698-F344-569C-B8EE-4B69C3CA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Home Page : </a:t>
            </a:r>
            <a:r>
              <a:rPr lang="en-US" altLang="ko-KR" dirty="0">
                <a:hlinkClick r:id="rId2"/>
              </a:rPr>
              <a:t>https://www.crz-tech.com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Naver Café : </a:t>
            </a:r>
            <a:r>
              <a:rPr lang="en-US" altLang="ko-KR" dirty="0">
                <a:hlinkClick r:id="rId3"/>
              </a:rPr>
              <a:t>http://cafe.naver.com/embeddedcrazyboys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GitHub : </a:t>
            </a:r>
            <a:r>
              <a:rPr lang="en-US" altLang="ko-KR" dirty="0">
                <a:hlinkClick r:id="rId4"/>
              </a:rPr>
              <a:t>https://github.com/CRZ-Technology/Mango-M32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망고스토리 </a:t>
            </a:r>
            <a:r>
              <a:rPr lang="en-US" altLang="ko-KR" dirty="0"/>
              <a:t>: </a:t>
            </a:r>
            <a:r>
              <a:rPr lang="en-US" altLang="ko-KR" dirty="0">
                <a:hlinkClick r:id="rId5"/>
              </a:rPr>
              <a:t>http://mangoboard.com/main/?cate1=9&amp;cate2=119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OpenSSD</a:t>
            </a:r>
            <a:r>
              <a:rPr lang="en-US" altLang="ko-KR" dirty="0"/>
              <a:t> : </a:t>
            </a:r>
            <a:r>
              <a:rPr lang="en-US" altLang="ko-KR" dirty="0">
                <a:hlinkClick r:id="rId6"/>
              </a:rPr>
              <a:t>http://mangoboard.com/main/?cate1=9&amp;cate2=150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회로도 </a:t>
            </a:r>
            <a:r>
              <a:rPr lang="en-US" altLang="ko-KR" dirty="0"/>
              <a:t>: </a:t>
            </a:r>
            <a:r>
              <a:rPr lang="en-US" altLang="ko-KR" dirty="0">
                <a:hlinkClick r:id="rId7"/>
              </a:rPr>
              <a:t>https://www.devicemart.co.kr/goods/download?id=1311799&amp;rank=1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Contact : </a:t>
            </a:r>
            <a:r>
              <a:rPr lang="en-US" altLang="ko-KR" dirty="0">
                <a:hlinkClick r:id="rId8"/>
              </a:rPr>
              <a:t>help@crz-tech.com</a:t>
            </a:r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17056</TotalTime>
  <Words>94</Words>
  <Application>Microsoft Office PowerPoint</Application>
  <PresentationFormat>화면 슬라이드 쇼(4:3)</PresentationFormat>
  <Paragraphs>17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Introduction</vt:lpstr>
      <vt:lpstr>CRZ Technology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582</cp:revision>
  <dcterms:created xsi:type="dcterms:W3CDTF">2006-02-08T03:00:46Z</dcterms:created>
  <dcterms:modified xsi:type="dcterms:W3CDTF">2026-01-24T08:46:49Z</dcterms:modified>
</cp:coreProperties>
</file>