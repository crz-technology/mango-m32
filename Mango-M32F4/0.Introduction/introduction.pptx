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notesMasterIdLst>
    <p:notesMasterId r:id="rId4"/>
  </p:notesMasterIdLst>
  <p:handoutMasterIdLst>
    <p:handoutMasterId r:id="rId5"/>
  </p:handoutMasterIdLst>
  <p:sldIdLst>
    <p:sldId id="308" r:id="rId2"/>
    <p:sldId id="329" r:id="rId3"/>
  </p:sldIdLst>
  <p:sldSz cx="9144000" cy="6858000" type="screen4x3"/>
  <p:notesSz cx="6799263" cy="9929813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5pPr>
    <a:lvl6pPr marL="22860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6pPr>
    <a:lvl7pPr marL="27432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7pPr>
    <a:lvl8pPr marL="32004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8pPr>
    <a:lvl9pPr marL="36576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38">
          <p15:clr>
            <a:srgbClr val="A4A3A4"/>
          </p15:clr>
        </p15:guide>
        <p15:guide id="2" pos="6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8">
          <p15:clr>
            <a:srgbClr val="A4A3A4"/>
          </p15:clr>
        </p15:guide>
        <p15:guide id="2" pos="214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FF99"/>
    <a:srgbClr val="C0C0C0"/>
    <a:srgbClr val="CCECFF"/>
    <a:srgbClr val="FF99CC"/>
    <a:srgbClr val="99FF99"/>
    <a:srgbClr val="660033"/>
    <a:srgbClr val="666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44" autoAdjust="0"/>
    <p:restoredTop sz="84551" autoAdjust="0"/>
  </p:normalViewPr>
  <p:slideViewPr>
    <p:cSldViewPr snapToObjects="1">
      <p:cViewPr varScale="1">
        <p:scale>
          <a:sx n="75" d="100"/>
          <a:sy n="75" d="100"/>
        </p:scale>
        <p:origin x="1930" y="283"/>
      </p:cViewPr>
      <p:guideLst>
        <p:guide orient="horz" pos="3838"/>
        <p:guide pos="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Objects="1">
      <p:cViewPr varScale="1">
        <p:scale>
          <a:sx n="57" d="100"/>
          <a:sy n="57" d="100"/>
        </p:scale>
        <p:origin x="-2616" y="-96"/>
      </p:cViewPr>
      <p:guideLst>
        <p:guide orient="horz" pos="3128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3E359F8D-C241-43DD-BB7A-EE3CBF36867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7575" y="746125"/>
            <a:ext cx="4964113" cy="37226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50" y="4716463"/>
            <a:ext cx="5440363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DE4C13C3-4C20-49FA-8F88-6FD9575FBAAE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9E6B64B-D8C4-466A-BB6C-3C01BAF15E52}" type="slidenum">
              <a:rPr lang="en-US" altLang="ko-KR"/>
              <a:pPr/>
              <a:t>1</a:t>
            </a:fld>
            <a:endParaRPr lang="en-US" altLang="ko-KR"/>
          </a:p>
        </p:txBody>
      </p:sp>
      <p:sp>
        <p:nvSpPr>
          <p:cNvPr id="68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ko-KR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875" name="Rectangle 11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6" name="Rectangle 12"/>
          <p:cNvSpPr>
            <a:spLocks noChangeArrowheads="1"/>
          </p:cNvSpPr>
          <p:nvPr userDrawn="1"/>
        </p:nvSpPr>
        <p:spPr bwMode="auto">
          <a:xfrm>
            <a:off x="88900" y="2636838"/>
            <a:ext cx="7146925" cy="1095375"/>
          </a:xfrm>
          <a:prstGeom prst="rect">
            <a:avLst/>
          </a:prstGeom>
          <a:solidFill>
            <a:srgbClr val="92D050"/>
          </a:solidFill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7" name="Line 13"/>
          <p:cNvSpPr>
            <a:spLocks noChangeShapeType="1"/>
          </p:cNvSpPr>
          <p:nvPr userDrawn="1"/>
        </p:nvSpPr>
        <p:spPr bwMode="auto">
          <a:xfrm>
            <a:off x="88900" y="2552700"/>
            <a:ext cx="7146925" cy="1588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7686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152525"/>
          </a:xfrm>
        </p:spPr>
        <p:txBody>
          <a:bodyPr/>
          <a:lstStyle>
            <a:lvl1pPr marL="0" indent="0">
              <a:buFontTx/>
              <a:buNone/>
              <a:defRPr b="1">
                <a:latin typeface="Verdana" pitchFamily="34" charset="0"/>
              </a:defRPr>
            </a:lvl1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676868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708275"/>
            <a:ext cx="6551612" cy="1023938"/>
          </a:xfrm>
        </p:spPr>
        <p:txBody>
          <a:bodyPr/>
          <a:lstStyle>
            <a:lvl1pPr>
              <a:defRPr sz="3200"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76881" name="Rectangle 17"/>
          <p:cNvSpPr>
            <a:spLocks noChangeArrowheads="1"/>
          </p:cNvSpPr>
          <p:nvPr userDrawn="1"/>
        </p:nvSpPr>
        <p:spPr bwMode="auto">
          <a:xfrm>
            <a:off x="107950" y="6381750"/>
            <a:ext cx="4679950" cy="36036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altLang="ko-KR" dirty="0"/>
              <a:t>http://cafe.naver.com/embeddedcrazyboys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77800" y="785793"/>
            <a:ext cx="8858250" cy="5643603"/>
          </a:xfrm>
        </p:spPr>
        <p:txBody>
          <a:bodyPr/>
          <a:lstStyle>
            <a:lvl1pPr>
              <a:defRPr>
                <a:latin typeface="Verdana" pitchFamily="34" charset="0"/>
              </a:defRPr>
            </a:lvl1pPr>
            <a:lvl2pPr>
              <a:defRPr>
                <a:latin typeface="Verdana" pitchFamily="34" charset="0"/>
              </a:defRPr>
            </a:lvl2pPr>
            <a:lvl3pPr>
              <a:defRPr>
                <a:latin typeface="Verdana" pitchFamily="34" charset="0"/>
              </a:defRPr>
            </a:lvl3pPr>
            <a:lvl4pPr>
              <a:defRPr>
                <a:latin typeface="Verdana" pitchFamily="34" charset="0"/>
              </a:defRPr>
            </a:lvl4pPr>
            <a:lvl5pPr>
              <a:defRPr>
                <a:latin typeface="Verdana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77800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83125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821488" y="115888"/>
            <a:ext cx="2214562" cy="640873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177800" y="115888"/>
            <a:ext cx="6491288" cy="64087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4" name="Rectangle 70"/>
          <p:cNvSpPr>
            <a:spLocks noChangeArrowheads="1"/>
          </p:cNvSpPr>
          <p:nvPr userDrawn="1"/>
        </p:nvSpPr>
        <p:spPr bwMode="auto">
          <a:xfrm>
            <a:off x="88900" y="85725"/>
            <a:ext cx="8959850" cy="534988"/>
          </a:xfrm>
          <a:prstGeom prst="rect">
            <a:avLst/>
          </a:prstGeom>
          <a:solidFill>
            <a:srgbClr val="92D050">
              <a:alpha val="50000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800" y="665163"/>
            <a:ext cx="8858250" cy="5859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800" y="115888"/>
            <a:ext cx="8858250" cy="469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Main Title</a:t>
            </a:r>
          </a:p>
        </p:txBody>
      </p:sp>
      <p:sp>
        <p:nvSpPr>
          <p:cNvPr id="6178" name="Rectangle 34"/>
          <p:cNvSpPr>
            <a:spLocks noChangeArrowheads="1"/>
          </p:cNvSpPr>
          <p:nvPr userDrawn="1"/>
        </p:nvSpPr>
        <p:spPr bwMode="auto">
          <a:xfrm rot="-21600000">
            <a:off x="8388350" y="6453188"/>
            <a:ext cx="647700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r" latinLnBrk="0"/>
            <a:fld id="{4FDD7156-F552-46EC-968D-BB66E3283A22}" type="slidenum">
              <a:rPr kumimoji="0" lang="en-US" altLang="ko-KR" sz="1300" i="0">
                <a:solidFill>
                  <a:srgbClr val="333333"/>
                </a:solidFill>
                <a:latin typeface="Century Gothic" pitchFamily="34" charset="0"/>
              </a:rPr>
              <a:pPr algn="r" latinLnBrk="0"/>
              <a:t>‹#›</a:t>
            </a:fld>
            <a:endParaRPr kumimoji="0" lang="en-US" altLang="ko-KR" sz="1300" i="0">
              <a:solidFill>
                <a:srgbClr val="333333"/>
              </a:solidFill>
              <a:latin typeface="Century Gothic" pitchFamily="34" charset="0"/>
            </a:endParaRPr>
          </a:p>
        </p:txBody>
      </p:sp>
      <p:sp>
        <p:nvSpPr>
          <p:cNvPr id="6200" name="Text Box 56"/>
          <p:cNvSpPr txBox="1">
            <a:spLocks noChangeArrowheads="1"/>
          </p:cNvSpPr>
          <p:nvPr userDrawn="1"/>
        </p:nvSpPr>
        <p:spPr bwMode="auto">
          <a:xfrm>
            <a:off x="5422900" y="6480175"/>
            <a:ext cx="31654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/>
            <a:r>
              <a:rPr lang="en-US" altLang="ko-KR" sz="1000" i="0" dirty="0">
                <a:solidFill>
                  <a:srgbClr val="5F5F5F"/>
                </a:solidFill>
                <a:latin typeface="Century Gothic" pitchFamily="34" charset="0"/>
              </a:rPr>
              <a:t>http://cafe.naver.com/embeddedcrazyboys</a:t>
            </a:r>
          </a:p>
        </p:txBody>
      </p:sp>
      <p:sp>
        <p:nvSpPr>
          <p:cNvPr id="6211" name="Rectangle 67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212" name="Line 68"/>
          <p:cNvSpPr>
            <a:spLocks noChangeShapeType="1"/>
          </p:cNvSpPr>
          <p:nvPr userDrawn="1"/>
        </p:nvSpPr>
        <p:spPr bwMode="auto">
          <a:xfrm>
            <a:off x="5583238" y="6480175"/>
            <a:ext cx="3452812" cy="0"/>
          </a:xfrm>
          <a:prstGeom prst="line">
            <a:avLst/>
          </a:prstGeom>
          <a:noFill/>
          <a:ln w="317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215" name="Line 71"/>
          <p:cNvSpPr>
            <a:spLocks noChangeShapeType="1"/>
          </p:cNvSpPr>
          <p:nvPr userDrawn="1"/>
        </p:nvSpPr>
        <p:spPr bwMode="auto">
          <a:xfrm>
            <a:off x="88900" y="620713"/>
            <a:ext cx="8959850" cy="0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Verdana" pitchFamily="34" charset="0"/>
          <a:ea typeface="+mj-ea"/>
          <a:cs typeface="+mj-cs"/>
        </a:defRPr>
      </a:lvl1pPr>
      <a:lvl2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•"/>
        <a:defRPr kumimoji="1" sz="2000">
          <a:solidFill>
            <a:schemeClr val="tx1"/>
          </a:solidFill>
          <a:latin typeface="Verdana" pitchFamily="34" charset="0"/>
          <a:ea typeface="+mn-ea"/>
          <a:cs typeface="+mn-cs"/>
        </a:defRPr>
      </a:lvl1pPr>
      <a:lvl2pPr marL="742950" indent="-28575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Ø"/>
        <a:defRPr kumimoji="1">
          <a:solidFill>
            <a:schemeClr val="tx1"/>
          </a:solidFill>
          <a:latin typeface="Verdana" pitchFamily="34" charset="0"/>
          <a:ea typeface="+mn-ea"/>
        </a:defRPr>
      </a:lvl2pPr>
      <a:lvl3pPr marL="1143000" indent="-2286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kumimoji="1" sz="1600">
          <a:solidFill>
            <a:schemeClr val="tx1"/>
          </a:solidFill>
          <a:latin typeface="Verdana" pitchFamily="34" charset="0"/>
          <a:ea typeface="+mn-ea"/>
        </a:defRPr>
      </a:lvl3pPr>
      <a:lvl4pPr marL="1600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Wingdings 2" pitchFamily="18" charset="2"/>
        <a:buChar char=""/>
        <a:defRPr kumimoji="1" sz="2000">
          <a:solidFill>
            <a:schemeClr val="tx1"/>
          </a:solidFill>
          <a:latin typeface="Arial" charset="0"/>
          <a:ea typeface="+mn-ea"/>
        </a:defRPr>
      </a:lvl4pPr>
      <a:lvl5pPr marL="20574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cafe.naver.com/embeddedcrazyboys" TargetMode="External"/><Relationship Id="rId7" Type="http://schemas.openxmlformats.org/officeDocument/2006/relationships/hyperlink" Target="mailto:help@crz-tech.com" TargetMode="External"/><Relationship Id="rId2" Type="http://schemas.openxmlformats.org/officeDocument/2006/relationships/hyperlink" Target="https://www.crz-tech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mangoboard.com/main/?cate1=9&amp;cate2=150" TargetMode="External"/><Relationship Id="rId5" Type="http://schemas.openxmlformats.org/officeDocument/2006/relationships/hyperlink" Target="http://mangoboard.com/main/?cate1=9&amp;cate2=119" TargetMode="External"/><Relationship Id="rId4" Type="http://schemas.openxmlformats.org/officeDocument/2006/relationships/hyperlink" Target="https://github.com/CRZ-Technology/Mango-M3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916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674938"/>
            <a:ext cx="6551612" cy="1023937"/>
          </a:xfrm>
        </p:spPr>
        <p:txBody>
          <a:bodyPr/>
          <a:lstStyle/>
          <a:p>
            <a:r>
              <a:rPr lang="en-US" altLang="ko-KR" dirty="0"/>
              <a:t>Introduction</a:t>
            </a:r>
          </a:p>
        </p:txBody>
      </p:sp>
      <p:sp>
        <p:nvSpPr>
          <p:cNvPr id="678917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211274"/>
          </a:xfrm>
        </p:spPr>
        <p:txBody>
          <a:bodyPr/>
          <a:lstStyle/>
          <a:p>
            <a:r>
              <a:rPr lang="en-US" altLang="ko-KR" dirty="0"/>
              <a:t>2026.01.23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ko-KR"/>
              <a:t>CRZ Technology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C32E5698-F344-569C-B8EE-4B69C3CAC9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Home Page : </a:t>
            </a:r>
            <a:r>
              <a:rPr lang="en-US" altLang="ko-KR" dirty="0">
                <a:hlinkClick r:id="rId2"/>
              </a:rPr>
              <a:t>https://www.crz-tech.com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Naver Café : </a:t>
            </a:r>
            <a:r>
              <a:rPr lang="en-US" altLang="ko-KR" dirty="0">
                <a:hlinkClick r:id="rId3"/>
              </a:rPr>
              <a:t>http://cafe.naver.com/embeddedcrazyboys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GitHub : </a:t>
            </a:r>
            <a:r>
              <a:rPr lang="en-US" altLang="ko-KR" dirty="0">
                <a:hlinkClick r:id="rId4"/>
              </a:rPr>
              <a:t>https://github.com/CRZ-Technology/Mango-M32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망고스토리 </a:t>
            </a:r>
            <a:r>
              <a:rPr lang="en-US" altLang="ko-KR" dirty="0"/>
              <a:t>: </a:t>
            </a:r>
            <a:r>
              <a:rPr lang="en-US" altLang="ko-KR" dirty="0">
                <a:hlinkClick r:id="rId5"/>
              </a:rPr>
              <a:t>http://mangoboard.com/main/?cate1=9&amp;cate2=119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OpenSSD</a:t>
            </a:r>
            <a:r>
              <a:rPr lang="en-US" altLang="ko-KR" dirty="0"/>
              <a:t> : </a:t>
            </a:r>
            <a:r>
              <a:rPr lang="en-US" altLang="ko-KR" dirty="0">
                <a:hlinkClick r:id="rId6"/>
              </a:rPr>
              <a:t>http://mangoboard.com/main/?cate1=9&amp;cate2=150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Contact : </a:t>
            </a:r>
            <a:r>
              <a:rPr lang="en-US" altLang="ko-KR" dirty="0">
                <a:hlinkClick r:id="rId7"/>
              </a:rPr>
              <a:t>help@crz-tech.com</a:t>
            </a:r>
            <a:endParaRPr lang="en-US" altLang="ko-KR" dirty="0"/>
          </a:p>
          <a:p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17056</TotalTime>
  <Words>71</Words>
  <Application>Microsoft Office PowerPoint</Application>
  <PresentationFormat>화면 슬라이드 쇼(4:3)</PresentationFormat>
  <Paragraphs>15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10" baseType="lpstr">
      <vt:lpstr>굴림</vt:lpstr>
      <vt:lpstr>Arial</vt:lpstr>
      <vt:lpstr>Century Gothic</vt:lpstr>
      <vt:lpstr>Tahoma</vt:lpstr>
      <vt:lpstr>Verdana</vt:lpstr>
      <vt:lpstr>Wingdings</vt:lpstr>
      <vt:lpstr>Wingdings 2</vt:lpstr>
      <vt:lpstr>디자인 사용자 지정</vt:lpstr>
      <vt:lpstr>Introduction</vt:lpstr>
      <vt:lpstr>CRZ Technology</vt:lpstr>
    </vt:vector>
  </TitlesOfParts>
  <Company>마케팅팀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김정남</dc:creator>
  <cp:lastModifiedBy>홍기 최</cp:lastModifiedBy>
  <cp:revision>580</cp:revision>
  <dcterms:created xsi:type="dcterms:W3CDTF">2006-02-08T03:00:46Z</dcterms:created>
  <dcterms:modified xsi:type="dcterms:W3CDTF">2026-01-24T08:12:20Z</dcterms:modified>
</cp:coreProperties>
</file>