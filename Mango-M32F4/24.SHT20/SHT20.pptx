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1"/>
  </p:notesMasterIdLst>
  <p:handoutMasterIdLst>
    <p:handoutMasterId r:id="rId32"/>
  </p:handoutMasterIdLst>
  <p:sldIdLst>
    <p:sldId id="308" r:id="rId2"/>
    <p:sldId id="332" r:id="rId3"/>
    <p:sldId id="352" r:id="rId4"/>
    <p:sldId id="349" r:id="rId5"/>
    <p:sldId id="354" r:id="rId6"/>
    <p:sldId id="358" r:id="rId7"/>
    <p:sldId id="353" r:id="rId8"/>
    <p:sldId id="356" r:id="rId9"/>
    <p:sldId id="361" r:id="rId10"/>
    <p:sldId id="363" r:id="rId11"/>
    <p:sldId id="364" r:id="rId12"/>
    <p:sldId id="365" r:id="rId13"/>
    <p:sldId id="367" r:id="rId14"/>
    <p:sldId id="368" r:id="rId15"/>
    <p:sldId id="399" r:id="rId16"/>
    <p:sldId id="401" r:id="rId17"/>
    <p:sldId id="402" r:id="rId18"/>
    <p:sldId id="369" r:id="rId19"/>
    <p:sldId id="393" r:id="rId20"/>
    <p:sldId id="410" r:id="rId21"/>
    <p:sldId id="413" r:id="rId22"/>
    <p:sldId id="412" r:id="rId23"/>
    <p:sldId id="372" r:id="rId24"/>
    <p:sldId id="373" r:id="rId25"/>
    <p:sldId id="374" r:id="rId26"/>
    <p:sldId id="375" r:id="rId27"/>
    <p:sldId id="376" r:id="rId28"/>
    <p:sldId id="377" r:id="rId29"/>
    <p:sldId id="378" r:id="rId30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96" d="100"/>
          <a:sy n="96" d="100"/>
        </p:scale>
        <p:origin x="1195" y="77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SHT20 – </a:t>
            </a:r>
            <a:r>
              <a:rPr lang="ko-KR" altLang="en-US" dirty="0"/>
              <a:t>습도</a:t>
            </a:r>
            <a:r>
              <a:rPr lang="en-US" altLang="ko-KR" dirty="0"/>
              <a:t> </a:t>
            </a:r>
            <a:r>
              <a:rPr lang="ko-KR" altLang="en-US" dirty="0"/>
              <a:t>센서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2026.06.17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I2C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I2C : PB6-I2C1_SCL, PB7-I2C1_SDA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22C3E8-3F7A-5C8C-211B-F9A72689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628800"/>
            <a:ext cx="3816424" cy="83975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226E7E-9260-F1C1-B72F-96BAE5F9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509916"/>
            <a:ext cx="2206550" cy="341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I2C1 -&gt; Mode -&gt; I2C</a:t>
            </a:r>
            <a:r>
              <a:rPr lang="ko-KR" altLang="en-US" b="0" i="0" kern="0" dirty="0"/>
              <a:t> 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1D9240-C486-2D85-9419-E07EDA1AE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6" y="1556791"/>
            <a:ext cx="8059068" cy="46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252-6C61-A018-0BE8-16B749D8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6B542-FAB2-273A-33EC-3720BD10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빌드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6D05-D914-0D60-626D-83C21947090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Settings =&gt; Use float with </a:t>
            </a:r>
            <a:r>
              <a:rPr lang="en-US" altLang="ko-KR" b="0" i="0" kern="0" dirty="0" err="1"/>
              <a:t>printf</a:t>
            </a:r>
            <a:r>
              <a:rPr lang="en-US" altLang="ko-KR" b="0" i="0" kern="0" dirty="0"/>
              <a:t> from </a:t>
            </a:r>
            <a:r>
              <a:rPr lang="en-US" altLang="ko-KR" b="0" i="0" kern="0" dirty="0" err="1"/>
              <a:t>newlib</a:t>
            </a:r>
            <a:r>
              <a:rPr lang="en-US" altLang="ko-KR" b="0" i="0" kern="0" dirty="0"/>
              <a:t>-nano(-u _</a:t>
            </a:r>
            <a:r>
              <a:rPr lang="en-US" altLang="ko-KR" b="0" i="0" kern="0" dirty="0" err="1"/>
              <a:t>printf_float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499227-A16B-8566-9228-1A6AE1E4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1772816"/>
            <a:ext cx="7468569" cy="457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4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F44E-8CAD-8AF2-1B3C-5943F8D7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C1949-DA15-9908-F1DA-8C470DD1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SHT20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9B54-51DF-C400-2399-FFC26B1F029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Slave Address : 0x40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Command Table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41C0C60-72C1-B478-0F5E-0241F04AB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236206"/>
            <a:ext cx="5600700" cy="8858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18D21B1-C483-DAE8-4DDA-B95643006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068960"/>
            <a:ext cx="4866903" cy="303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7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3AE0-B1DB-59CD-C1E7-16C5ACE2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75611-62D5-97B3-8C29-1BA6ED99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SHT20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29CA-435A-D30E-A68A-A750A80C7BF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Humidity Conversion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Temperature Conversion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2455A2-22DB-7678-7FD3-9627E632F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10" y="1412776"/>
            <a:ext cx="8738416" cy="1510257"/>
          </a:xfrm>
          <a:prstGeom prst="rect">
            <a:avLst/>
          </a:prstGeom>
        </p:spPr>
      </p:pic>
      <p:pic>
        <p:nvPicPr>
          <p:cNvPr id="8" name="그림 7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031E2E-A79D-02BB-C5F6-91D664969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74" y="3934968"/>
            <a:ext cx="8679928" cy="17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61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AF21-BFD4-50A6-252E-75FE81D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5BBC2-0553-AAAB-ECDB-CAF91ED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29E7-84D7-A536-CD89-1414855BD7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SHT20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slave address</a:t>
            </a:r>
            <a:r>
              <a:rPr lang="ko-KR" altLang="en-US" b="0" i="0" kern="0" dirty="0"/>
              <a:t>는 </a:t>
            </a:r>
            <a:r>
              <a:rPr lang="en-US" altLang="ko-KR" b="0" i="0" kern="0" dirty="0"/>
              <a:t>0x40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/* USER CODE BEGIN PD */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#define SHT20_I2C_ADDR (0x40 &lt;&lt; 1)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#define REG_RTEMP_READ_HOLD             0xE3</a:t>
            </a:r>
          </a:p>
          <a:p>
            <a:pPr marL="0" indent="0">
              <a:buNone/>
            </a:pPr>
            <a:r>
              <a:rPr lang="en-US" altLang="ko-KR" sz="1200" b="0" i="0" dirty="0"/>
              <a:t>#define REG_RHUM_READ_HOLD              0xE5</a:t>
            </a:r>
          </a:p>
          <a:p>
            <a:pPr marL="0" indent="0">
              <a:buNone/>
            </a:pPr>
            <a:r>
              <a:rPr lang="en-US" altLang="ko-KR" sz="1200" b="0" i="0" dirty="0"/>
              <a:t>#define REG_SOFT_RESET                  0xFE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//CRC error macros</a:t>
            </a:r>
          </a:p>
          <a:p>
            <a:pPr marL="0" indent="0">
              <a:buNone/>
            </a:pPr>
            <a:r>
              <a:rPr lang="en-US" altLang="ko-KR" sz="1200" b="0" i="0" dirty="0"/>
              <a:t>#define CRC_MATCH               1</a:t>
            </a:r>
          </a:p>
          <a:p>
            <a:pPr marL="0" indent="0">
              <a:buNone/>
            </a:pPr>
            <a:r>
              <a:rPr lang="en-US" altLang="ko-KR" sz="1200" b="0" i="0" dirty="0"/>
              <a:t>#define CRC_NOTMATCH            0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//CRC macros</a:t>
            </a:r>
          </a:p>
          <a:p>
            <a:pPr marL="0" indent="0">
              <a:buNone/>
            </a:pPr>
            <a:r>
              <a:rPr lang="en-US" altLang="ko-KR" sz="1200" b="0" i="0" dirty="0"/>
              <a:t>#define CRC_POLYNOMIAL          0x131   // Generator Polynomial X^8 + X^5+ X^4+ 1</a:t>
            </a:r>
          </a:p>
          <a:p>
            <a:pPr marL="0" indent="0">
              <a:buNone/>
            </a:pPr>
            <a:r>
              <a:rPr lang="en-US" altLang="ko-KR" sz="1200" b="0" i="0" dirty="0"/>
              <a:t>#define CRC_POLYNOMIAL_WIDTH    9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PD */</a:t>
            </a:r>
          </a:p>
        </p:txBody>
      </p:sp>
    </p:spTree>
    <p:extLst>
      <p:ext uri="{BB962C8B-B14F-4D97-AF65-F5344CB8AC3E}">
        <p14:creationId xmlns:p14="http://schemas.microsoft.com/office/powerpoint/2010/main" val="3207260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AB20-DD54-239E-B4BB-D17E818A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D38F4-DBE6-42BE-740E-E78A7344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327BE-3E2A-BD11-55CB-F2BA8FF9710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CRC </a:t>
            </a:r>
            <a:r>
              <a:rPr lang="ko-KR" altLang="en-US" b="0" i="0" kern="0" dirty="0"/>
              <a:t>함수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static int </a:t>
            </a:r>
            <a:r>
              <a:rPr lang="en-US" altLang="ko-KR" sz="1200" b="0" i="0" dirty="0" err="1"/>
              <a:t>crc_check</a:t>
            </a:r>
            <a:r>
              <a:rPr lang="en-US" altLang="ko-KR" sz="1200" b="0" i="0" dirty="0"/>
              <a:t>(uint16_t dt, uint8_t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uint16_t polynomial = CRC_POLYNOMIAL &lt;&lt; (16 - CRC_POLYNOMIAL_WIDTH);</a:t>
            </a:r>
          </a:p>
          <a:p>
            <a:pPr marL="0" indent="0">
              <a:buNone/>
            </a:pPr>
            <a:r>
              <a:rPr lang="en-US" altLang="ko-KR" sz="1200" b="0" i="0" dirty="0"/>
              <a:t>    uint16_t result = dt;</a:t>
            </a:r>
          </a:p>
          <a:p>
            <a:pPr marL="0" indent="0">
              <a:buNone/>
            </a:pPr>
            <a:r>
              <a:rPr lang="en-US" altLang="ko-KR" sz="1200" b="0" i="0" dirty="0"/>
              <a:t>    uint16_t </a:t>
            </a:r>
            <a:r>
              <a:rPr lang="en-US" altLang="ko-KR" sz="1200" b="0" i="0" dirty="0" err="1"/>
              <a:t>top_bit</a:t>
            </a:r>
            <a:r>
              <a:rPr lang="en-US" altLang="ko-KR" sz="1200" b="0" i="0" dirty="0"/>
              <a:t> = 0x8000;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for(int </a:t>
            </a:r>
            <a:r>
              <a:rPr lang="en-US" altLang="ko-KR" sz="1200" b="0" i="0" dirty="0" err="1"/>
              <a:t>i</a:t>
            </a:r>
            <a:r>
              <a:rPr lang="en-US" altLang="ko-KR" sz="1200" b="0" i="0" dirty="0"/>
              <a:t>=0;i&lt;16;i++)</a:t>
            </a:r>
          </a:p>
          <a:p>
            <a:pPr marL="0" indent="0">
              <a:buNone/>
            </a:pPr>
            <a:r>
              <a:rPr lang="en-US" altLang="ko-KR" sz="1200" b="0" i="0" dirty="0"/>
              <a:t>    {</a:t>
            </a:r>
          </a:p>
          <a:p>
            <a:pPr marL="0" indent="0">
              <a:buNone/>
            </a:pPr>
            <a:r>
              <a:rPr lang="en-US" altLang="ko-KR" sz="1200" b="0" i="0" dirty="0"/>
              <a:t>        if(result &amp; </a:t>
            </a:r>
            <a:r>
              <a:rPr lang="en-US" altLang="ko-KR" sz="1200" b="0" i="0" dirty="0" err="1"/>
              <a:t>top_bit</a:t>
            </a:r>
            <a:r>
              <a:rPr lang="en-US" altLang="ko-KR" sz="1200" b="0" i="0" dirty="0"/>
              <a:t>) result ^= polynomial;</a:t>
            </a:r>
          </a:p>
          <a:p>
            <a:pPr marL="0" indent="0">
              <a:buNone/>
            </a:pPr>
            <a:r>
              <a:rPr lang="en-US" altLang="ko-KR" sz="1200" b="0" i="0" dirty="0"/>
              <a:t>        result &lt;&lt;= 1;</a:t>
            </a:r>
          </a:p>
          <a:p>
            <a:pPr marL="0" indent="0">
              <a:buNone/>
            </a:pPr>
            <a:r>
              <a:rPr lang="en-US" altLang="ko-KR" sz="1200" b="0" i="0" dirty="0"/>
              <a:t>    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result &gt;&gt;= 8;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return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 == result ? CRC_MATCH : CRC_NOTMATCH;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0 */</a:t>
            </a:r>
          </a:p>
        </p:txBody>
      </p:sp>
    </p:spTree>
    <p:extLst>
      <p:ext uri="{BB962C8B-B14F-4D97-AF65-F5344CB8AC3E}">
        <p14:creationId xmlns:p14="http://schemas.microsoft.com/office/powerpoint/2010/main" val="448045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D50C-D7A0-9A88-40BE-A0AE98C2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B29AF-9FE0-215A-FB98-3AF78C6C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0C4C-A309-861B-8620-90E9AB953EE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초기화시에 </a:t>
            </a:r>
            <a:r>
              <a:rPr lang="en-US" altLang="ko-KR" b="0" i="0" kern="0" dirty="0"/>
              <a:t>Software Reset</a:t>
            </a:r>
            <a:r>
              <a:rPr lang="ko-KR" altLang="en-US" b="0" i="0" kern="0" dirty="0"/>
              <a:t>를 한다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reg;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data[3];</a:t>
            </a:r>
          </a:p>
          <a:p>
            <a:pPr marL="0" indent="0">
              <a:buNone/>
            </a:pPr>
            <a:r>
              <a:rPr lang="en-US" altLang="ko-KR" sz="1200" b="0" i="0" dirty="0"/>
              <a:t>    uint16_t 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int 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HAL_StatusTypeDef</a:t>
            </a:r>
            <a:r>
              <a:rPr lang="en-US" altLang="ko-KR" sz="1200" b="0" i="0" dirty="0"/>
              <a:t> status;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("I2C-SHT20 test\r\n");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r>
              <a:rPr lang="en-US" altLang="ko-KR" sz="1200" b="0" i="0" dirty="0"/>
              <a:t>  reg = REG_SOFT_RESET;</a:t>
            </a:r>
          </a:p>
          <a:p>
            <a:pPr marL="0" indent="0">
              <a:buNone/>
            </a:pPr>
            <a:r>
              <a:rPr lang="en-US" altLang="ko-KR" sz="1200" b="0" i="0" dirty="0"/>
              <a:t>  status = HAL_I2C_Master_Transmit(&amp;hi2c1, SHT20_I2C_ADDR, &amp;reg, 1, 1000);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(300);</a:t>
            </a:r>
          </a:p>
        </p:txBody>
      </p:sp>
    </p:spTree>
    <p:extLst>
      <p:ext uri="{BB962C8B-B14F-4D97-AF65-F5344CB8AC3E}">
        <p14:creationId xmlns:p14="http://schemas.microsoft.com/office/powerpoint/2010/main" val="3059486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D98D-EDA4-7C37-1524-A06ADCC5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BAF7E-9763-8589-7D08-D8792DD8B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5CD07-F00A-9A75-A83D-366FC238ABC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1</a:t>
            </a:r>
            <a:r>
              <a:rPr lang="ko-KR" altLang="en-US" b="0" i="0" kern="0" dirty="0"/>
              <a:t>초 주기로 온도와 습도 정보를 표시한다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 while (1)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                       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r>
              <a:rPr lang="en-US" altLang="ko-KR" sz="1200" b="0" i="0" dirty="0"/>
              <a:t>		reg = REG_RTEMP_READ_HOLD;</a:t>
            </a:r>
          </a:p>
          <a:p>
            <a:pPr marL="0" indent="0">
              <a:buNone/>
            </a:pPr>
            <a:r>
              <a:rPr lang="en-US" altLang="ko-KR" sz="1200" b="0" i="0" dirty="0"/>
              <a:t>		status = HAL_I2C_Master_Transmit(&amp;hi2c1, SHT20_I2C_ADDR, &amp;reg, 1, 1000);</a:t>
            </a:r>
          </a:p>
          <a:p>
            <a:pPr marL="0" indent="0">
              <a:buNone/>
            </a:pPr>
            <a:r>
              <a:rPr lang="en-US" altLang="ko-KR" sz="1200" b="0" i="0" dirty="0"/>
              <a:t>		status = HAL_I2C_Master_Receive(&amp;hi2c1, SHT20_I2C_ADDR, data, 3, 1000);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 = (data[0] &lt;&lt; 8) | data[1];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 = data[2];</a:t>
            </a:r>
          </a:p>
          <a:p>
            <a:pPr marL="0" indent="0">
              <a:buNone/>
            </a:pPr>
            <a:r>
              <a:rPr lang="en-US" altLang="ko-KR" sz="1200" b="0" i="0" dirty="0"/>
              <a:t>		if(</a:t>
            </a:r>
            <a:r>
              <a:rPr lang="en-US" altLang="ko-KR" sz="1200" b="0" i="0" dirty="0" err="1"/>
              <a:t>crc_check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) == CRC_MATCH)</a:t>
            </a:r>
          </a:p>
          <a:p>
            <a:pPr marL="0" indent="0">
              <a:buNone/>
            </a:pPr>
            <a:r>
              <a:rPr lang="en-US" altLang="ko-KR" sz="1200" b="0" i="0" dirty="0"/>
              <a:t>		{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 &amp;= 0xFFFC;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 = ((17572 * 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) &gt;&gt; 16) - 4685;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("TEMP=%d.%</a:t>
            </a:r>
            <a:r>
              <a:rPr lang="en-US" altLang="ko-KR" sz="1200" b="0" i="0" dirty="0" err="1"/>
              <a:t>d°C</a:t>
            </a:r>
            <a:r>
              <a:rPr lang="en-US" altLang="ko-KR" sz="1200" b="0" i="0" dirty="0"/>
              <a:t>\r\n", 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 / 100, 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 % 100);</a:t>
            </a:r>
          </a:p>
          <a:p>
            <a:pPr marL="0" indent="0">
              <a:buNone/>
            </a:pPr>
            <a:r>
              <a:rPr lang="en-US" altLang="ko-KR" sz="1200" b="0" i="0" dirty="0"/>
              <a:t>		}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reg = REG_RHUM_READ_HOLD;</a:t>
            </a:r>
          </a:p>
          <a:p>
            <a:pPr marL="0" indent="0">
              <a:buNone/>
            </a:pPr>
            <a:r>
              <a:rPr lang="en-US" altLang="ko-KR" sz="1200" b="0" i="0" dirty="0"/>
              <a:t>		status = HAL_I2C_Master_Transmit(&amp;hi2c1, SHT20_I2C_ADDR, &amp;reg, 1, 1000);</a:t>
            </a:r>
          </a:p>
          <a:p>
            <a:pPr marL="0" indent="0">
              <a:buNone/>
            </a:pPr>
            <a:r>
              <a:rPr lang="en-US" altLang="ko-KR" sz="1200" b="0" i="0" dirty="0"/>
              <a:t>		status = HAL_I2C_Master_Receive(&amp;hi2c1, SHT20_I2C_ADDR, data, 3, 1000);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 = (data[0] &lt;&lt; 8) | data[1];</a:t>
            </a:r>
          </a:p>
          <a:p>
            <a:pPr marL="0" indent="0">
              <a:buNone/>
            </a:pPr>
            <a:r>
              <a:rPr lang="en-US" altLang="ko-KR" sz="1200" b="0" i="0" dirty="0"/>
              <a:t>		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 = data[2];</a:t>
            </a:r>
          </a:p>
          <a:p>
            <a:pPr marL="0" indent="0">
              <a:buNone/>
            </a:pPr>
            <a:r>
              <a:rPr lang="en-US" altLang="ko-KR" sz="1200" b="0" i="0" dirty="0"/>
              <a:t>		if(</a:t>
            </a:r>
            <a:r>
              <a:rPr lang="en-US" altLang="ko-KR" sz="1200" b="0" i="0" dirty="0" err="1"/>
              <a:t>crc_check</a:t>
            </a:r>
            <a:r>
              <a:rPr lang="en-US" altLang="ko-KR" sz="1200" b="0" i="0" dirty="0"/>
              <a:t>(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crc</a:t>
            </a:r>
            <a:r>
              <a:rPr lang="en-US" altLang="ko-KR" sz="1200" b="0" i="0" dirty="0"/>
              <a:t>) == CRC_MATCH)</a:t>
            </a:r>
          </a:p>
          <a:p>
            <a:pPr marL="0" indent="0">
              <a:buNone/>
            </a:pPr>
            <a:r>
              <a:rPr lang="en-US" altLang="ko-KR" sz="1200" b="0" i="0" dirty="0"/>
              <a:t>		{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 &amp;= 0xFFFC;</a:t>
            </a:r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 = ((125 * </a:t>
            </a:r>
            <a:r>
              <a:rPr lang="en-US" altLang="ko-KR" sz="1200" b="0" i="0" dirty="0" err="1"/>
              <a:t>data_raw</a:t>
            </a:r>
            <a:r>
              <a:rPr lang="en-US" altLang="ko-KR" sz="1200" b="0" i="0" dirty="0"/>
              <a:t>) &gt;&gt; 16) - 6;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			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("HUMID=%d%%\r\n", </a:t>
            </a:r>
            <a:r>
              <a:rPr lang="en-US" altLang="ko-KR" sz="1200" b="0" i="0" dirty="0" err="1"/>
              <a:t>raw_value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		}</a:t>
            </a:r>
          </a:p>
          <a:p>
            <a:pPr marL="0" indent="0">
              <a:buNone/>
            </a:pPr>
            <a:r>
              <a:rPr lang="en-US" altLang="ko-KR" sz="1200" b="0" i="0" dirty="0"/>
              <a:t>  }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2011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CX-HUMIDITY </a:t>
            </a:r>
            <a:r>
              <a:rPr lang="ko-KR" altLang="en-US" b="0" i="0" kern="0" dirty="0"/>
              <a:t>센서 보드를 </a:t>
            </a:r>
            <a:r>
              <a:rPr lang="en-US" altLang="ko-KR" b="0" i="0" kern="0" dirty="0"/>
              <a:t>Mango-M32F4 </a:t>
            </a:r>
            <a:r>
              <a:rPr lang="ko-KR" altLang="en-US" b="0" i="0" kern="0" dirty="0"/>
              <a:t>보드의 </a:t>
            </a:r>
            <a:r>
              <a:rPr lang="en-US" altLang="ko-KR" b="0" i="0" kern="0" dirty="0"/>
              <a:t>J4 </a:t>
            </a:r>
            <a:r>
              <a:rPr lang="ko-KR" altLang="en-US" b="0" i="0" kern="0" dirty="0"/>
              <a:t>혹은 </a:t>
            </a:r>
            <a:r>
              <a:rPr lang="en-US" altLang="ko-KR" b="0" i="0" kern="0" dirty="0"/>
              <a:t>J5</a:t>
            </a:r>
            <a:r>
              <a:rPr lang="ko-KR" altLang="en-US" b="0" i="0" kern="0" dirty="0"/>
              <a:t>에 </a:t>
            </a:r>
            <a:r>
              <a:rPr lang="en-US" altLang="ko-KR" b="0" i="0" kern="0" dirty="0"/>
              <a:t>8</a:t>
            </a:r>
            <a:r>
              <a:rPr lang="ko-KR" altLang="en-US" b="0" i="0" kern="0" dirty="0"/>
              <a:t>핀 커넥터를 이용하여 연결한다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r>
              <a:rPr lang="ko-KR" altLang="en-US" b="0" i="0" kern="0" dirty="0"/>
              <a:t>온도와 습도가 정상적으로 읽힘</a:t>
            </a:r>
            <a:r>
              <a:rPr lang="en-US" altLang="ko-KR" b="0" i="0" kern="0" dirty="0"/>
              <a:t>.</a:t>
            </a:r>
            <a:r>
              <a:rPr lang="ko-KR" altLang="en-US" b="0" i="0" kern="0" dirty="0"/>
              <a:t> 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987BC3-C076-F04F-6407-014C56334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5" y="2276872"/>
            <a:ext cx="7107584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21570</TotalTime>
  <Words>1215</Words>
  <Application>Microsoft Office PowerPoint</Application>
  <PresentationFormat>화면 슬라이드 쇼(4:3)</PresentationFormat>
  <Paragraphs>220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7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SHT20 – 습도 센서 실습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빌드 설정</vt:lpstr>
      <vt:lpstr>SHT20 데이터시트</vt:lpstr>
      <vt:lpstr>SHT20 데이터시트</vt:lpstr>
      <vt:lpstr>Code 수정 </vt:lpstr>
      <vt:lpstr>Code 수정</vt:lpstr>
      <vt:lpstr>Code 수정</vt:lpstr>
      <vt:lpstr>Code 수정</vt:lpstr>
      <vt:lpstr>Code 수정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879</cp:revision>
  <dcterms:created xsi:type="dcterms:W3CDTF">2006-02-08T03:00:46Z</dcterms:created>
  <dcterms:modified xsi:type="dcterms:W3CDTF">2026-06-17T02:40:07Z</dcterms:modified>
</cp:coreProperties>
</file>