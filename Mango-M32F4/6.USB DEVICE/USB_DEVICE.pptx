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9"/>
  </p:notesMasterIdLst>
  <p:handoutMasterIdLst>
    <p:handoutMasterId r:id="rId40"/>
  </p:handoutMasterIdLst>
  <p:sldIdLst>
    <p:sldId id="308" r:id="rId2"/>
    <p:sldId id="331" r:id="rId3"/>
    <p:sldId id="348" r:id="rId4"/>
    <p:sldId id="332" r:id="rId5"/>
    <p:sldId id="352" r:id="rId6"/>
    <p:sldId id="349" r:id="rId7"/>
    <p:sldId id="354" r:id="rId8"/>
    <p:sldId id="355" r:id="rId9"/>
    <p:sldId id="358" r:id="rId10"/>
    <p:sldId id="359" r:id="rId11"/>
    <p:sldId id="353" r:id="rId12"/>
    <p:sldId id="356" r:id="rId13"/>
    <p:sldId id="357" r:id="rId14"/>
    <p:sldId id="360" r:id="rId15"/>
    <p:sldId id="361" r:id="rId16"/>
    <p:sldId id="362" r:id="rId17"/>
    <p:sldId id="366" r:id="rId18"/>
    <p:sldId id="363" r:id="rId19"/>
    <p:sldId id="364" r:id="rId20"/>
    <p:sldId id="365" r:id="rId21"/>
    <p:sldId id="367" r:id="rId22"/>
    <p:sldId id="368" r:id="rId23"/>
    <p:sldId id="380" r:id="rId24"/>
    <p:sldId id="369" r:id="rId25"/>
    <p:sldId id="379" r:id="rId26"/>
    <p:sldId id="381" r:id="rId27"/>
    <p:sldId id="383" r:id="rId28"/>
    <p:sldId id="384" r:id="rId29"/>
    <p:sldId id="385" r:id="rId30"/>
    <p:sldId id="372" r:id="rId31"/>
    <p:sldId id="373" r:id="rId32"/>
    <p:sldId id="374" r:id="rId33"/>
    <p:sldId id="375" r:id="rId34"/>
    <p:sldId id="376" r:id="rId35"/>
    <p:sldId id="377" r:id="rId36"/>
    <p:sldId id="378" r:id="rId37"/>
    <p:sldId id="382" r:id="rId38"/>
  </p:sldIdLst>
  <p:sldSz cx="9144000" cy="6858000" type="screen4x3"/>
  <p:notesSz cx="6799263" cy="99298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>
          <p15:clr>
            <a:srgbClr val="A4A3A4"/>
          </p15:clr>
        </p15:guide>
        <p15:guide id="2" pos="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99"/>
    <a:srgbClr val="C0C0C0"/>
    <a:srgbClr val="CCECFF"/>
    <a:srgbClr val="FF99CC"/>
    <a:srgbClr val="99FF99"/>
    <a:srgbClr val="660033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43" autoAdjust="0"/>
    <p:restoredTop sz="95183" autoAdjust="0"/>
  </p:normalViewPr>
  <p:slideViewPr>
    <p:cSldViewPr snapToObjects="1">
      <p:cViewPr varScale="1">
        <p:scale>
          <a:sx n="88" d="100"/>
          <a:sy n="88" d="100"/>
        </p:scale>
        <p:origin x="1435" y="288"/>
      </p:cViewPr>
      <p:guideLst>
        <p:guide orient="horz" pos="3838"/>
        <p:guide pos="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57" d="100"/>
          <a:sy n="57" d="100"/>
        </p:scale>
        <p:origin x="-2616" y="-96"/>
      </p:cViewPr>
      <p:guideLst>
        <p:guide orient="horz" pos="3128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3E359F8D-C241-43DD-BB7A-EE3CBF36867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6125"/>
            <a:ext cx="4964113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40363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DE4C13C3-4C20-49FA-8F88-6FD9575FBAA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E6B64B-D8C4-466A-BB6C-3C01BAF15E52}" type="slidenum">
              <a:rPr lang="en-US" altLang="ko-KR"/>
              <a:pPr/>
              <a:t>1</a:t>
            </a:fld>
            <a:endParaRPr lang="en-US" altLang="ko-KR"/>
          </a:p>
        </p:txBody>
      </p:sp>
      <p:sp>
        <p:nvSpPr>
          <p:cNvPr id="68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75" name="Rectangle 11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6" name="Rectangle 12"/>
          <p:cNvSpPr>
            <a:spLocks noChangeArrowheads="1"/>
          </p:cNvSpPr>
          <p:nvPr userDrawn="1"/>
        </p:nvSpPr>
        <p:spPr bwMode="auto">
          <a:xfrm>
            <a:off x="88900" y="2636838"/>
            <a:ext cx="7146925" cy="1095375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7" name="Line 13"/>
          <p:cNvSpPr>
            <a:spLocks noChangeShapeType="1"/>
          </p:cNvSpPr>
          <p:nvPr userDrawn="1"/>
        </p:nvSpPr>
        <p:spPr bwMode="auto">
          <a:xfrm>
            <a:off x="88900" y="2552700"/>
            <a:ext cx="7146925" cy="1588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768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152525"/>
          </a:xfrm>
        </p:spPr>
        <p:txBody>
          <a:bodyPr/>
          <a:lstStyle>
            <a:lvl1pPr marL="0" indent="0">
              <a:buFontTx/>
              <a:buNone/>
              <a:defRPr b="1">
                <a:latin typeface="Verdana" pitchFamily="34" charset="0"/>
              </a:defRPr>
            </a:lvl1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7686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708275"/>
            <a:ext cx="6551612" cy="1023938"/>
          </a:xfrm>
        </p:spPr>
        <p:txBody>
          <a:bodyPr/>
          <a:lstStyle>
            <a:lvl1pPr>
              <a:defRPr sz="3200"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76881" name="Rectangle 17"/>
          <p:cNvSpPr>
            <a:spLocks noChangeArrowheads="1"/>
          </p:cNvSpPr>
          <p:nvPr userDrawn="1"/>
        </p:nvSpPr>
        <p:spPr bwMode="auto">
          <a:xfrm>
            <a:off x="107950" y="6381750"/>
            <a:ext cx="4679950" cy="360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ko-KR" dirty="0"/>
              <a:t>http://cafe.naver.com/embeddedcrazyboys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  <a:lvl2pPr>
              <a:defRPr>
                <a:latin typeface="Verdana" pitchFamily="34" charset="0"/>
              </a:defRPr>
            </a:lvl2pPr>
            <a:lvl3pPr>
              <a:defRPr>
                <a:latin typeface="Verdana" pitchFamily="34" charset="0"/>
              </a:defRPr>
            </a:lvl3pPr>
            <a:lvl4pPr>
              <a:defRPr>
                <a:latin typeface="Verdana" pitchFamily="34" charset="0"/>
              </a:defRPr>
            </a:lvl4pPr>
            <a:lvl5pPr>
              <a:defRPr>
                <a:latin typeface="Verdana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77800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83125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15888"/>
            <a:ext cx="2214562" cy="640873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77800" y="115888"/>
            <a:ext cx="6491288" cy="64087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4" name="Rectangle 70"/>
          <p:cNvSpPr>
            <a:spLocks noChangeArrowheads="1"/>
          </p:cNvSpPr>
          <p:nvPr userDrawn="1"/>
        </p:nvSpPr>
        <p:spPr bwMode="auto">
          <a:xfrm>
            <a:off x="88900" y="85725"/>
            <a:ext cx="8959850" cy="534988"/>
          </a:xfrm>
          <a:prstGeom prst="rect">
            <a:avLst/>
          </a:prstGeom>
          <a:solidFill>
            <a:srgbClr val="92D050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800" y="665163"/>
            <a:ext cx="8858250" cy="585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800" y="115888"/>
            <a:ext cx="885825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Main Title</a:t>
            </a:r>
          </a:p>
        </p:txBody>
      </p:sp>
      <p:sp>
        <p:nvSpPr>
          <p:cNvPr id="6178" name="Rectangle 34"/>
          <p:cNvSpPr>
            <a:spLocks noChangeArrowheads="1"/>
          </p:cNvSpPr>
          <p:nvPr userDrawn="1"/>
        </p:nvSpPr>
        <p:spPr bwMode="auto">
          <a:xfrm rot="-21600000">
            <a:off x="8388350" y="6453188"/>
            <a:ext cx="6477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latinLnBrk="0"/>
            <a:fld id="{4FDD7156-F552-46EC-968D-BB66E3283A22}" type="slidenum">
              <a:rPr kumimoji="0" lang="en-US" altLang="ko-KR" sz="1300" i="0">
                <a:solidFill>
                  <a:srgbClr val="333333"/>
                </a:solidFill>
                <a:latin typeface="Century Gothic" pitchFamily="34" charset="0"/>
              </a:rPr>
              <a:pPr algn="r" latinLnBrk="0"/>
              <a:t>‹#›</a:t>
            </a:fld>
            <a:endParaRPr kumimoji="0" lang="en-US" altLang="ko-KR" sz="1300" i="0">
              <a:solidFill>
                <a:srgbClr val="333333"/>
              </a:solidFill>
              <a:latin typeface="Century Gothic" pitchFamily="34" charset="0"/>
            </a:endParaRPr>
          </a:p>
        </p:txBody>
      </p:sp>
      <p:sp>
        <p:nvSpPr>
          <p:cNvPr id="6200" name="Text Box 56"/>
          <p:cNvSpPr txBox="1">
            <a:spLocks noChangeArrowheads="1"/>
          </p:cNvSpPr>
          <p:nvPr userDrawn="1"/>
        </p:nvSpPr>
        <p:spPr bwMode="auto">
          <a:xfrm>
            <a:off x="5422900" y="6480175"/>
            <a:ext cx="3165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ko-KR" sz="1000" i="0" dirty="0">
                <a:solidFill>
                  <a:srgbClr val="5F5F5F"/>
                </a:solidFill>
                <a:latin typeface="Century Gothic" pitchFamily="34" charset="0"/>
              </a:rPr>
              <a:t>https://www.crz-tech.com/</a:t>
            </a:r>
          </a:p>
        </p:txBody>
      </p:sp>
      <p:sp>
        <p:nvSpPr>
          <p:cNvPr id="6211" name="Rectangle 67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212" name="Line 68"/>
          <p:cNvSpPr>
            <a:spLocks noChangeShapeType="1"/>
          </p:cNvSpPr>
          <p:nvPr userDrawn="1"/>
        </p:nvSpPr>
        <p:spPr bwMode="auto">
          <a:xfrm>
            <a:off x="5583238" y="6480175"/>
            <a:ext cx="3452812" cy="0"/>
          </a:xfrm>
          <a:prstGeom prst="line">
            <a:avLst/>
          </a:prstGeom>
          <a:noFill/>
          <a:ln w="317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215" name="Line 71"/>
          <p:cNvSpPr>
            <a:spLocks noChangeShapeType="1"/>
          </p:cNvSpPr>
          <p:nvPr userDrawn="1"/>
        </p:nvSpPr>
        <p:spPr bwMode="auto">
          <a:xfrm>
            <a:off x="88900" y="620713"/>
            <a:ext cx="8959850" cy="0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Verdana" pitchFamily="34" charset="0"/>
          <a:ea typeface="+mj-ea"/>
          <a:cs typeface="+mj-cs"/>
        </a:defRPr>
      </a:lvl1pPr>
      <a:lvl2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2pPr>
      <a:lvl3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3pPr>
      <a:lvl4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4pPr>
      <a:lvl5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0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Ø"/>
        <a:defRPr kumimoji="1">
          <a:solidFill>
            <a:schemeClr val="tx1"/>
          </a:solidFill>
          <a:latin typeface="Verdana" pitchFamily="34" charset="0"/>
          <a:ea typeface="+mn-ea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kumimoji="1" sz="1600">
          <a:solidFill>
            <a:schemeClr val="tx1"/>
          </a:solidFill>
          <a:latin typeface="Verdana" pitchFamily="34" charset="0"/>
          <a:ea typeface="+mn-ea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Arial" charset="0"/>
          <a:ea typeface="+mn-ea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674938"/>
            <a:ext cx="6551612" cy="1023937"/>
          </a:xfrm>
        </p:spPr>
        <p:txBody>
          <a:bodyPr/>
          <a:lstStyle/>
          <a:p>
            <a:r>
              <a:rPr lang="en-US" altLang="ko-KR" dirty="0"/>
              <a:t>USB Device </a:t>
            </a:r>
            <a:r>
              <a:rPr lang="ko-KR" altLang="en-US" dirty="0"/>
              <a:t>실습</a:t>
            </a:r>
            <a:endParaRPr lang="en-US" altLang="ko-KR" dirty="0"/>
          </a:p>
        </p:txBody>
      </p:sp>
      <p:sp>
        <p:nvSpPr>
          <p:cNvPr id="67891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211274"/>
          </a:xfrm>
        </p:spPr>
        <p:txBody>
          <a:bodyPr/>
          <a:lstStyle/>
          <a:p>
            <a:r>
              <a:rPr lang="en-US" altLang="ko-KR"/>
              <a:t>2026.01.19</a:t>
            </a:r>
            <a:endParaRPr lang="en-US" altLang="ko-K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USB Device HID Demo</a:t>
            </a:r>
            <a:endParaRPr lang="ko-KR" alt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EC3984E-78A6-9D11-C1B2-4C0B87910726}"/>
              </a:ext>
            </a:extLst>
          </p:cNvPr>
          <p:cNvSpPr txBox="1">
            <a:spLocks/>
          </p:cNvSpPr>
          <p:nvPr/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 ST </a:t>
            </a:r>
            <a:r>
              <a:rPr lang="ko-KR" altLang="en-US" b="0" i="0" kern="0" dirty="0"/>
              <a:t>공식 홈페이지 접속</a:t>
            </a:r>
          </a:p>
          <a:p>
            <a:r>
              <a:rPr lang="en-US" altLang="ko-KR" b="0" i="0" kern="0" dirty="0"/>
              <a:t> STM32 USB Device HID Demonstrator </a:t>
            </a:r>
            <a:r>
              <a:rPr lang="ko-KR" altLang="en-US" b="0" i="0" kern="0" dirty="0"/>
              <a:t>다운로드 및 설치</a:t>
            </a:r>
          </a:p>
          <a:p>
            <a:endParaRPr lang="ko-KR" altLang="en-US" b="0" i="0" kern="0" dirty="0"/>
          </a:p>
          <a:p>
            <a:r>
              <a:rPr lang="ko-KR" altLang="en-US" b="0" i="0" kern="0" dirty="0"/>
              <a:t>다운로드 링크</a:t>
            </a:r>
            <a:r>
              <a:rPr lang="en-US" altLang="ko-KR" b="0" i="0" kern="0" dirty="0"/>
              <a:t>:</a:t>
            </a:r>
          </a:p>
          <a:p>
            <a:r>
              <a:rPr lang="en-US" altLang="ko-KR" b="0" i="0" kern="0" dirty="0"/>
              <a:t>https://www.st.com/en/development-tools/stsw-stm32084.html</a:t>
            </a:r>
          </a:p>
        </p:txBody>
      </p:sp>
    </p:spTree>
    <p:extLst>
      <p:ext uri="{BB962C8B-B14F-4D97-AF65-F5344CB8AC3E}">
        <p14:creationId xmlns:p14="http://schemas.microsoft.com/office/powerpoint/2010/main" val="3292125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C4F04-A182-34E6-66F2-A195214C9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745AE4-33AB-76F9-65E7-9BBB4FAB2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USB Device HID Demo</a:t>
            </a:r>
            <a:endParaRPr lang="ko-KR" altLang="en-US" dirty="0"/>
          </a:p>
        </p:txBody>
      </p:sp>
      <p:pic>
        <p:nvPicPr>
          <p:cNvPr id="4" name="그림 3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BFB4BF-24DD-E25A-19FA-459EE6A17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699129"/>
            <a:ext cx="5077768" cy="1270829"/>
          </a:xfrm>
          <a:prstGeom prst="rect">
            <a:avLst/>
          </a:prstGeom>
        </p:spPr>
      </p:pic>
      <p:pic>
        <p:nvPicPr>
          <p:cNvPr id="6" name="그림 5" descr="텍스트, 폰트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CE61ED-54A2-34DA-1068-4F9C2D9FA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" y="3463842"/>
            <a:ext cx="8138616" cy="205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280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59166-90EC-43EA-C1CC-D0373F9804AD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STM32CubeMX </a:t>
            </a:r>
            <a:r>
              <a:rPr lang="ko-KR" altLang="en-US" b="0" i="0" kern="0" dirty="0"/>
              <a:t>실행 후 </a:t>
            </a:r>
            <a:r>
              <a:rPr lang="en-US" altLang="ko-KR" b="0" i="0" kern="0" dirty="0"/>
              <a:t>"ACCESS TO MCU SELECTOR”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</p:txBody>
      </p:sp>
      <p:pic>
        <p:nvPicPr>
          <p:cNvPr id="8" name="그림 7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10C5A9-85A6-0E27-29A9-B5CB79BFB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327047"/>
            <a:ext cx="5543340" cy="498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788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B03C7-A48A-126F-9530-3B88896A8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E170D-18D7-0564-83B9-57A854213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15354-5026-C919-B1B7-E6E85331042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endParaRPr lang="en-US" altLang="ko-KR" b="0" i="0" kern="0" dirty="0"/>
          </a:p>
          <a:p>
            <a:r>
              <a:rPr lang="en-US" altLang="ko-KR" b="0" i="0" kern="0" dirty="0"/>
              <a:t>STM32F407ZET6 </a:t>
            </a:r>
            <a:r>
              <a:rPr lang="ko-KR" altLang="en-US" b="0" i="0" kern="0" dirty="0"/>
              <a:t>선택 후 </a:t>
            </a:r>
            <a:r>
              <a:rPr lang="en-US" altLang="ko-KR" b="0" i="0" kern="0" dirty="0"/>
              <a:t>"Start Project”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</p:txBody>
      </p:sp>
      <p:pic>
        <p:nvPicPr>
          <p:cNvPr id="5" name="그림 4" descr="텍스트, 소프트웨어, 웹 페이지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4DC471-EBB0-7B13-CB84-EA944AE4E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73" y="1844824"/>
            <a:ext cx="8028384" cy="420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645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DCFF4-1FCE-9767-54F6-B4B2759FC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FB6238-B047-C9B8-FFF0-928DA0DEA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C4366-9F84-AC61-925C-FCEF5F8FF2A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HSE(25MHz) 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HSE : PH0-OSC_IN, PH1-OSC_OUT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17" name="그림 16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9E31AD-9D7B-7821-9A1B-2C5047CA6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1454996"/>
            <a:ext cx="3157463" cy="4684602"/>
          </a:xfrm>
          <a:prstGeom prst="rect">
            <a:avLst/>
          </a:prstGeom>
        </p:spPr>
      </p:pic>
      <p:pic>
        <p:nvPicPr>
          <p:cNvPr id="19" name="그림 18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538979-475A-EFB0-4B70-331B8002A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08" y="1898528"/>
            <a:ext cx="4892972" cy="118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795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4908E-B983-9E5F-8CEE-8D7A0C7DD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138FFB-B8DF-0F5B-55F2-4C770A230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91E97-5A2F-CFAA-A121-98120DCFE28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USART1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UART1 : PA9-USART1_TXD, PA10-USART1_RXD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507BCCF-BB54-D1A2-0FC3-1AD9B39A3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700808"/>
            <a:ext cx="5438775" cy="466725"/>
          </a:xfrm>
          <a:prstGeom prst="rect">
            <a:avLst/>
          </a:prstGeom>
        </p:spPr>
      </p:pic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C4E2E9-A850-C5D9-6337-039CA1F87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40" y="2464246"/>
            <a:ext cx="2638425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584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85803-B3E1-6958-1986-756CA43C5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70D995-E833-F38B-BA54-A4AD324BE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6F761-3223-8BE4-2EEE-366F564D1F3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USB DEVICE 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USB DEVICE : PA11-USB_DEV_DM, PA12-USB_DEV_DP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D4DF6D0-2B80-5FA2-05A1-EBA35CB6D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1631429"/>
            <a:ext cx="4981575" cy="419100"/>
          </a:xfrm>
          <a:prstGeom prst="rect">
            <a:avLst/>
          </a:prstGeom>
        </p:spPr>
      </p:pic>
      <p:pic>
        <p:nvPicPr>
          <p:cNvPr id="8" name="그림 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29CDD2E-1109-AF3A-CA5F-A76BBB644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40" y="2564904"/>
            <a:ext cx="2381250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206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F87FC-0925-9D41-D7AB-1B17FFDE8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33C89D-E188-9B63-4012-FE1D9871A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C3ED2-C8B6-5AA9-5B3B-88EA0B43ABA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LED 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LED : PF6-LED1, PF7-LED2, PF8-LED3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폰트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D88FC5-75CB-AAB2-D79D-7FF48DB5C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1556792"/>
            <a:ext cx="4333875" cy="962025"/>
          </a:xfrm>
          <a:prstGeom prst="rect">
            <a:avLst/>
          </a:prstGeom>
        </p:spPr>
      </p:pic>
      <p:pic>
        <p:nvPicPr>
          <p:cNvPr id="8" name="그림 7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52AF34D-D9DD-00AA-4BD3-57AD7C5EE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776" y="2846141"/>
            <a:ext cx="3019425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913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68635-2993-63D7-B60B-283D6D037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15F64E-2B37-D4BD-1E04-14AFBF4DB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05D95-9D21-3C40-43C1-9388D16D21DD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KEY 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KEY : PF9-SW1, PF10-SW2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도표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EC652A-F4E8-7FB2-C29A-EE217A6C0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490" y="1916832"/>
            <a:ext cx="3623494" cy="2157500"/>
          </a:xfrm>
          <a:prstGeom prst="rect">
            <a:avLst/>
          </a:prstGeom>
        </p:spPr>
      </p:pic>
      <p:pic>
        <p:nvPicPr>
          <p:cNvPr id="9" name="그림 8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089A06-8FC0-092E-4863-9ADC6B256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984" y="2204864"/>
            <a:ext cx="3419475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260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2C661-CE60-5080-1B91-2E4067A89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D095D2-C28A-3E39-3E18-12D8B3AE3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36276-5DE1-3D41-98AB-64F9D5B3E36F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System Core -&gt; RCC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HSE </a:t>
            </a:r>
            <a:r>
              <a:rPr lang="ko-KR" altLang="en-US" b="0" i="0" kern="0" dirty="0"/>
              <a:t>활성화 </a:t>
            </a:r>
            <a:r>
              <a:rPr lang="en-US" altLang="ko-KR" b="0" i="0" kern="0" dirty="0"/>
              <a:t>-&gt; Crystal/Ceramic Resonator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소프트웨어, 웹 페이지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9EDAE2-6230-FAC9-BA67-23E46DAFA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646" y="1916832"/>
            <a:ext cx="7282011" cy="382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779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92289-75F3-6FA8-A41F-64713E578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DC48AA-23D6-8CD1-45C9-21E3CD42B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40C3C-E670-01AE-EBB6-F04863B5DC3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Connectivity -&gt; USART1 -&gt; Asynchronous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5F22FC-30F9-B3D8-17B6-B4C967BDD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330" y="1194405"/>
            <a:ext cx="6167340" cy="518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672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DB5D7-3C77-780A-9E25-CBA2153F3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280760-93AD-983C-0B5B-D205DB86A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88CE1-7867-3530-EBDA-D8332465C38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Connectivity -&gt; USB_OTG_FS -&gt; </a:t>
            </a:r>
            <a:r>
              <a:rPr lang="en-US" altLang="ko-KR" b="0" i="0" kern="0" dirty="0" err="1"/>
              <a:t>Device_Only</a:t>
            </a:r>
            <a:r>
              <a:rPr lang="en-US" altLang="ko-KR" b="0" i="0" kern="0" dirty="0"/>
              <a:t>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506BC1C-67C0-D298-54CE-F6B9C0FAD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456408"/>
            <a:ext cx="4968552" cy="470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853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14591-34BA-1053-B158-630797D1F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3BB852-BAA0-6759-42F9-924AE813E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8F180-86D2-B618-FC85-A261FB73BD1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Middleware and Software Packs -&gt; USB_DEVICE -&gt; Class For FS IP -&gt; Custom Human Interface Device Class(HID)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53CB3AC-CDDD-4B4A-FCD1-E2AD3127F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785" y="1751401"/>
            <a:ext cx="4176464" cy="444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752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47888-09F0-9735-0166-610D9CF94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4067E5-F4B3-14A6-E859-D7FE91E89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59010-2CD0-0383-AD2E-25A9A9A0AE90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System Core -&gt; GPIO 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PF6/PF7/PF8 </a:t>
            </a:r>
            <a:r>
              <a:rPr lang="ko-KR" altLang="en-US" b="0" i="0" kern="0" dirty="0"/>
              <a:t>이름을 </a:t>
            </a:r>
            <a:r>
              <a:rPr lang="en-US" altLang="ko-KR" b="0" i="0" kern="0" dirty="0"/>
              <a:t>LED1/LED2/LED3</a:t>
            </a:r>
            <a:r>
              <a:rPr lang="ko-KR" altLang="en-US" b="0" i="0" kern="0" dirty="0"/>
              <a:t>으로 수정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C35DEB-A570-C6B0-B44B-AE404F002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1412776"/>
            <a:ext cx="5544616" cy="4949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439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085E0-91D6-BCFB-C4F3-33C36569E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93A110-B581-47CA-E90B-0506E6C51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137B2-3918-8A50-CD55-AE1998C03844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sz="1600" b="0" i="0" kern="0" dirty="0"/>
              <a:t>System Core -&gt; GPIO </a:t>
            </a:r>
            <a:r>
              <a:rPr lang="ko-KR" altLang="en-US" sz="1600" b="0" i="0" kern="0" dirty="0"/>
              <a:t>에서 </a:t>
            </a:r>
            <a:r>
              <a:rPr lang="en-US" altLang="ko-KR" sz="1600" b="0" i="0" kern="0" dirty="0"/>
              <a:t>PF9/PF10 </a:t>
            </a:r>
            <a:r>
              <a:rPr lang="ko-KR" altLang="en-US" sz="1600" b="0" i="0" kern="0" dirty="0"/>
              <a:t>이름을 </a:t>
            </a:r>
            <a:r>
              <a:rPr lang="en-US" altLang="ko-KR" sz="1600" b="0" i="0" kern="0" dirty="0"/>
              <a:t>KEY1/ KEY2</a:t>
            </a:r>
            <a:r>
              <a:rPr lang="ko-KR" altLang="en-US" sz="1600" b="0" i="0" kern="0" dirty="0"/>
              <a:t>로 수정하고 </a:t>
            </a:r>
            <a:r>
              <a:rPr lang="en-US" altLang="ko-KR" sz="1600" b="0" i="0" kern="0" dirty="0"/>
              <a:t>GPIO mode</a:t>
            </a:r>
            <a:r>
              <a:rPr lang="ko-KR" altLang="en-US" sz="1600" b="0" i="0" kern="0" dirty="0"/>
              <a:t>를 </a:t>
            </a:r>
            <a:r>
              <a:rPr lang="en-US" altLang="ko-KR" sz="1600" b="0" i="0" kern="0" dirty="0"/>
              <a:t>External Interrupt Mode with Rising / Falling edge trigger detection, GPIO Pull-up/Pull-down</a:t>
            </a:r>
            <a:r>
              <a:rPr lang="ko-KR" altLang="en-US" sz="1600" b="0" i="0" kern="0" dirty="0"/>
              <a:t>을  </a:t>
            </a:r>
            <a:r>
              <a:rPr lang="en-US" altLang="ko-KR" sz="1600" b="0" i="0" kern="0" dirty="0"/>
              <a:t>Pull-up</a:t>
            </a:r>
            <a:r>
              <a:rPr lang="ko-KR" altLang="en-US" sz="1600" b="0" i="0" kern="0" dirty="0"/>
              <a:t>으로 설정</a:t>
            </a:r>
            <a:endParaRPr lang="en-US" altLang="ko-KR" sz="1600" b="0" i="0" kern="0" dirty="0"/>
          </a:p>
          <a:p>
            <a:endParaRPr lang="en-US" altLang="ko-KR" sz="1600" b="0" i="0" kern="0" dirty="0"/>
          </a:p>
        </p:txBody>
      </p:sp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353F23-BAAF-78C0-602D-BA0FFDC5E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1590588"/>
            <a:ext cx="5638395" cy="4768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835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20EA2-E83A-F815-4738-EE583D923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EB9FDB-6CCF-B267-011E-A9AD18B34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12703-B950-61DA-2222-B651801E4FF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System Core -&gt; GPIO 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NVIC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EXTI </a:t>
            </a:r>
            <a:r>
              <a:rPr lang="ko-KR" altLang="en-US" b="0" i="0" kern="0" dirty="0"/>
              <a:t>라인 인터럽트 활성화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소프트웨어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5C7851A-A4FD-4924-527F-AC7ED4A8C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164337"/>
            <a:ext cx="7886700" cy="296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6122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827B0-020C-D166-66A7-3FF68D97F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4B695D-FC11-903E-11ED-4C2BEB1CF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BC485-8C6C-D240-71B1-9A2A180C284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Clock Configuration FIX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번호, 도표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377413-6010-4C89-0117-A390ADA59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913593"/>
            <a:ext cx="7886700" cy="353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220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4445E-939B-0152-FDFC-D4B9B8056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A14DB7-7A58-4303-9250-8F35BE929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07A81-A129-5B29-DC02-1E054DC2EDF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Project Manager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Project Name </a:t>
            </a:r>
            <a:r>
              <a:rPr lang="ko-KR" altLang="en-US" b="0" i="0" kern="0" dirty="0"/>
              <a:t>기입</a:t>
            </a:r>
            <a:r>
              <a:rPr lang="en-US" altLang="ko-KR" b="0" i="0" kern="0" dirty="0"/>
              <a:t>, IDE</a:t>
            </a:r>
            <a:r>
              <a:rPr lang="ko-KR" altLang="en-US" b="0" i="0" kern="0" dirty="0"/>
              <a:t>를 </a:t>
            </a:r>
            <a:r>
              <a:rPr lang="en-US" altLang="ko-KR" b="0" i="0" kern="0" dirty="0"/>
              <a:t>STM32CubeIDE</a:t>
            </a:r>
            <a:r>
              <a:rPr lang="ko-KR" altLang="en-US" b="0" i="0" kern="0" dirty="0"/>
              <a:t>로 선택 후 </a:t>
            </a:r>
            <a:r>
              <a:rPr lang="en-US" altLang="ko-KR" b="0" i="0" kern="0" dirty="0"/>
              <a:t>GENERATE CODE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4" name="그림 3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9C92416-075E-0D70-074A-10313CCF5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72" y="2348880"/>
            <a:ext cx="8336055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6843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31A51-F930-5937-DE78-DB4F58D22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D24C4-5304-7E45-DDD5-333E85347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26DCB-9D3C-A824-25C8-A869C33AAE0C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Open Project </a:t>
            </a:r>
            <a:r>
              <a:rPr lang="ko-KR" altLang="en-US" b="0" i="0" kern="0" dirty="0"/>
              <a:t>클릭하여 </a:t>
            </a:r>
            <a:r>
              <a:rPr lang="en-US" altLang="ko-KR" b="0" i="0" kern="0" dirty="0"/>
              <a:t>STM32CubeIDE </a:t>
            </a:r>
            <a:r>
              <a:rPr lang="ko-KR" altLang="en-US" b="0" i="0" kern="0" dirty="0"/>
              <a:t>실행</a:t>
            </a:r>
            <a:r>
              <a:rPr lang="en-US" altLang="ko-KR" b="0" i="0" kern="0" dirty="0"/>
              <a:t>, workspace</a:t>
            </a:r>
            <a:r>
              <a:rPr lang="ko-KR" altLang="en-US" b="0" i="0" kern="0" dirty="0"/>
              <a:t>는 </a:t>
            </a:r>
            <a:r>
              <a:rPr lang="en-US" altLang="ko-KR" b="0" i="0" kern="0" dirty="0" err="1"/>
              <a:t>CubeMX</a:t>
            </a:r>
            <a:r>
              <a:rPr lang="ko-KR" altLang="en-US" b="0" i="0" kern="0" dirty="0"/>
              <a:t>와 다른 폴더로 지정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D7EF48-F51B-C7FD-2C5B-F0EF3F6F7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450082"/>
            <a:ext cx="6410325" cy="2266950"/>
          </a:xfrm>
          <a:prstGeom prst="rect">
            <a:avLst/>
          </a:prstGeom>
        </p:spPr>
      </p:pic>
      <p:pic>
        <p:nvPicPr>
          <p:cNvPr id="11" name="그림 10" descr="텍스트, 소프트웨어, 웹 페이지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B32917A-2DF4-1872-C5B9-1C35110C2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651" y="3789040"/>
            <a:ext cx="6385669" cy="2688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3511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1B3EA-4B49-A517-8F82-7DEAE95F9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B9DCE1-3677-AF2C-9BB4-5C95B3E03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파일 생성 설정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84B20-C09D-0E15-58E5-26283B50F565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로 시리얼 다운로드하기 위해서는 </a:t>
            </a:r>
            <a:r>
              <a:rPr lang="en-US" altLang="ko-KR" b="0" i="0" kern="0" dirty="0"/>
              <a:t>BIN</a:t>
            </a:r>
            <a:r>
              <a:rPr lang="ko-KR" altLang="en-US" b="0" i="0" kern="0" dirty="0"/>
              <a:t>파일이 필요</a:t>
            </a:r>
            <a:r>
              <a:rPr lang="en-US" altLang="ko-KR" b="0" i="0" kern="0" dirty="0"/>
              <a:t>. </a:t>
            </a:r>
          </a:p>
          <a:p>
            <a:r>
              <a:rPr lang="en-US" altLang="ko-KR" b="0" i="0" kern="0" dirty="0"/>
              <a:t>Project -&gt; Properties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09BEC0-504B-70B6-2BD1-A446E8739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002879"/>
            <a:ext cx="6543675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7952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61F8B-4273-774E-7581-4C710E63F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A4BB0D-2C3A-F494-9276-5A1B438CC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파일 생성 설정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5756C-2415-65C0-7190-FA64B75F39C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C/C++ Build -&gt; Settings -&gt; Tool Settings -&gt; MCU/MPU Post build outputs =&gt; Convert to binary file(-O binary) </a:t>
            </a:r>
            <a:r>
              <a:rPr lang="ko-KR" altLang="en-US" b="0" i="0" kern="0" dirty="0"/>
              <a:t>클릭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소프트웨어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7D4D96-8F4D-A979-4A1D-D3FC9C06B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57" y="2204864"/>
            <a:ext cx="7965886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2381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F5102-5FCD-CBCB-6D82-988471984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2508E-62AD-FEBE-7A53-2E952A759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3C459-9058-A3BF-01D8-DF785D0D3A90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UART1</a:t>
            </a:r>
            <a:r>
              <a:rPr lang="ko-KR" altLang="en-US" b="0" i="0" kern="0" dirty="0"/>
              <a:t>으로 로그를 내 보내기 위해 아래 코드 추가 </a:t>
            </a:r>
            <a:r>
              <a:rPr lang="en-US" altLang="ko-KR" b="0" i="0" kern="0" dirty="0"/>
              <a:t>: core/</a:t>
            </a:r>
            <a:r>
              <a:rPr lang="en-US" altLang="ko-KR" b="0" i="0" kern="0" dirty="0" err="1"/>
              <a:t>src</a:t>
            </a:r>
            <a:r>
              <a:rPr lang="en-US" altLang="ko-KR" b="0" i="0" kern="0" dirty="0"/>
              <a:t>/</a:t>
            </a:r>
            <a:r>
              <a:rPr lang="en-US" altLang="ko-KR" b="0" i="0" kern="0" dirty="0" err="1"/>
              <a:t>main.c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400" b="0" i="0" dirty="0"/>
              <a:t>/* Private user code ---------------------------------------------------------*/</a:t>
            </a:r>
          </a:p>
          <a:p>
            <a:pPr marL="0" indent="0">
              <a:buNone/>
            </a:pPr>
            <a:r>
              <a:rPr lang="en-US" altLang="ko-KR" sz="1400" b="0" i="0" dirty="0"/>
              <a:t>/* USER CODE BEGIN 0 */</a:t>
            </a:r>
          </a:p>
          <a:p>
            <a:pPr marL="0" indent="0">
              <a:buNone/>
            </a:pPr>
            <a:r>
              <a:rPr lang="en-US" altLang="ko-KR" sz="1400" i="0" dirty="0"/>
              <a:t>#define </a:t>
            </a:r>
            <a:r>
              <a:rPr lang="en-US" altLang="ko-KR" sz="1400" i="0" dirty="0" err="1"/>
              <a:t>hUART</a:t>
            </a:r>
            <a:r>
              <a:rPr lang="en-US" altLang="ko-KR" sz="1400" i="0" dirty="0"/>
              <a:t> huart1</a:t>
            </a:r>
          </a:p>
          <a:p>
            <a:pPr marL="0" indent="0">
              <a:buNone/>
            </a:pPr>
            <a:r>
              <a:rPr lang="en-US" altLang="ko-KR" sz="1400" i="0" dirty="0"/>
              <a:t>int _write( int32_t file , uint8_t *</a:t>
            </a:r>
            <a:r>
              <a:rPr lang="en-US" altLang="ko-KR" sz="1400" i="0" dirty="0" err="1"/>
              <a:t>ptr</a:t>
            </a:r>
            <a:r>
              <a:rPr lang="en-US" altLang="ko-KR" sz="1400" i="0" dirty="0"/>
              <a:t> , int32_t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 )</a:t>
            </a:r>
          </a:p>
          <a:p>
            <a:pPr marL="0" indent="0">
              <a:buNone/>
            </a:pPr>
            <a:r>
              <a:rPr lang="en-US" altLang="ko-KR" sz="1400" i="0" dirty="0"/>
              <a:t>{</a:t>
            </a:r>
          </a:p>
          <a:p>
            <a:pPr marL="0" indent="0">
              <a:buNone/>
            </a:pPr>
            <a:r>
              <a:rPr lang="en-US" altLang="ko-KR" sz="1400" i="0" dirty="0"/>
              <a:t>    /* Implement your write code here, this is used by puts and </a:t>
            </a:r>
            <a:r>
              <a:rPr lang="en-US" altLang="ko-KR" sz="1400" i="0" u="sng" dirty="0" err="1"/>
              <a:t>printf</a:t>
            </a:r>
            <a:r>
              <a:rPr lang="en-US" altLang="ko-KR" sz="1400" i="0" dirty="0"/>
              <a:t> for example */</a:t>
            </a:r>
          </a:p>
          <a:p>
            <a:pPr marL="0" indent="0">
              <a:buNone/>
            </a:pPr>
            <a:r>
              <a:rPr lang="en-US" altLang="ko-KR" sz="1400" i="0" dirty="0"/>
              <a:t>    for ( int16_t 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= 0 ; 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&lt;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 ; ++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)</a:t>
            </a:r>
          </a:p>
          <a:p>
            <a:pPr marL="0" indent="0">
              <a:buNone/>
            </a:pPr>
            <a:r>
              <a:rPr lang="en-US" altLang="ko-KR" sz="1400" i="0" dirty="0"/>
              <a:t>    {</a:t>
            </a:r>
          </a:p>
          <a:p>
            <a:pPr marL="0" indent="0">
              <a:buNone/>
            </a:pPr>
            <a:r>
              <a:rPr lang="en-US" altLang="ko-KR" sz="1400" i="0" dirty="0"/>
              <a:t>         </a:t>
            </a:r>
            <a:r>
              <a:rPr lang="en-US" altLang="ko-KR" sz="1400" i="0" dirty="0" err="1"/>
              <a:t>HAL_UART_Transmit</a:t>
            </a:r>
            <a:r>
              <a:rPr lang="en-US" altLang="ko-KR" sz="1400" i="0" dirty="0"/>
              <a:t>( &amp;</a:t>
            </a:r>
            <a:r>
              <a:rPr lang="en-US" altLang="ko-KR" sz="1400" i="0" dirty="0" err="1"/>
              <a:t>hUART</a:t>
            </a:r>
            <a:r>
              <a:rPr lang="en-US" altLang="ko-KR" sz="1400" i="0" dirty="0"/>
              <a:t>, </a:t>
            </a:r>
            <a:r>
              <a:rPr lang="en-US" altLang="ko-KR" sz="1400" i="0" dirty="0" err="1"/>
              <a:t>ptr</a:t>
            </a:r>
            <a:r>
              <a:rPr lang="en-US" altLang="ko-KR" sz="1400" i="0" dirty="0"/>
              <a:t>++, 1, 100);</a:t>
            </a:r>
          </a:p>
          <a:p>
            <a:pPr marL="0" indent="0">
              <a:buNone/>
            </a:pPr>
            <a:r>
              <a:rPr lang="en-US" altLang="ko-KR" sz="1400" i="0" dirty="0"/>
              <a:t>    }</a:t>
            </a:r>
          </a:p>
          <a:p>
            <a:pPr marL="0" indent="0">
              <a:buNone/>
            </a:pPr>
            <a:r>
              <a:rPr lang="en-US" altLang="ko-KR" sz="1400" i="0" dirty="0"/>
              <a:t>    return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;</a:t>
            </a:r>
          </a:p>
          <a:p>
            <a:pPr marL="0" indent="0">
              <a:buNone/>
            </a:pPr>
            <a:r>
              <a:rPr lang="en-US" altLang="ko-KR" sz="1400" i="0" dirty="0"/>
              <a:t>}</a:t>
            </a:r>
          </a:p>
          <a:p>
            <a:pPr marL="0" indent="0">
              <a:buNone/>
            </a:pPr>
            <a:r>
              <a:rPr lang="en-US" altLang="ko-KR" sz="1400" b="0" i="0" dirty="0"/>
              <a:t>/* USER CODE END 0 */</a:t>
            </a:r>
          </a:p>
          <a:p>
            <a:pPr marL="0" indent="0">
              <a:buNone/>
            </a:pPr>
            <a:br>
              <a:rPr lang="en-US" altLang="ko-KR" sz="1400" b="0" i="0" dirty="0"/>
            </a:b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/**</a:t>
            </a:r>
          </a:p>
          <a:p>
            <a:pPr marL="0" indent="0">
              <a:buNone/>
            </a:pPr>
            <a:r>
              <a:rPr lang="en-US" altLang="ko-KR" sz="1400" b="0" i="0" dirty="0"/>
              <a:t>* @brief The application entry point.</a:t>
            </a:r>
          </a:p>
          <a:p>
            <a:pPr marL="0" indent="0">
              <a:buNone/>
            </a:pPr>
            <a:r>
              <a:rPr lang="en-US" altLang="ko-KR" sz="1400" b="0" i="0" dirty="0"/>
              <a:t>* @</a:t>
            </a:r>
            <a:r>
              <a:rPr lang="en-US" altLang="ko-KR" sz="1400" b="0" i="0" u="sng" dirty="0"/>
              <a:t>retval</a:t>
            </a:r>
            <a:r>
              <a:rPr lang="en-US" altLang="ko-KR" sz="1400" b="0" i="0" dirty="0"/>
              <a:t> </a:t>
            </a:r>
            <a:r>
              <a:rPr lang="en-US" altLang="ko-KR" sz="1400" b="0" i="0" u="sng" dirty="0"/>
              <a:t>int</a:t>
            </a: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*/</a:t>
            </a:r>
          </a:p>
          <a:p>
            <a:pPr marL="0" indent="0">
              <a:buNone/>
            </a:pPr>
            <a:r>
              <a:rPr lang="en-US" altLang="ko-KR" sz="1400" b="0" i="0" dirty="0"/>
              <a:t>int main(void)</a:t>
            </a:r>
          </a:p>
          <a:p>
            <a:pPr marL="0" indent="0">
              <a:buNone/>
            </a:pPr>
            <a:r>
              <a:rPr lang="en-US" altLang="ko-KR" sz="1400" b="0" i="0" dirty="0"/>
              <a:t>{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35985509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F5102-5FCD-CBCB-6D82-988471984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2508E-62AD-FEBE-7A53-2E952A759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3C459-9058-A3BF-01D8-DF785D0D3A90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HID report descriptor</a:t>
            </a:r>
            <a:r>
              <a:rPr lang="ko-KR" altLang="en-US" b="0" i="0" kern="0" dirty="0"/>
              <a:t>를 수정한다</a:t>
            </a:r>
            <a:r>
              <a:rPr lang="en-US" altLang="ko-KR" b="0" i="0" kern="0" dirty="0"/>
              <a:t>. </a:t>
            </a:r>
          </a:p>
          <a:p>
            <a:r>
              <a:rPr lang="en-US" altLang="ko-KR" sz="1300" b="0" i="0" kern="0" dirty="0"/>
              <a:t>USB_DEVICE/Target/</a:t>
            </a:r>
            <a:r>
              <a:rPr lang="en-US" altLang="ko-KR" sz="1300" b="0" i="0" kern="0" dirty="0" err="1"/>
              <a:t>usbd_conf.h</a:t>
            </a:r>
            <a:endParaRPr lang="en-US" altLang="ko-KR" sz="1300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300" b="0" i="0" dirty="0"/>
              <a:t>#include "stm32f4xx_hal.h"</a:t>
            </a:r>
          </a:p>
          <a:p>
            <a:pPr marL="0" indent="0">
              <a:buNone/>
            </a:pPr>
            <a:br>
              <a:rPr lang="en-US" altLang="ko-KR" sz="1300" b="0" i="0" dirty="0"/>
            </a:br>
            <a:endParaRPr lang="en-US" altLang="ko-KR" sz="1300" b="0" i="0" dirty="0"/>
          </a:p>
          <a:p>
            <a:pPr marL="0" indent="0">
              <a:buNone/>
            </a:pPr>
            <a:r>
              <a:rPr lang="en-US" altLang="ko-KR" sz="1300" b="0" i="0" dirty="0"/>
              <a:t>/* USER CODE BEGIN INCLUDE */</a:t>
            </a:r>
          </a:p>
          <a:p>
            <a:pPr marL="0" indent="0">
              <a:buNone/>
            </a:pPr>
            <a:r>
              <a:rPr lang="en-US" altLang="ko-KR" sz="1300" b="0" i="0" dirty="0"/>
              <a:t>#define LED1_REPORT_ID 0x01</a:t>
            </a:r>
          </a:p>
          <a:p>
            <a:pPr marL="0" indent="0">
              <a:buNone/>
            </a:pPr>
            <a:r>
              <a:rPr lang="en-US" altLang="ko-KR" sz="1300" b="0" i="0" dirty="0"/>
              <a:t>#define LED1_REPORT_COUNT 0x01</a:t>
            </a:r>
          </a:p>
          <a:p>
            <a:pPr marL="0" indent="0">
              <a:buNone/>
            </a:pPr>
            <a:br>
              <a:rPr lang="en-US" altLang="ko-KR" sz="1300" b="0" i="0" dirty="0"/>
            </a:br>
            <a:endParaRPr lang="en-US" altLang="ko-KR" sz="1300" b="0" i="0" dirty="0"/>
          </a:p>
          <a:p>
            <a:pPr marL="0" indent="0">
              <a:buNone/>
            </a:pPr>
            <a:r>
              <a:rPr lang="en-US" altLang="ko-KR" sz="1300" b="0" i="0" dirty="0"/>
              <a:t>#define LED2_REPORT_ID 0x02</a:t>
            </a:r>
          </a:p>
          <a:p>
            <a:pPr marL="0" indent="0">
              <a:buNone/>
            </a:pPr>
            <a:r>
              <a:rPr lang="en-US" altLang="ko-KR" sz="1300" b="0" i="0" dirty="0"/>
              <a:t>#define LED2_REPORT_COUNT 0x01</a:t>
            </a:r>
          </a:p>
          <a:p>
            <a:pPr marL="0" indent="0">
              <a:buNone/>
            </a:pPr>
            <a:br>
              <a:rPr lang="en-US" altLang="ko-KR" sz="1300" b="0" i="0" dirty="0"/>
            </a:br>
            <a:endParaRPr lang="en-US" altLang="ko-KR" sz="1300" b="0" i="0" dirty="0"/>
          </a:p>
          <a:p>
            <a:pPr marL="0" indent="0">
              <a:buNone/>
            </a:pPr>
            <a:r>
              <a:rPr lang="en-US" altLang="ko-KR" sz="1300" b="0" i="0" dirty="0"/>
              <a:t>#define LED3_REPORT_ID 0x03</a:t>
            </a:r>
          </a:p>
          <a:p>
            <a:pPr marL="0" indent="0">
              <a:buNone/>
            </a:pPr>
            <a:r>
              <a:rPr lang="en-US" altLang="ko-KR" sz="1300" b="0" i="0" dirty="0"/>
              <a:t>#define LED3_REPORT_COUNT 0x01</a:t>
            </a:r>
          </a:p>
          <a:p>
            <a:pPr marL="0" indent="0">
              <a:buNone/>
            </a:pPr>
            <a:br>
              <a:rPr lang="en-US" altLang="ko-KR" sz="1300" b="0" i="0" dirty="0"/>
            </a:br>
            <a:endParaRPr lang="en-US" altLang="ko-KR" sz="1300" b="0" i="0" dirty="0"/>
          </a:p>
          <a:p>
            <a:pPr marL="0" indent="0">
              <a:buNone/>
            </a:pPr>
            <a:r>
              <a:rPr lang="en-US" altLang="ko-KR" sz="1300" b="0" i="0" dirty="0"/>
              <a:t>#define LED4_REPORT_ID 0x04</a:t>
            </a:r>
          </a:p>
          <a:p>
            <a:pPr marL="0" indent="0">
              <a:buNone/>
            </a:pPr>
            <a:r>
              <a:rPr lang="en-US" altLang="ko-KR" sz="1300" b="0" i="0" dirty="0"/>
              <a:t>#define LED4_REPORT_COUNT 0x01</a:t>
            </a:r>
          </a:p>
          <a:p>
            <a:pPr marL="0" indent="0">
              <a:buNone/>
            </a:pPr>
            <a:br>
              <a:rPr lang="en-US" altLang="ko-KR" sz="1300" b="0" i="0" dirty="0"/>
            </a:br>
            <a:endParaRPr lang="en-US" altLang="ko-KR" sz="1300" b="0" i="0" dirty="0"/>
          </a:p>
          <a:p>
            <a:pPr marL="0" indent="0">
              <a:buNone/>
            </a:pPr>
            <a:r>
              <a:rPr lang="en-US" altLang="ko-KR" sz="1300" b="0" i="0" dirty="0"/>
              <a:t>#define KEY_REPORT_ID 0x05</a:t>
            </a:r>
          </a:p>
          <a:p>
            <a:pPr marL="0" indent="0">
              <a:buNone/>
            </a:pPr>
            <a:r>
              <a:rPr lang="en-US" altLang="ko-KR" sz="1300" b="0" i="0" dirty="0"/>
              <a:t>#define TAMPER_REPORT_ID 0x06</a:t>
            </a:r>
          </a:p>
          <a:p>
            <a:pPr marL="0" indent="0">
              <a:buNone/>
            </a:pPr>
            <a:r>
              <a:rPr lang="en-US" altLang="ko-KR" sz="1300" b="0" i="0" dirty="0"/>
              <a:t>#define ADC_REPORT_ID 0x07</a:t>
            </a:r>
          </a:p>
          <a:p>
            <a:pPr marL="0" indent="0">
              <a:buNone/>
            </a:pPr>
            <a:r>
              <a:rPr lang="en-US" altLang="ko-KR" sz="1300" b="0" i="0" dirty="0"/>
              <a:t>/* USER CODE END INCLUDE */</a:t>
            </a:r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34519299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85E8-2EE6-2C65-C7CB-AA8D3ABE2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F48EB8-02BA-36BF-AA26-B12141B11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B945A-4321-3F2C-7F90-64034C2CFF8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HID report descriptor</a:t>
            </a:r>
            <a:r>
              <a:rPr lang="ko-KR" altLang="en-US" b="0" i="0" kern="0" dirty="0"/>
              <a:t>를 수정한다</a:t>
            </a:r>
            <a:r>
              <a:rPr lang="en-US" altLang="ko-KR" b="0" i="0" kern="0" dirty="0"/>
              <a:t>. </a:t>
            </a:r>
          </a:p>
          <a:p>
            <a:r>
              <a:rPr lang="en-US" altLang="ko-KR" sz="1300" b="0" i="0" kern="0" dirty="0"/>
              <a:t>USB_DEVICE/App/</a:t>
            </a:r>
            <a:r>
              <a:rPr lang="en-US" altLang="ko-KR" sz="1300" b="0" i="0" kern="0" dirty="0" err="1"/>
              <a:t>usbd_custom_hid_if.c</a:t>
            </a:r>
            <a:endParaRPr lang="en-US" altLang="ko-KR" sz="1300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/** </a:t>
            </a:r>
            <a:r>
              <a:rPr lang="en-US" altLang="ko-KR" sz="1400" b="0" i="0" u="sng" dirty="0" err="1"/>
              <a:t>Usb</a:t>
            </a:r>
            <a:r>
              <a:rPr lang="en-US" altLang="ko-KR" sz="1400" b="0" i="0" dirty="0"/>
              <a:t> HID report descriptor. */</a:t>
            </a:r>
          </a:p>
          <a:p>
            <a:pPr marL="0" indent="0">
              <a:buNone/>
            </a:pPr>
            <a:r>
              <a:rPr lang="en-US" altLang="ko-KR" sz="1400" b="0" i="0" dirty="0"/>
              <a:t>__ALIGN_BEGIN static uint8_t </a:t>
            </a:r>
            <a:r>
              <a:rPr lang="en-US" altLang="ko-KR" sz="1400" b="0" i="0" dirty="0" err="1"/>
              <a:t>CUSTOM_HID_ReportDesc_FS</a:t>
            </a:r>
            <a:r>
              <a:rPr lang="en-US" altLang="ko-KR" sz="1400" b="0" i="0" dirty="0"/>
              <a:t>[USBD_CUSTOM_HID_REPORT_DESC_SIZE] __ALIGN_END =</a:t>
            </a:r>
          </a:p>
          <a:p>
            <a:pPr marL="0" indent="0">
              <a:buNone/>
            </a:pPr>
            <a:r>
              <a:rPr lang="en-US" altLang="ko-KR" sz="1400" b="0" i="0" dirty="0"/>
              <a:t>{</a:t>
            </a:r>
          </a:p>
          <a:p>
            <a:pPr marL="0" indent="0">
              <a:buNone/>
            </a:pPr>
            <a:r>
              <a:rPr lang="en-US" altLang="ko-KR" sz="1400" b="0" i="0" dirty="0"/>
              <a:t>/* USER CODE BEGIN 0 */</a:t>
            </a:r>
          </a:p>
          <a:p>
            <a:pPr marL="0" indent="0">
              <a:buNone/>
            </a:pPr>
            <a:r>
              <a:rPr lang="en-US" altLang="ko-KR" sz="1400" b="0" i="0" dirty="0"/>
              <a:t>0x06, 0xFF, 0x00, /* USAGE_PAGE (Vendor Page: 0xFF00) */</a:t>
            </a:r>
          </a:p>
          <a:p>
            <a:pPr marL="0" indent="0">
              <a:buNone/>
            </a:pPr>
            <a:r>
              <a:rPr lang="en-US" altLang="ko-KR" sz="1400" b="0" i="0" dirty="0"/>
              <a:t>0x09, 0x01, /* USAGE (Demo Kit) */</a:t>
            </a:r>
          </a:p>
          <a:p>
            <a:pPr marL="0" indent="0">
              <a:buNone/>
            </a:pPr>
            <a:r>
              <a:rPr lang="en-US" altLang="ko-KR" sz="1400" b="0" i="0" dirty="0"/>
              <a:t>0xa1, 0x01, /* COLLECTION (Application) */</a:t>
            </a:r>
          </a:p>
          <a:p>
            <a:pPr marL="0" indent="0">
              <a:buNone/>
            </a:pPr>
            <a:r>
              <a:rPr lang="en-US" altLang="ko-KR" sz="1400" b="0" i="0" dirty="0"/>
              <a:t>/* 6 */</a:t>
            </a:r>
          </a:p>
          <a:p>
            <a:pPr marL="0" indent="0">
              <a:buNone/>
            </a:pP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…</a:t>
            </a:r>
          </a:p>
          <a:p>
            <a:pPr marL="0" indent="0">
              <a:buNone/>
            </a:pP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/* USER CODE END 0 */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26456001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26086-FC0A-013F-4C56-011F643B7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A08859-3BB0-EA15-F26E-DC6FA954F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E9799-1699-CF74-3D76-EA0662B1BD5F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25000" lnSpcReduction="2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sz="8000" b="0" i="0" kern="0" dirty="0"/>
              <a:t>HID custom event</a:t>
            </a:r>
            <a:r>
              <a:rPr lang="ko-KR" altLang="en-US" sz="8000" b="0" i="0" kern="0" dirty="0"/>
              <a:t> 수신 처리</a:t>
            </a:r>
            <a:r>
              <a:rPr lang="en-US" altLang="ko-KR" sz="8000" b="0" i="0" kern="0" dirty="0"/>
              <a:t>.</a:t>
            </a:r>
          </a:p>
          <a:p>
            <a:r>
              <a:rPr lang="en-US" altLang="ko-KR" sz="5600" b="0" i="0" kern="0" dirty="0"/>
              <a:t>USB_DEVICE/App/</a:t>
            </a:r>
            <a:r>
              <a:rPr lang="en-US" altLang="ko-KR" sz="5600" b="0" i="0" kern="0" dirty="0" err="1"/>
              <a:t>usbd_custom_hid_if.c</a:t>
            </a:r>
            <a:endParaRPr lang="en-US" altLang="ko-KR" sz="5600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pPr marL="0" indent="0">
              <a:buNone/>
            </a:pPr>
            <a:endParaRPr lang="en-US" altLang="ko-KR" sz="4000" b="0" i="0" dirty="0"/>
          </a:p>
          <a:p>
            <a:pPr marL="0" indent="0">
              <a:buNone/>
            </a:pPr>
            <a:endParaRPr lang="en-US" altLang="ko-KR" sz="4000" b="0" i="0" dirty="0"/>
          </a:p>
          <a:p>
            <a:pPr marL="0" indent="0">
              <a:buNone/>
            </a:pPr>
            <a:r>
              <a:rPr lang="en-US" altLang="ko-KR" sz="4000" b="0" i="0" dirty="0"/>
              <a:t>static int8_t </a:t>
            </a:r>
            <a:r>
              <a:rPr lang="en-US" altLang="ko-KR" sz="4000" b="0" i="0" dirty="0" err="1"/>
              <a:t>CUSTOM_HID_OutEvent_FS</a:t>
            </a:r>
            <a:r>
              <a:rPr lang="en-US" altLang="ko-KR" sz="4000" b="0" i="0" dirty="0"/>
              <a:t>(uint8_t </a:t>
            </a:r>
            <a:r>
              <a:rPr lang="en-US" altLang="ko-KR" sz="4000" b="0" i="0" dirty="0" err="1"/>
              <a:t>event_idx</a:t>
            </a:r>
            <a:r>
              <a:rPr lang="en-US" altLang="ko-KR" sz="4000" b="0" i="0" dirty="0"/>
              <a:t>, uint8_t state)</a:t>
            </a:r>
          </a:p>
          <a:p>
            <a:pPr marL="0" indent="0">
              <a:buNone/>
            </a:pPr>
            <a:r>
              <a:rPr lang="en-US" altLang="ko-KR" sz="4000" b="0" i="0" dirty="0"/>
              <a:t>{</a:t>
            </a:r>
          </a:p>
          <a:p>
            <a:pPr marL="0" indent="0">
              <a:buNone/>
            </a:pPr>
            <a:r>
              <a:rPr lang="en-US" altLang="ko-KR" sz="4000" b="0" i="0" dirty="0"/>
              <a:t>/* USER CODE BEGIN 6 */</a:t>
            </a:r>
          </a:p>
          <a:p>
            <a:pPr marL="0" indent="0">
              <a:buNone/>
            </a:pPr>
            <a:br>
              <a:rPr lang="en-US" altLang="ko-KR" sz="4000" b="0" i="0" dirty="0"/>
            </a:br>
            <a:endParaRPr lang="en-US" altLang="ko-KR" sz="4000" b="0" i="0" dirty="0"/>
          </a:p>
          <a:p>
            <a:pPr marL="0" indent="0">
              <a:buNone/>
            </a:pPr>
            <a:r>
              <a:rPr lang="en-US" altLang="ko-KR" sz="4000" b="0" i="0" dirty="0"/>
              <a:t>switch(</a:t>
            </a:r>
            <a:r>
              <a:rPr lang="en-US" altLang="ko-KR" sz="4000" b="0" i="0" dirty="0" err="1"/>
              <a:t>event_idx</a:t>
            </a:r>
            <a:r>
              <a:rPr lang="en-US" altLang="ko-KR" sz="4000" b="0" i="0" dirty="0"/>
              <a:t>)</a:t>
            </a:r>
          </a:p>
          <a:p>
            <a:pPr marL="0" indent="0">
              <a:buNone/>
            </a:pPr>
            <a:r>
              <a:rPr lang="en-US" altLang="ko-KR" sz="4000" b="0" i="0" dirty="0"/>
              <a:t>{</a:t>
            </a:r>
          </a:p>
          <a:p>
            <a:pPr marL="0" indent="0">
              <a:buNone/>
            </a:pPr>
            <a:r>
              <a:rPr lang="en-US" altLang="ko-KR" sz="4000" b="0" i="0" dirty="0"/>
              <a:t>case 1: /* LED1 */</a:t>
            </a:r>
          </a:p>
          <a:p>
            <a:pPr marL="0" indent="0">
              <a:buNone/>
            </a:pPr>
            <a:r>
              <a:rPr lang="en-US" altLang="ko-KR" sz="4000" b="0" i="0" dirty="0"/>
              <a:t>(state == 1) ? </a:t>
            </a:r>
            <a:r>
              <a:rPr lang="en-US" altLang="ko-KR" sz="4000" b="0" i="0" dirty="0" err="1"/>
              <a:t>HAL_GPIO_WritePin</a:t>
            </a:r>
            <a:r>
              <a:rPr lang="en-US" altLang="ko-KR" sz="4000" b="0" i="0" dirty="0"/>
              <a:t>(GPIOF, LED1_Pin, GPIO_PIN_RESET): </a:t>
            </a:r>
            <a:r>
              <a:rPr lang="en-US" altLang="ko-KR" sz="4000" b="0" i="0" dirty="0" err="1"/>
              <a:t>HAL_GPIO_WritePin</a:t>
            </a:r>
            <a:r>
              <a:rPr lang="en-US" altLang="ko-KR" sz="4000" b="0" i="0" dirty="0"/>
              <a:t>(GPIOF, LED1_Pin, GPIO_PIN_SET);</a:t>
            </a:r>
          </a:p>
          <a:p>
            <a:pPr marL="0" indent="0">
              <a:buNone/>
            </a:pPr>
            <a:r>
              <a:rPr lang="en-US" altLang="ko-KR" sz="4000" b="0" i="0" dirty="0"/>
              <a:t>break;</a:t>
            </a:r>
          </a:p>
          <a:p>
            <a:pPr marL="0" indent="0">
              <a:buNone/>
            </a:pPr>
            <a:br>
              <a:rPr lang="en-US" altLang="ko-KR" sz="4000" b="0" i="0" dirty="0"/>
            </a:br>
            <a:endParaRPr lang="en-US" altLang="ko-KR" sz="4000" b="0" i="0" dirty="0"/>
          </a:p>
          <a:p>
            <a:pPr marL="0" indent="0">
              <a:buNone/>
            </a:pPr>
            <a:r>
              <a:rPr lang="en-US" altLang="ko-KR" sz="4000" b="0" i="0" dirty="0"/>
              <a:t>case 2: /* LED2 */</a:t>
            </a:r>
          </a:p>
          <a:p>
            <a:pPr marL="0" indent="0">
              <a:buNone/>
            </a:pPr>
            <a:r>
              <a:rPr lang="en-US" altLang="ko-KR" sz="4000" b="0" i="0" dirty="0"/>
              <a:t>(state == 1) ? </a:t>
            </a:r>
            <a:r>
              <a:rPr lang="en-US" altLang="ko-KR" sz="4000" b="0" i="0" dirty="0" err="1"/>
              <a:t>HAL_GPIO_WritePin</a:t>
            </a:r>
            <a:r>
              <a:rPr lang="en-US" altLang="ko-KR" sz="4000" b="0" i="0" dirty="0"/>
              <a:t>(GPIOF, LED2_Pin, GPIO_PIN_RESET): </a:t>
            </a:r>
            <a:r>
              <a:rPr lang="en-US" altLang="ko-KR" sz="4000" b="0" i="0" dirty="0" err="1"/>
              <a:t>HAL_GPIO_WritePin</a:t>
            </a:r>
            <a:r>
              <a:rPr lang="en-US" altLang="ko-KR" sz="4000" b="0" i="0" dirty="0"/>
              <a:t>(GPIOF, LED2_Pin, GPIO_PIN_SET);</a:t>
            </a:r>
          </a:p>
          <a:p>
            <a:pPr marL="0" indent="0">
              <a:buNone/>
            </a:pPr>
            <a:r>
              <a:rPr lang="en-US" altLang="ko-KR" sz="4000" b="0" i="0" dirty="0"/>
              <a:t>break;</a:t>
            </a:r>
          </a:p>
          <a:p>
            <a:pPr marL="0" indent="0">
              <a:buNone/>
            </a:pPr>
            <a:r>
              <a:rPr lang="en-US" altLang="ko-KR" sz="4000" b="0" i="0" dirty="0"/>
              <a:t>case 3: /* LED3 */</a:t>
            </a:r>
          </a:p>
          <a:p>
            <a:pPr marL="0" indent="0">
              <a:buNone/>
            </a:pPr>
            <a:r>
              <a:rPr lang="en-US" altLang="ko-KR" sz="4000" b="0" i="0" dirty="0"/>
              <a:t>(state == 1) ? </a:t>
            </a:r>
            <a:r>
              <a:rPr lang="en-US" altLang="ko-KR" sz="4000" b="0" i="0" dirty="0" err="1"/>
              <a:t>HAL_GPIO_WritePin</a:t>
            </a:r>
            <a:r>
              <a:rPr lang="en-US" altLang="ko-KR" sz="4000" b="0" i="0" dirty="0"/>
              <a:t>(GPIOF, LED3_Pin, GPIO_PIN_RESET): </a:t>
            </a:r>
            <a:r>
              <a:rPr lang="en-US" altLang="ko-KR" sz="4000" b="0" i="0" dirty="0" err="1"/>
              <a:t>HAL_GPIO_WritePin</a:t>
            </a:r>
            <a:r>
              <a:rPr lang="en-US" altLang="ko-KR" sz="4000" b="0" i="0" dirty="0"/>
              <a:t>(GPIOF, LED3_Pin, GPIO_PIN_SET);</a:t>
            </a:r>
          </a:p>
          <a:p>
            <a:pPr marL="0" indent="0">
              <a:buNone/>
            </a:pPr>
            <a:r>
              <a:rPr lang="en-US" altLang="ko-KR" sz="4000" b="0" i="0" dirty="0"/>
              <a:t>break;</a:t>
            </a:r>
          </a:p>
          <a:p>
            <a:pPr marL="0" indent="0">
              <a:buNone/>
            </a:pPr>
            <a:br>
              <a:rPr lang="en-US" altLang="ko-KR" sz="4000" b="0" i="0" dirty="0"/>
            </a:br>
            <a:endParaRPr lang="en-US" altLang="ko-KR" sz="4000" b="0" i="0" dirty="0"/>
          </a:p>
          <a:p>
            <a:pPr marL="0" indent="0">
              <a:buNone/>
            </a:pPr>
            <a:r>
              <a:rPr lang="en-US" altLang="ko-KR" sz="4000" b="0" i="0" dirty="0"/>
              <a:t>default:</a:t>
            </a:r>
          </a:p>
          <a:p>
            <a:pPr marL="0" indent="0">
              <a:buNone/>
            </a:pPr>
            <a:r>
              <a:rPr lang="en-US" altLang="ko-KR" sz="4000" b="0" i="0" dirty="0"/>
              <a:t>break;</a:t>
            </a:r>
          </a:p>
          <a:p>
            <a:pPr marL="0" indent="0">
              <a:buNone/>
            </a:pPr>
            <a:r>
              <a:rPr lang="en-US" altLang="ko-KR" sz="4000" b="0" i="0" dirty="0"/>
              <a:t>}</a:t>
            </a:r>
          </a:p>
          <a:p>
            <a:pPr marL="0" indent="0">
              <a:buNone/>
            </a:pPr>
            <a:endParaRPr lang="en-US" altLang="ko-KR" sz="4000" b="0" i="0" dirty="0"/>
          </a:p>
          <a:p>
            <a:pPr marL="0" indent="0">
              <a:buNone/>
            </a:pPr>
            <a:r>
              <a:rPr lang="en-US" altLang="ko-KR" sz="4000" b="0" i="0" dirty="0"/>
              <a:t>/* USER CODE END 6 */</a:t>
            </a:r>
          </a:p>
          <a:p>
            <a:pPr marL="0" indent="0">
              <a:buNone/>
            </a:pPr>
            <a:r>
              <a:rPr lang="en-US" altLang="ko-KR" sz="4000" b="0" i="0" dirty="0"/>
              <a:t>}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32880630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1B882-72EB-3944-97A5-9A5A12A24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01ABD5-362E-6C16-7A8B-E2465718B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609D7-44C6-2703-5C67-2062B096E55D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KEY </a:t>
            </a:r>
            <a:r>
              <a:rPr lang="ko-KR" altLang="en-US" b="0" i="0" kern="0" dirty="0"/>
              <a:t>눌렀을 때 </a:t>
            </a:r>
            <a:r>
              <a:rPr lang="en-US" altLang="ko-KR" b="0" i="0" kern="0" dirty="0"/>
              <a:t>HID event</a:t>
            </a:r>
            <a:r>
              <a:rPr lang="ko-KR" altLang="en-US" b="0" i="0" kern="0" dirty="0"/>
              <a:t> 송신 처리</a:t>
            </a:r>
            <a:r>
              <a:rPr lang="en-US" altLang="ko-KR" b="0" i="0" kern="0" dirty="0"/>
              <a:t>.</a:t>
            </a:r>
          </a:p>
          <a:p>
            <a:r>
              <a:rPr lang="en-US" altLang="ko-KR" sz="1400" b="0" i="0" kern="0" dirty="0"/>
              <a:t>Core/</a:t>
            </a:r>
            <a:r>
              <a:rPr lang="en-US" altLang="ko-KR" sz="1400" b="0" i="0" kern="0" dirty="0" err="1"/>
              <a:t>Srcs</a:t>
            </a:r>
            <a:r>
              <a:rPr lang="en-US" altLang="ko-KR" sz="1400" b="0" i="0" kern="0" dirty="0"/>
              <a:t>/stm32f4xx_it.c</a:t>
            </a:r>
          </a:p>
          <a:p>
            <a:pPr marL="0" indent="0">
              <a:buNone/>
            </a:pPr>
            <a:endParaRPr lang="en-US" altLang="ko-KR" sz="1600" b="0" i="0" dirty="0"/>
          </a:p>
          <a:p>
            <a:pPr marL="0" indent="0">
              <a:buNone/>
            </a:pPr>
            <a:endParaRPr lang="en-US" altLang="ko-KR" sz="1600" b="0" i="0" dirty="0"/>
          </a:p>
          <a:p>
            <a:pPr marL="0" indent="0">
              <a:buNone/>
            </a:pPr>
            <a:r>
              <a:rPr lang="en-US" altLang="ko-KR" sz="1000" b="0" i="0" dirty="0"/>
              <a:t>#include "stm32f4xx_it.h"</a:t>
            </a:r>
          </a:p>
          <a:p>
            <a:pPr marL="0" indent="0">
              <a:buNone/>
            </a:pPr>
            <a:r>
              <a:rPr lang="en-US" altLang="ko-KR" sz="1000" b="0" i="0" dirty="0"/>
              <a:t>/* Private includes ----------------------------------------------------------*/</a:t>
            </a:r>
          </a:p>
          <a:p>
            <a:pPr marL="0" indent="0">
              <a:buNone/>
            </a:pPr>
            <a:r>
              <a:rPr lang="en-US" altLang="ko-KR" sz="1000" b="0" i="0" dirty="0"/>
              <a:t>/* USER CODE BEGIN Includes */</a:t>
            </a:r>
          </a:p>
          <a:p>
            <a:pPr marL="0" indent="0">
              <a:buNone/>
            </a:pPr>
            <a:r>
              <a:rPr lang="en-US" altLang="ko-KR" sz="1000" b="0" i="0" dirty="0"/>
              <a:t>#include "</a:t>
            </a:r>
            <a:r>
              <a:rPr lang="en-US" altLang="ko-KR" sz="1000" b="0" i="0" dirty="0" err="1"/>
              <a:t>usbd_customhid.h</a:t>
            </a:r>
            <a:r>
              <a:rPr lang="en-US" altLang="ko-KR" sz="1000" b="0" i="0" dirty="0"/>
              <a:t>"</a:t>
            </a:r>
          </a:p>
          <a:p>
            <a:pPr marL="0" indent="0">
              <a:buNone/>
            </a:pPr>
            <a:r>
              <a:rPr lang="en-US" altLang="ko-KR" sz="1000" b="0" i="0" dirty="0"/>
              <a:t>/* USER CODE END Includes */</a:t>
            </a:r>
          </a:p>
          <a:p>
            <a:pPr marL="0" indent="0">
              <a:buNone/>
            </a:pPr>
            <a:endParaRPr lang="en-US" altLang="ko-KR" sz="1000" b="0" i="0" kern="0" dirty="0"/>
          </a:p>
          <a:p>
            <a:pPr marL="0" indent="0">
              <a:buNone/>
            </a:pPr>
            <a:r>
              <a:rPr lang="en-US" altLang="ko-KR" sz="1000" b="0" i="0" dirty="0"/>
              <a:t>/* Private user code ---------------------------------------------------------*/</a:t>
            </a:r>
          </a:p>
          <a:p>
            <a:pPr marL="0" indent="0">
              <a:buNone/>
            </a:pPr>
            <a:r>
              <a:rPr lang="en-US" altLang="ko-KR" sz="1000" b="0" i="0" dirty="0"/>
              <a:t>/* USER CODE BEGIN 0 */</a:t>
            </a:r>
          </a:p>
          <a:p>
            <a:pPr marL="0" indent="0">
              <a:buNone/>
            </a:pPr>
            <a:r>
              <a:rPr lang="en-US" altLang="ko-KR" sz="1000" b="0" i="0" dirty="0"/>
              <a:t>extern </a:t>
            </a:r>
            <a:r>
              <a:rPr lang="en-US" altLang="ko-KR" sz="1000" b="0" i="0" dirty="0" err="1"/>
              <a:t>USBD_HandleTypeDef</a:t>
            </a:r>
            <a:r>
              <a:rPr lang="en-US" altLang="ko-KR" sz="1000" b="0" i="0" dirty="0"/>
              <a:t> </a:t>
            </a:r>
            <a:r>
              <a:rPr lang="en-US" altLang="ko-KR" sz="1000" b="0" i="0" dirty="0" err="1"/>
              <a:t>hUsbDeviceFS</a:t>
            </a:r>
            <a:r>
              <a:rPr lang="en-US" altLang="ko-KR" sz="1000" b="0" i="0" dirty="0"/>
              <a:t>;</a:t>
            </a:r>
          </a:p>
          <a:p>
            <a:pPr marL="0" indent="0">
              <a:buNone/>
            </a:pPr>
            <a:r>
              <a:rPr lang="en-US" altLang="ko-KR" sz="1000" b="0" i="0" dirty="0"/>
              <a:t>uint8_t </a:t>
            </a:r>
            <a:r>
              <a:rPr lang="en-US" altLang="ko-KR" sz="1000" b="0" i="0" dirty="0" err="1"/>
              <a:t>dataToSend</a:t>
            </a:r>
            <a:r>
              <a:rPr lang="en-US" altLang="ko-KR" sz="1000" b="0" i="0" dirty="0"/>
              <a:t>[5];</a:t>
            </a:r>
          </a:p>
          <a:p>
            <a:pPr marL="0" indent="0">
              <a:buNone/>
            </a:pPr>
            <a:r>
              <a:rPr lang="en-US" altLang="ko-KR" sz="1000" b="0" i="0" dirty="0"/>
              <a:t>/* USER CODE END 0 */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2525646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15E21-88B1-AB17-30B9-51C80237D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CAD9E0-97D5-6FB2-7C01-159AA8298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B4CD9-3313-9F3A-4DD6-7098DD805DC9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32500" lnSpcReduction="2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sz="6200" b="0" i="0" kern="0" dirty="0"/>
              <a:t>KEY </a:t>
            </a:r>
            <a:r>
              <a:rPr lang="ko-KR" altLang="en-US" sz="6200" b="0" i="0" kern="0" dirty="0"/>
              <a:t>눌렀을 때 </a:t>
            </a:r>
            <a:r>
              <a:rPr lang="en-US" altLang="ko-KR" sz="6200" b="0" i="0" kern="0" dirty="0"/>
              <a:t>HID event</a:t>
            </a:r>
            <a:r>
              <a:rPr lang="ko-KR" altLang="en-US" sz="6200" b="0" i="0" kern="0" dirty="0"/>
              <a:t> 송신 처리</a:t>
            </a:r>
            <a:r>
              <a:rPr lang="en-US" altLang="ko-KR" sz="6200" b="0" i="0" kern="0" dirty="0"/>
              <a:t>.</a:t>
            </a:r>
          </a:p>
          <a:p>
            <a:r>
              <a:rPr lang="en-US" altLang="ko-KR" sz="4300" b="0" i="0" kern="0" dirty="0"/>
              <a:t>Core/</a:t>
            </a:r>
            <a:r>
              <a:rPr lang="en-US" altLang="ko-KR" sz="4300" b="0" i="0" kern="0" dirty="0" err="1"/>
              <a:t>Srcs</a:t>
            </a:r>
            <a:r>
              <a:rPr lang="en-US" altLang="ko-KR" sz="4300" b="0" i="0" kern="0" dirty="0"/>
              <a:t>/stm32f4xx_it.c</a:t>
            </a:r>
          </a:p>
          <a:p>
            <a:pPr marL="0" indent="0">
              <a:buNone/>
            </a:pPr>
            <a:endParaRPr lang="en-US" altLang="ko-KR" sz="1600" b="0" i="0" dirty="0"/>
          </a:p>
          <a:p>
            <a:pPr marL="0" indent="0">
              <a:buNone/>
            </a:pPr>
            <a:endParaRPr lang="en-US" altLang="ko-KR" sz="1600" b="0" i="0" dirty="0"/>
          </a:p>
          <a:p>
            <a:pPr marL="0" indent="0">
              <a:buNone/>
            </a:pPr>
            <a:endParaRPr lang="en-US" altLang="ko-KR" sz="1600" b="0" i="0" dirty="0"/>
          </a:p>
          <a:p>
            <a:pPr marL="0" indent="0">
              <a:buNone/>
            </a:pPr>
            <a:endParaRPr lang="en-US" altLang="ko-KR" sz="1600" b="0" i="0" dirty="0"/>
          </a:p>
          <a:p>
            <a:pPr marL="0" indent="0">
              <a:buNone/>
            </a:pPr>
            <a:endParaRPr lang="en-US" altLang="ko-KR" sz="1600" b="0" i="0" dirty="0"/>
          </a:p>
          <a:p>
            <a:pPr marL="0" indent="0">
              <a:buNone/>
            </a:pPr>
            <a:endParaRPr lang="en-US" altLang="ko-KR" sz="1600" b="0" i="0" dirty="0"/>
          </a:p>
          <a:p>
            <a:pPr marL="0" indent="0">
              <a:buNone/>
            </a:pPr>
            <a:r>
              <a:rPr lang="en-US" altLang="ko-KR" sz="3000" b="0" i="0" dirty="0"/>
              <a:t>void EXTI9_5_IRQHandler(void)</a:t>
            </a:r>
          </a:p>
          <a:p>
            <a:pPr marL="0" indent="0">
              <a:buNone/>
            </a:pPr>
            <a:r>
              <a:rPr lang="en-US" altLang="ko-KR" sz="3000" b="0" i="0" dirty="0"/>
              <a:t>{</a:t>
            </a:r>
          </a:p>
          <a:p>
            <a:pPr marL="0" indent="0">
              <a:buNone/>
            </a:pPr>
            <a:r>
              <a:rPr lang="en-US" altLang="ko-KR" sz="3000" b="0" i="0" dirty="0"/>
              <a:t>/* USER CODE BEGIN EXTI9_5_IRQn 0 */</a:t>
            </a:r>
          </a:p>
          <a:p>
            <a:pPr marL="0" indent="0">
              <a:buNone/>
            </a:pPr>
            <a:r>
              <a:rPr lang="en-US" altLang="ko-KR" sz="3000" b="0" i="0" dirty="0"/>
              <a:t>uint32_t </a:t>
            </a:r>
            <a:r>
              <a:rPr lang="en-US" altLang="ko-KR" sz="3000" b="0" i="0" dirty="0" err="1"/>
              <a:t>pinState</a:t>
            </a:r>
            <a:r>
              <a:rPr lang="en-US" altLang="ko-KR" sz="3000" b="0" i="0" dirty="0"/>
              <a:t>;</a:t>
            </a:r>
          </a:p>
          <a:p>
            <a:pPr marL="0" indent="0">
              <a:buNone/>
            </a:pPr>
            <a:br>
              <a:rPr lang="en-US" altLang="ko-KR" sz="3000" b="0" i="0" dirty="0"/>
            </a:br>
            <a:endParaRPr lang="en-US" altLang="ko-KR" sz="3000" b="0" i="0" dirty="0"/>
          </a:p>
          <a:p>
            <a:pPr marL="0" indent="0">
              <a:buNone/>
            </a:pPr>
            <a:r>
              <a:rPr lang="en-US" altLang="ko-KR" sz="3000" b="0" i="0" dirty="0"/>
              <a:t>if(__HAL_GPIO_EXTI_GET_IT(KEY1_Pin) != RESET)</a:t>
            </a:r>
          </a:p>
          <a:p>
            <a:pPr marL="0" indent="0">
              <a:buNone/>
            </a:pPr>
            <a:r>
              <a:rPr lang="en-US" altLang="ko-KR" sz="3000" b="0" i="0" dirty="0"/>
              <a:t>{</a:t>
            </a:r>
          </a:p>
          <a:p>
            <a:pPr marL="0" indent="0">
              <a:buNone/>
            </a:pPr>
            <a:r>
              <a:rPr lang="en-US" altLang="ko-KR" sz="3000" b="0" i="0" dirty="0" err="1"/>
              <a:t>dataToSend</a:t>
            </a:r>
            <a:r>
              <a:rPr lang="en-US" altLang="ko-KR" sz="3000" b="0" i="0" dirty="0"/>
              <a:t>[0] = 5;</a:t>
            </a:r>
          </a:p>
          <a:p>
            <a:pPr marL="0" indent="0">
              <a:buNone/>
            </a:pPr>
            <a:br>
              <a:rPr lang="en-US" altLang="ko-KR" sz="3000" b="0" i="0" dirty="0"/>
            </a:br>
            <a:endParaRPr lang="en-US" altLang="ko-KR" sz="3000" b="0" i="0" dirty="0"/>
          </a:p>
          <a:p>
            <a:pPr marL="0" indent="0">
              <a:buNone/>
            </a:pPr>
            <a:r>
              <a:rPr lang="en-US" altLang="ko-KR" sz="3000" b="0" i="0" dirty="0" err="1"/>
              <a:t>dataToSend</a:t>
            </a:r>
            <a:r>
              <a:rPr lang="en-US" altLang="ko-KR" sz="3000" b="0" i="0" dirty="0"/>
              <a:t>[2] = 'H';</a:t>
            </a:r>
          </a:p>
          <a:p>
            <a:pPr marL="0" indent="0">
              <a:buNone/>
            </a:pPr>
            <a:r>
              <a:rPr lang="en-US" altLang="ko-KR" sz="3000" b="0" i="0" dirty="0" err="1"/>
              <a:t>dataToSend</a:t>
            </a:r>
            <a:r>
              <a:rPr lang="en-US" altLang="ko-KR" sz="3000" b="0" i="0" dirty="0"/>
              <a:t>[3] = 'I';</a:t>
            </a:r>
          </a:p>
          <a:p>
            <a:pPr marL="0" indent="0">
              <a:buNone/>
            </a:pPr>
            <a:r>
              <a:rPr lang="en-US" altLang="ko-KR" sz="3000" b="0" i="0" dirty="0" err="1"/>
              <a:t>dataToSend</a:t>
            </a:r>
            <a:r>
              <a:rPr lang="en-US" altLang="ko-KR" sz="3000" b="0" i="0" dirty="0"/>
              <a:t>[4] = 'D';</a:t>
            </a:r>
          </a:p>
          <a:p>
            <a:pPr marL="0" indent="0">
              <a:buNone/>
            </a:pPr>
            <a:br>
              <a:rPr lang="en-US" altLang="ko-KR" sz="3000" b="0" i="0" dirty="0"/>
            </a:br>
            <a:endParaRPr lang="en-US" altLang="ko-KR" sz="3000" b="0" i="0" dirty="0"/>
          </a:p>
          <a:p>
            <a:pPr marL="0" indent="0">
              <a:buNone/>
            </a:pPr>
            <a:r>
              <a:rPr lang="en-US" altLang="ko-KR" sz="3000" b="0" i="0" dirty="0" err="1"/>
              <a:t>pinState</a:t>
            </a:r>
            <a:r>
              <a:rPr lang="en-US" altLang="ko-KR" sz="3000" b="0" i="0" dirty="0"/>
              <a:t> = </a:t>
            </a:r>
            <a:r>
              <a:rPr lang="en-US" altLang="ko-KR" sz="3000" b="0" i="0" dirty="0" err="1"/>
              <a:t>HAL_GPIO_ReadPin</a:t>
            </a:r>
            <a:r>
              <a:rPr lang="en-US" altLang="ko-KR" sz="3000" b="0" i="0" dirty="0"/>
              <a:t>(GPIOF, KEY1_Pin);</a:t>
            </a:r>
          </a:p>
          <a:p>
            <a:pPr marL="0" indent="0">
              <a:buNone/>
            </a:pPr>
            <a:r>
              <a:rPr lang="en-US" altLang="ko-KR" sz="3000" b="0" i="0" dirty="0"/>
              <a:t>if(GPIO_PIN_RESET == </a:t>
            </a:r>
            <a:r>
              <a:rPr lang="en-US" altLang="ko-KR" sz="3000" b="0" i="0" dirty="0" err="1"/>
              <a:t>pinState</a:t>
            </a:r>
            <a:r>
              <a:rPr lang="en-US" altLang="ko-KR" sz="3000" b="0" i="0" dirty="0"/>
              <a:t>)</a:t>
            </a:r>
          </a:p>
          <a:p>
            <a:pPr marL="0" indent="0">
              <a:buNone/>
            </a:pPr>
            <a:r>
              <a:rPr lang="en-US" altLang="ko-KR" sz="3000" b="0" i="0" dirty="0"/>
              <a:t>{</a:t>
            </a:r>
          </a:p>
          <a:p>
            <a:pPr marL="0" indent="0">
              <a:buNone/>
            </a:pPr>
            <a:r>
              <a:rPr lang="en-US" altLang="ko-KR" sz="3000" b="0" i="0" dirty="0" err="1"/>
              <a:t>dataToSend</a:t>
            </a:r>
            <a:r>
              <a:rPr lang="en-US" altLang="ko-KR" sz="3000" b="0" i="0" dirty="0"/>
              <a:t>[1] = 1;</a:t>
            </a:r>
          </a:p>
          <a:p>
            <a:pPr marL="0" indent="0">
              <a:buNone/>
            </a:pPr>
            <a:r>
              <a:rPr lang="en-US" altLang="ko-KR" sz="3000" b="0" i="0" dirty="0"/>
              <a:t>}</a:t>
            </a:r>
          </a:p>
          <a:p>
            <a:pPr marL="0" indent="0">
              <a:buNone/>
            </a:pPr>
            <a:r>
              <a:rPr lang="en-US" altLang="ko-KR" sz="3000" b="0" i="0" dirty="0"/>
              <a:t>else</a:t>
            </a:r>
          </a:p>
          <a:p>
            <a:pPr marL="0" indent="0">
              <a:buNone/>
            </a:pPr>
            <a:r>
              <a:rPr lang="en-US" altLang="ko-KR" sz="3000" b="0" i="0" dirty="0"/>
              <a:t>{</a:t>
            </a:r>
          </a:p>
          <a:p>
            <a:pPr marL="0" indent="0">
              <a:buNone/>
            </a:pPr>
            <a:r>
              <a:rPr lang="en-US" altLang="ko-KR" sz="3000" b="0" i="0" dirty="0" err="1"/>
              <a:t>dataToSend</a:t>
            </a:r>
            <a:r>
              <a:rPr lang="en-US" altLang="ko-KR" sz="3000" b="0" i="0" dirty="0"/>
              <a:t>[1] = 0;</a:t>
            </a:r>
          </a:p>
          <a:p>
            <a:pPr marL="0" indent="0">
              <a:buNone/>
            </a:pPr>
            <a:r>
              <a:rPr lang="en-US" altLang="ko-KR" sz="3000" b="0" i="0" dirty="0"/>
              <a:t>}</a:t>
            </a:r>
          </a:p>
          <a:p>
            <a:pPr marL="0" indent="0">
              <a:buNone/>
            </a:pPr>
            <a:br>
              <a:rPr lang="en-US" altLang="ko-KR" sz="3000" b="0" i="0" dirty="0"/>
            </a:br>
            <a:endParaRPr lang="en-US" altLang="ko-KR" sz="3000" b="0" i="0" dirty="0"/>
          </a:p>
          <a:p>
            <a:pPr marL="0" indent="0">
              <a:buNone/>
            </a:pPr>
            <a:r>
              <a:rPr lang="en-US" altLang="ko-KR" sz="3000" b="0" i="0" dirty="0" err="1"/>
              <a:t>USBD_CUSTOM_HID_SendReport</a:t>
            </a:r>
            <a:r>
              <a:rPr lang="en-US" altLang="ko-KR" sz="3000" b="0" i="0" dirty="0"/>
              <a:t>(&amp;</a:t>
            </a:r>
            <a:r>
              <a:rPr lang="en-US" altLang="ko-KR" sz="3000" b="0" i="0" dirty="0" err="1"/>
              <a:t>hUsbDeviceFS</a:t>
            </a:r>
            <a:r>
              <a:rPr lang="en-US" altLang="ko-KR" sz="3000" b="0" i="0" dirty="0"/>
              <a:t>, </a:t>
            </a:r>
            <a:r>
              <a:rPr lang="en-US" altLang="ko-KR" sz="3000" b="0" i="0" dirty="0" err="1"/>
              <a:t>dataToSend</a:t>
            </a:r>
            <a:r>
              <a:rPr lang="en-US" altLang="ko-KR" sz="3000" b="0" i="0" dirty="0"/>
              <a:t>, </a:t>
            </a:r>
            <a:r>
              <a:rPr lang="en-US" altLang="ko-KR" sz="3000" b="0" i="0" dirty="0" err="1"/>
              <a:t>sizeof</a:t>
            </a:r>
            <a:r>
              <a:rPr lang="en-US" altLang="ko-KR" sz="3000" b="0" i="0" dirty="0"/>
              <a:t>(</a:t>
            </a:r>
            <a:r>
              <a:rPr lang="en-US" altLang="ko-KR" sz="3000" b="0" i="0" dirty="0" err="1"/>
              <a:t>dataToSend</a:t>
            </a:r>
            <a:r>
              <a:rPr lang="en-US" altLang="ko-KR" sz="3000" b="0" i="0" dirty="0"/>
              <a:t>));</a:t>
            </a:r>
          </a:p>
          <a:p>
            <a:pPr marL="0" indent="0">
              <a:buNone/>
            </a:pPr>
            <a:r>
              <a:rPr lang="en-US" altLang="ko-KR" sz="3000" b="0" i="0" dirty="0"/>
              <a:t>}</a:t>
            </a:r>
          </a:p>
          <a:p>
            <a:pPr marL="0" indent="0">
              <a:buNone/>
            </a:pPr>
            <a:r>
              <a:rPr lang="en-US" altLang="ko-KR" sz="3000" b="0" i="0" dirty="0"/>
              <a:t>/* USER CODE END EXTI9_5_IRQn 0 */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33216549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E048B-F7D0-71CC-47E4-701270865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2F670B-FE3C-9B61-B95D-6D5F8E041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B2884-394C-D9B2-CE6B-B3BBA149479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47500" lnSpcReduction="2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sz="4200" b="0" i="0" kern="0" dirty="0"/>
              <a:t>KEY </a:t>
            </a:r>
            <a:r>
              <a:rPr lang="ko-KR" altLang="en-US" sz="4200" b="0" i="0" kern="0" dirty="0"/>
              <a:t>눌렀을 때 </a:t>
            </a:r>
            <a:r>
              <a:rPr lang="en-US" altLang="ko-KR" sz="4200" b="0" i="0" kern="0" dirty="0"/>
              <a:t>HID event</a:t>
            </a:r>
            <a:r>
              <a:rPr lang="ko-KR" altLang="en-US" sz="4200" b="0" i="0" kern="0" dirty="0"/>
              <a:t> 송신 처리</a:t>
            </a:r>
            <a:r>
              <a:rPr lang="en-US" altLang="ko-KR" sz="4200" b="0" i="0" kern="0" dirty="0"/>
              <a:t>.</a:t>
            </a:r>
          </a:p>
          <a:p>
            <a:r>
              <a:rPr lang="en-US" altLang="ko-KR" sz="3500" b="0" i="0" kern="0" dirty="0"/>
              <a:t>Core/</a:t>
            </a:r>
            <a:r>
              <a:rPr lang="en-US" altLang="ko-KR" sz="3500" b="0" i="0" kern="0" dirty="0" err="1"/>
              <a:t>Srcs</a:t>
            </a:r>
            <a:r>
              <a:rPr lang="en-US" altLang="ko-KR" sz="3500" b="0" i="0" kern="0" dirty="0"/>
              <a:t>/stm32f4xx_it.c</a:t>
            </a:r>
          </a:p>
          <a:p>
            <a:pPr marL="0" indent="0">
              <a:buNone/>
            </a:pPr>
            <a:endParaRPr lang="en-US" altLang="ko-KR" sz="1600" b="0" i="0" dirty="0"/>
          </a:p>
          <a:p>
            <a:pPr marL="0" indent="0">
              <a:buNone/>
            </a:pPr>
            <a:endParaRPr lang="en-US" altLang="ko-KR" sz="1600" b="0" i="0" dirty="0"/>
          </a:p>
          <a:p>
            <a:pPr marL="0" indent="0">
              <a:buNone/>
            </a:pPr>
            <a:endParaRPr lang="en-US" altLang="ko-KR" sz="1600" b="0" i="0" dirty="0"/>
          </a:p>
          <a:p>
            <a:pPr marL="0" indent="0">
              <a:buNone/>
            </a:pPr>
            <a:r>
              <a:rPr lang="en-US" altLang="ko-KR" b="0" i="0" dirty="0"/>
              <a:t>void EXTI15_10_IRQHandler(void)</a:t>
            </a:r>
          </a:p>
          <a:p>
            <a:pPr marL="0" indent="0">
              <a:buNone/>
            </a:pPr>
            <a:r>
              <a:rPr lang="en-US" altLang="ko-KR" b="0" i="0" dirty="0"/>
              <a:t>{</a:t>
            </a:r>
          </a:p>
          <a:p>
            <a:pPr marL="0" indent="0">
              <a:buNone/>
            </a:pPr>
            <a:r>
              <a:rPr lang="en-US" altLang="ko-KR" b="0" i="0" dirty="0"/>
              <a:t>/* USER CODE BEGIN EXTI15_10_IRQn 0 */</a:t>
            </a:r>
          </a:p>
          <a:p>
            <a:pPr marL="0" indent="0">
              <a:buNone/>
            </a:pPr>
            <a:r>
              <a:rPr lang="en-US" altLang="ko-KR" b="0" i="0" dirty="0"/>
              <a:t>uint32_t </a:t>
            </a:r>
            <a:r>
              <a:rPr lang="en-US" altLang="ko-KR" b="0" i="0" dirty="0" err="1"/>
              <a:t>pinState</a:t>
            </a:r>
            <a:r>
              <a:rPr lang="en-US" altLang="ko-KR" b="0" i="0" dirty="0"/>
              <a:t>;</a:t>
            </a:r>
          </a:p>
          <a:p>
            <a:pPr marL="0" indent="0">
              <a:buNone/>
            </a:pPr>
            <a:br>
              <a:rPr lang="en-US" altLang="ko-KR" b="0" i="0" dirty="0"/>
            </a:br>
            <a:endParaRPr lang="en-US" altLang="ko-KR" b="0" i="0" dirty="0"/>
          </a:p>
          <a:p>
            <a:pPr marL="0" indent="0">
              <a:buNone/>
            </a:pPr>
            <a:r>
              <a:rPr lang="en-US" altLang="ko-KR" b="0" i="0" dirty="0"/>
              <a:t>if(__HAL_GPIO_EXTI_GET_IT(KEY2_Pin) != RESET)</a:t>
            </a:r>
          </a:p>
          <a:p>
            <a:pPr marL="0" indent="0">
              <a:buNone/>
            </a:pPr>
            <a:r>
              <a:rPr lang="en-US" altLang="ko-KR" b="0" i="0" dirty="0"/>
              <a:t>{</a:t>
            </a:r>
          </a:p>
          <a:p>
            <a:pPr marL="0" indent="0">
              <a:buNone/>
            </a:pPr>
            <a:r>
              <a:rPr lang="en-US" altLang="ko-KR" b="0" i="0" dirty="0" err="1"/>
              <a:t>dataToSend</a:t>
            </a:r>
            <a:r>
              <a:rPr lang="en-US" altLang="ko-KR" b="0" i="0" dirty="0"/>
              <a:t>[0] = 6;</a:t>
            </a:r>
          </a:p>
          <a:p>
            <a:pPr marL="0" indent="0">
              <a:buNone/>
            </a:pPr>
            <a:br>
              <a:rPr lang="en-US" altLang="ko-KR" b="0" i="0" dirty="0"/>
            </a:br>
            <a:endParaRPr lang="en-US" altLang="ko-KR" b="0" i="0" dirty="0"/>
          </a:p>
          <a:p>
            <a:pPr marL="0" indent="0">
              <a:buNone/>
            </a:pPr>
            <a:r>
              <a:rPr lang="en-US" altLang="ko-KR" b="0" i="0" dirty="0" err="1"/>
              <a:t>dataToSend</a:t>
            </a:r>
            <a:r>
              <a:rPr lang="en-US" altLang="ko-KR" b="0" i="0" dirty="0"/>
              <a:t>[2] = 'H';</a:t>
            </a:r>
          </a:p>
          <a:p>
            <a:pPr marL="0" indent="0">
              <a:buNone/>
            </a:pPr>
            <a:r>
              <a:rPr lang="en-US" altLang="ko-KR" b="0" i="0" dirty="0" err="1"/>
              <a:t>dataToSend</a:t>
            </a:r>
            <a:r>
              <a:rPr lang="en-US" altLang="ko-KR" b="0" i="0" dirty="0"/>
              <a:t>[3] = 'I';</a:t>
            </a:r>
          </a:p>
          <a:p>
            <a:pPr marL="0" indent="0">
              <a:buNone/>
            </a:pPr>
            <a:r>
              <a:rPr lang="en-US" altLang="ko-KR" b="0" i="0" dirty="0" err="1"/>
              <a:t>dataToSend</a:t>
            </a:r>
            <a:r>
              <a:rPr lang="en-US" altLang="ko-KR" b="0" i="0" dirty="0"/>
              <a:t>[4] = 'D';</a:t>
            </a:r>
          </a:p>
          <a:p>
            <a:pPr marL="0" indent="0">
              <a:buNone/>
            </a:pPr>
            <a:br>
              <a:rPr lang="en-US" altLang="ko-KR" b="0" i="0" dirty="0"/>
            </a:br>
            <a:endParaRPr lang="en-US" altLang="ko-KR" b="0" i="0" dirty="0"/>
          </a:p>
          <a:p>
            <a:pPr marL="0" indent="0">
              <a:buNone/>
            </a:pPr>
            <a:r>
              <a:rPr lang="en-US" altLang="ko-KR" b="0" i="0" dirty="0" err="1"/>
              <a:t>pinState</a:t>
            </a:r>
            <a:r>
              <a:rPr lang="en-US" altLang="ko-KR" b="0" i="0" dirty="0"/>
              <a:t> = </a:t>
            </a:r>
            <a:r>
              <a:rPr lang="en-US" altLang="ko-KR" b="0" i="0" dirty="0" err="1"/>
              <a:t>HAL_GPIO_ReadPin</a:t>
            </a:r>
            <a:r>
              <a:rPr lang="en-US" altLang="ko-KR" b="0" i="0" dirty="0"/>
              <a:t>(GPIOF, KEY2_Pin);</a:t>
            </a:r>
          </a:p>
          <a:p>
            <a:pPr marL="0" indent="0">
              <a:buNone/>
            </a:pPr>
            <a:r>
              <a:rPr lang="en-US" altLang="ko-KR" b="0" i="0" dirty="0"/>
              <a:t>if(GPIO_PIN_RESET == </a:t>
            </a:r>
            <a:r>
              <a:rPr lang="en-US" altLang="ko-KR" b="0" i="0" dirty="0" err="1"/>
              <a:t>pinState</a:t>
            </a:r>
            <a:r>
              <a:rPr lang="en-US" altLang="ko-KR" b="0" i="0" dirty="0"/>
              <a:t>)</a:t>
            </a:r>
          </a:p>
          <a:p>
            <a:pPr marL="0" indent="0">
              <a:buNone/>
            </a:pPr>
            <a:r>
              <a:rPr lang="en-US" altLang="ko-KR" b="0" i="0" dirty="0"/>
              <a:t>{</a:t>
            </a:r>
          </a:p>
          <a:p>
            <a:pPr marL="0" indent="0">
              <a:buNone/>
            </a:pPr>
            <a:r>
              <a:rPr lang="en-US" altLang="ko-KR" b="0" i="0" dirty="0" err="1"/>
              <a:t>dataToSend</a:t>
            </a:r>
            <a:r>
              <a:rPr lang="en-US" altLang="ko-KR" b="0" i="0" dirty="0"/>
              <a:t>[1] = 1;</a:t>
            </a:r>
          </a:p>
          <a:p>
            <a:pPr marL="0" indent="0">
              <a:buNone/>
            </a:pPr>
            <a:r>
              <a:rPr lang="en-US" altLang="ko-KR" b="0" i="0" dirty="0"/>
              <a:t>}</a:t>
            </a:r>
          </a:p>
          <a:p>
            <a:pPr marL="0" indent="0">
              <a:buNone/>
            </a:pPr>
            <a:r>
              <a:rPr lang="en-US" altLang="ko-KR" b="0" i="0" dirty="0"/>
              <a:t>else</a:t>
            </a:r>
          </a:p>
          <a:p>
            <a:pPr marL="0" indent="0">
              <a:buNone/>
            </a:pPr>
            <a:r>
              <a:rPr lang="en-US" altLang="ko-KR" b="0" i="0" dirty="0"/>
              <a:t>{</a:t>
            </a:r>
          </a:p>
          <a:p>
            <a:pPr marL="0" indent="0">
              <a:buNone/>
            </a:pPr>
            <a:r>
              <a:rPr lang="en-US" altLang="ko-KR" b="0" i="0" dirty="0" err="1"/>
              <a:t>dataToSend</a:t>
            </a:r>
            <a:r>
              <a:rPr lang="en-US" altLang="ko-KR" b="0" i="0" dirty="0"/>
              <a:t>[1] = 0;</a:t>
            </a:r>
          </a:p>
          <a:p>
            <a:pPr marL="0" indent="0">
              <a:buNone/>
            </a:pPr>
            <a:r>
              <a:rPr lang="en-US" altLang="ko-KR" b="0" i="0" dirty="0"/>
              <a:t>}</a:t>
            </a:r>
          </a:p>
          <a:p>
            <a:pPr marL="0" indent="0">
              <a:buNone/>
            </a:pPr>
            <a:br>
              <a:rPr lang="en-US" altLang="ko-KR" b="0" i="0" dirty="0"/>
            </a:br>
            <a:endParaRPr lang="en-US" altLang="ko-KR" b="0" i="0" dirty="0"/>
          </a:p>
          <a:p>
            <a:pPr marL="0" indent="0">
              <a:buNone/>
            </a:pPr>
            <a:r>
              <a:rPr lang="en-US" altLang="ko-KR" b="0" i="0" dirty="0" err="1"/>
              <a:t>USBD_CUSTOM_HID_SendReport</a:t>
            </a:r>
            <a:r>
              <a:rPr lang="en-US" altLang="ko-KR" b="0" i="0" dirty="0"/>
              <a:t>(&amp;</a:t>
            </a:r>
            <a:r>
              <a:rPr lang="en-US" altLang="ko-KR" b="0" i="0" dirty="0" err="1"/>
              <a:t>hUsbDeviceFS</a:t>
            </a:r>
            <a:r>
              <a:rPr lang="en-US" altLang="ko-KR" b="0" i="0" dirty="0"/>
              <a:t>, </a:t>
            </a:r>
            <a:r>
              <a:rPr lang="en-US" altLang="ko-KR" b="0" i="0" dirty="0" err="1"/>
              <a:t>dataToSend</a:t>
            </a:r>
            <a:r>
              <a:rPr lang="en-US" altLang="ko-KR" b="0" i="0" dirty="0"/>
              <a:t>, </a:t>
            </a:r>
            <a:r>
              <a:rPr lang="en-US" altLang="ko-KR" b="0" i="0" dirty="0" err="1"/>
              <a:t>sizeof</a:t>
            </a:r>
            <a:r>
              <a:rPr lang="en-US" altLang="ko-KR" b="0" i="0" dirty="0"/>
              <a:t>(</a:t>
            </a:r>
            <a:r>
              <a:rPr lang="en-US" altLang="ko-KR" b="0" i="0" dirty="0" err="1"/>
              <a:t>dataToSend</a:t>
            </a:r>
            <a:r>
              <a:rPr lang="en-US" altLang="ko-KR" b="0" i="0" dirty="0"/>
              <a:t>));</a:t>
            </a:r>
          </a:p>
          <a:p>
            <a:pPr marL="0" indent="0">
              <a:buNone/>
            </a:pPr>
            <a:r>
              <a:rPr lang="en-US" altLang="ko-KR" b="0" i="0" dirty="0"/>
              <a:t>}</a:t>
            </a:r>
          </a:p>
          <a:p>
            <a:pPr marL="0" indent="0">
              <a:buNone/>
            </a:pPr>
            <a:r>
              <a:rPr lang="en-US" altLang="ko-KR" b="0" i="0" dirty="0"/>
              <a:t>/* USER CODE END EXTI15_10_IRQn 0 */</a:t>
            </a:r>
          </a:p>
          <a:p>
            <a:pPr marL="0" indent="0">
              <a:buNone/>
            </a:pPr>
            <a:endParaRPr lang="en-US" altLang="ko-KR" sz="30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10407143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A4767-0E7A-E8D3-ABC6-6DF7ACEF4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129216-DF74-AAF1-8F0D-0C40F5AFF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Build</a:t>
            </a:r>
            <a:r>
              <a:rPr lang="ko-KR" alt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86E09-B1AD-4CC3-E143-56E52148A58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아래 버튼 클릭하여 </a:t>
            </a:r>
            <a:r>
              <a:rPr lang="en-US" altLang="ko-KR" b="0" i="0" kern="0" dirty="0"/>
              <a:t>Build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4C0865-9BD1-EA40-76B8-012E5F578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742" y="1268760"/>
            <a:ext cx="5430366" cy="469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794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7755D-007D-0D13-8034-0ACC4F8BC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B0814A-47DF-9707-6D4B-1C2B9D69B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Build </a:t>
            </a:r>
            <a:r>
              <a:rPr lang="ko-KR" altLang="en-US" dirty="0"/>
              <a:t>결과물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A087B-9A95-B5F6-52C4-344BCB94159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빌드 결과물 이름은 </a:t>
            </a:r>
            <a:r>
              <a:rPr lang="en-US" altLang="ko-KR" b="0" i="0" kern="0" dirty="0"/>
              <a:t>[</a:t>
            </a:r>
            <a:r>
              <a:rPr lang="ko-KR" altLang="en-US" b="0" i="0" kern="0" dirty="0"/>
              <a:t>프로젝트 이름</a:t>
            </a:r>
            <a:r>
              <a:rPr lang="en-US" altLang="ko-KR" b="0" i="0" kern="0" dirty="0"/>
              <a:t>].bin</a:t>
            </a:r>
            <a:r>
              <a:rPr lang="ko-KR" altLang="en-US" b="0" i="0" kern="0" dirty="0"/>
              <a:t>이다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ECDD45-919C-7566-F76E-9C0D49DED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1527237"/>
            <a:ext cx="4019550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9580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EB8F8-B0D9-705C-74BC-ECAD471F8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366729-F726-75F5-0172-6C7BEF8E1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03C50-C32B-952D-8FC4-82AA1876842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UART1</a:t>
            </a:r>
            <a:r>
              <a:rPr lang="ko-KR" altLang="en-US" b="0" i="0" kern="0" dirty="0"/>
              <a:t>과 연결되어 있는 터미널</a:t>
            </a:r>
            <a:r>
              <a:rPr lang="en-US" altLang="ko-KR" b="0" i="0" kern="0" dirty="0"/>
              <a:t>(</a:t>
            </a:r>
            <a:r>
              <a:rPr lang="en-US" altLang="ko-KR" b="0" i="0" kern="0" dirty="0" err="1"/>
              <a:t>Teraterm</a:t>
            </a:r>
            <a:r>
              <a:rPr lang="en-US" altLang="ko-KR" b="0" i="0" kern="0" dirty="0"/>
              <a:t>) </a:t>
            </a:r>
            <a:r>
              <a:rPr lang="ko-KR" altLang="en-US" b="0" i="0" kern="0" dirty="0"/>
              <a:t>종료</a:t>
            </a:r>
            <a:r>
              <a:rPr lang="en-US" altLang="ko-KR" b="0" i="0" kern="0" dirty="0"/>
              <a:t>.</a:t>
            </a:r>
          </a:p>
          <a:p>
            <a:r>
              <a:rPr lang="en-US" altLang="ko-KR" b="0" i="0" kern="0" dirty="0"/>
              <a:t>Mango-M32F4</a:t>
            </a:r>
            <a:r>
              <a:rPr lang="ko-KR" altLang="en-US" b="0" i="0" kern="0" dirty="0"/>
              <a:t>를 다운로드 모드로 설정하고 </a:t>
            </a:r>
            <a:r>
              <a:rPr lang="en-US" altLang="ko-KR" b="0" i="0" kern="0" dirty="0"/>
              <a:t>SW3 </a:t>
            </a:r>
            <a:r>
              <a:rPr lang="ko-KR" altLang="en-US" b="0" i="0" kern="0" dirty="0"/>
              <a:t>리셋 키를 누른다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6C9064-0094-7603-2C7D-8DA73C19F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1700808"/>
            <a:ext cx="4951264" cy="4650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6E5B50-7D70-E392-6D79-FECDCABBF39D}"/>
              </a:ext>
            </a:extLst>
          </p:cNvPr>
          <p:cNvSpPr txBox="1"/>
          <p:nvPr/>
        </p:nvSpPr>
        <p:spPr>
          <a:xfrm>
            <a:off x="3419872" y="2612570"/>
            <a:ext cx="6460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UART1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19ECF6-1116-AE34-AFA6-4F7A662D5957}"/>
              </a:ext>
            </a:extLst>
          </p:cNvPr>
          <p:cNvSpPr txBox="1"/>
          <p:nvPr/>
        </p:nvSpPr>
        <p:spPr>
          <a:xfrm>
            <a:off x="6004177" y="2397126"/>
            <a:ext cx="11776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5V/2A </a:t>
            </a:r>
            <a:r>
              <a:rPr lang="ko-KR" altLang="en-US" i="0" dirty="0">
                <a:solidFill>
                  <a:schemeClr val="tx1"/>
                </a:solidFill>
              </a:rPr>
              <a:t>어댑터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95EBF3-EE4E-B875-3DC1-B6A4A26237DE}"/>
              </a:ext>
            </a:extLst>
          </p:cNvPr>
          <p:cNvSpPr/>
          <p:nvPr/>
        </p:nvSpPr>
        <p:spPr>
          <a:xfrm>
            <a:off x="5364088" y="5154235"/>
            <a:ext cx="476491" cy="3374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4C078E-58B6-30BA-4A63-AC437C11D918}"/>
              </a:ext>
            </a:extLst>
          </p:cNvPr>
          <p:cNvSpPr txBox="1"/>
          <p:nvPr/>
        </p:nvSpPr>
        <p:spPr>
          <a:xfrm>
            <a:off x="6677114" y="5169563"/>
            <a:ext cx="1046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Boot Switch</a:t>
            </a:r>
          </a:p>
          <a:p>
            <a:r>
              <a:rPr lang="en-US" altLang="ko-KR" i="0" dirty="0">
                <a:solidFill>
                  <a:schemeClr val="tx1"/>
                </a:solidFill>
              </a:rPr>
              <a:t>D/L ON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EC58727-6920-FE13-F961-F8EA5BD77784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5940152" y="5338840"/>
            <a:ext cx="736962" cy="0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EC2D03-6E19-E4A6-8392-F7069ABB12ED}"/>
              </a:ext>
            </a:extLst>
          </p:cNvPr>
          <p:cNvSpPr/>
          <p:nvPr/>
        </p:nvSpPr>
        <p:spPr>
          <a:xfrm>
            <a:off x="5632840" y="5679588"/>
            <a:ext cx="317661" cy="3374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69B26F-AFD8-A840-215E-3EE2BDEE655E}"/>
              </a:ext>
            </a:extLst>
          </p:cNvPr>
          <p:cNvSpPr txBox="1"/>
          <p:nvPr/>
        </p:nvSpPr>
        <p:spPr>
          <a:xfrm>
            <a:off x="6716158" y="5793355"/>
            <a:ext cx="8801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Reset Key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2F7A5EBE-FF7A-B60F-C266-52021686865E}"/>
              </a:ext>
            </a:extLst>
          </p:cNvPr>
          <p:cNvCxnSpPr>
            <a:cxnSpLocks/>
          </p:cNvCxnSpPr>
          <p:nvPr/>
        </p:nvCxnSpPr>
        <p:spPr>
          <a:xfrm>
            <a:off x="5950501" y="5852930"/>
            <a:ext cx="753626" cy="51285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3445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7C8EA-5B76-B9FE-2718-FF4194FC1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F627A1-0438-7FD4-5D1A-8D9C8061E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FC5C7-F9E8-AC5B-7724-DEF00CDA8679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를 실행한다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C216B6-DF00-DAF3-FDCC-C920F241D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236" y="1779148"/>
            <a:ext cx="6077527" cy="417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3332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0555B-A049-96B7-66E3-7F5E4A6B6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C8FD58-E78F-6B6F-48D2-7EB4DCE35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3F0F8-B472-1E25-8E3D-2860C743EBBE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 err="1"/>
              <a:t>빌드된</a:t>
            </a:r>
            <a:r>
              <a:rPr lang="ko-KR" altLang="en-US" b="0" i="0" kern="0" dirty="0"/>
              <a:t> </a:t>
            </a:r>
            <a:r>
              <a:rPr lang="en-US" altLang="ko-KR" b="0" i="0" kern="0" dirty="0"/>
              <a:t>BIN </a:t>
            </a:r>
            <a:r>
              <a:rPr lang="ko-KR" altLang="en-US" b="0" i="0" kern="0" dirty="0"/>
              <a:t>파일을 열어서 다운로드한다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4" name="그림 3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8528A2-FEF8-6E34-E9FF-0F44A8136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236" y="1756934"/>
            <a:ext cx="6077528" cy="417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2970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F35C2-2AD7-852D-6159-B05B89F7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0C3BDC-9F83-EF64-5876-F826FA702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실행결과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47A88-C400-298E-C351-D677F1A205D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의 </a:t>
            </a:r>
            <a:r>
              <a:rPr lang="en-US" altLang="ko-KR" b="0" i="0" kern="0" dirty="0"/>
              <a:t>COM Port</a:t>
            </a:r>
            <a:r>
              <a:rPr lang="ko-KR" altLang="en-US" b="0" i="0" kern="0" dirty="0"/>
              <a:t>를 연결해제하고 터미널</a:t>
            </a:r>
            <a:r>
              <a:rPr lang="en-US" altLang="ko-KR" b="0" i="0" kern="0" dirty="0"/>
              <a:t>(</a:t>
            </a:r>
            <a:r>
              <a:rPr lang="en-US" altLang="ko-KR" b="0" i="0" kern="0" dirty="0" err="1"/>
              <a:t>Teraterm</a:t>
            </a:r>
            <a:r>
              <a:rPr lang="en-US" altLang="ko-KR" b="0" i="0" kern="0" dirty="0"/>
              <a:t>)</a:t>
            </a:r>
            <a:r>
              <a:rPr lang="ko-KR" altLang="en-US" b="0" i="0" kern="0" dirty="0"/>
              <a:t>을 실행한다</a:t>
            </a:r>
            <a:r>
              <a:rPr lang="en-US" altLang="ko-KR" b="0" i="0" kern="0" dirty="0"/>
              <a:t>.</a:t>
            </a:r>
          </a:p>
          <a:p>
            <a:r>
              <a:rPr lang="en-US" altLang="ko-KR" b="0" i="0" kern="0" dirty="0"/>
              <a:t>Mango-M32F4</a:t>
            </a:r>
            <a:r>
              <a:rPr lang="ko-KR" altLang="en-US" b="0" i="0" kern="0" dirty="0"/>
              <a:t>를 실행모드로 설정하고 </a:t>
            </a:r>
            <a:r>
              <a:rPr lang="en-US" altLang="ko-KR" b="0" i="0" kern="0" dirty="0"/>
              <a:t>SW3 </a:t>
            </a:r>
            <a:r>
              <a:rPr lang="ko-KR" altLang="en-US" b="0" i="0" kern="0" dirty="0"/>
              <a:t>리셋 키를 누른다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04285CD-1D16-BA52-840C-ED41FFC5F99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19578" y="2348880"/>
            <a:ext cx="4380614" cy="345643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78162E5-DE37-4F82-2806-047EC174F05F}"/>
              </a:ext>
            </a:extLst>
          </p:cNvPr>
          <p:cNvSpPr/>
          <p:nvPr/>
        </p:nvSpPr>
        <p:spPr>
          <a:xfrm>
            <a:off x="5130612" y="4797153"/>
            <a:ext cx="318977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1B7CA7-AE71-97B0-00EF-EC3B81136746}"/>
              </a:ext>
            </a:extLst>
          </p:cNvPr>
          <p:cNvSpPr/>
          <p:nvPr/>
        </p:nvSpPr>
        <p:spPr>
          <a:xfrm>
            <a:off x="5364088" y="5301208"/>
            <a:ext cx="318977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70249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39561-4C2C-1B02-BC34-D7BED381F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F951F6-AFDE-C24D-9F86-A4ABD6D21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실행결과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2F5F4-E7A5-8865-2DCF-EAD1BA11D3F8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J13 USB DEVICE</a:t>
            </a:r>
            <a:r>
              <a:rPr lang="ko-KR" altLang="en-US" b="0" i="0" kern="0" dirty="0"/>
              <a:t>에 </a:t>
            </a:r>
            <a:r>
              <a:rPr lang="en-US" altLang="ko-KR" b="0" i="0" kern="0" dirty="0"/>
              <a:t>mini Type B</a:t>
            </a:r>
            <a:r>
              <a:rPr lang="ko-KR" altLang="en-US" b="0" i="0" kern="0" dirty="0"/>
              <a:t>를 연결한다</a:t>
            </a:r>
            <a:r>
              <a:rPr lang="en-US" altLang="ko-KR" b="0" i="0" kern="0" dirty="0"/>
              <a:t>. PC HID Demo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LED </a:t>
            </a:r>
            <a:r>
              <a:rPr lang="ko-KR" altLang="en-US" b="0" i="0" kern="0" dirty="0"/>
              <a:t>조작이 되는지 확인한다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7B71C10-DB55-EFD7-58D5-B360FD3BD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696458"/>
            <a:ext cx="7367165" cy="432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7894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FB519-87EB-24A2-700B-8ABF2CFC4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084340-0538-78E1-BC7F-64E62CE9B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실행결과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85FD0-C097-D505-AEEF-8ECE2877EA1D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KEY</a:t>
            </a:r>
            <a:r>
              <a:rPr lang="ko-KR" altLang="en-US" b="0" i="0" kern="0" dirty="0"/>
              <a:t>를 눌렀을 때 </a:t>
            </a:r>
            <a:r>
              <a:rPr lang="en-US" altLang="ko-KR" b="0" i="0" kern="0" dirty="0"/>
              <a:t>HID Demo</a:t>
            </a:r>
            <a:r>
              <a:rPr lang="ko-KR" altLang="en-US" b="0" i="0" kern="0" dirty="0"/>
              <a:t>에 반영이 되는지 확인한다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20047A4-D5A4-1B3A-7B5A-3B62AAA37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65" y="1412776"/>
            <a:ext cx="7631385" cy="446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229402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Tahoma"/>
        <a:ea typeface="굴림"/>
        <a:cs typeface=""/>
      </a:majorFont>
      <a:minorFont>
        <a:latin typeface="Tahom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18205</TotalTime>
  <Words>1523</Words>
  <Application>Microsoft Office PowerPoint</Application>
  <PresentationFormat>화면 슬라이드 쇼(4:3)</PresentationFormat>
  <Paragraphs>287</Paragraphs>
  <Slides>37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5" baseType="lpstr">
      <vt:lpstr>굴림</vt:lpstr>
      <vt:lpstr>Arial</vt:lpstr>
      <vt:lpstr>Century Gothic</vt:lpstr>
      <vt:lpstr>Tahoma</vt:lpstr>
      <vt:lpstr>Verdana</vt:lpstr>
      <vt:lpstr>Wingdings</vt:lpstr>
      <vt:lpstr>Wingdings 2</vt:lpstr>
      <vt:lpstr>디자인 사용자 지정</vt:lpstr>
      <vt:lpstr>USB Device 실습</vt:lpstr>
      <vt:lpstr>USB Device HID Demo</vt:lpstr>
      <vt:lpstr>USB Device HID Demo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BIN 파일 생성 설정</vt:lpstr>
      <vt:lpstr>BIN 파일 생성 설정</vt:lpstr>
      <vt:lpstr>Code 수정 </vt:lpstr>
      <vt:lpstr>Code 수정 </vt:lpstr>
      <vt:lpstr>Code 수정 </vt:lpstr>
      <vt:lpstr>Code 수정 </vt:lpstr>
      <vt:lpstr>Code 수정 </vt:lpstr>
      <vt:lpstr>Code 수정 </vt:lpstr>
      <vt:lpstr>Code 수정 </vt:lpstr>
      <vt:lpstr>Build </vt:lpstr>
      <vt:lpstr>Build 결과물 </vt:lpstr>
      <vt:lpstr>BIN 다운로드 </vt:lpstr>
      <vt:lpstr>BIN 다운로드 </vt:lpstr>
      <vt:lpstr>BIN 다운로드 </vt:lpstr>
      <vt:lpstr>실행결과 </vt:lpstr>
      <vt:lpstr>실행결과 </vt:lpstr>
      <vt:lpstr>실행결과 </vt:lpstr>
    </vt:vector>
  </TitlesOfParts>
  <Company>마케팅팀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김정남</dc:creator>
  <cp:lastModifiedBy>홍기 최</cp:lastModifiedBy>
  <cp:revision>653</cp:revision>
  <dcterms:created xsi:type="dcterms:W3CDTF">2006-02-08T03:00:46Z</dcterms:created>
  <dcterms:modified xsi:type="dcterms:W3CDTF">2026-01-19T05:47:01Z</dcterms:modified>
</cp:coreProperties>
</file>