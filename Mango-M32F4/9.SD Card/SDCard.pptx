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308" r:id="rId2"/>
    <p:sldId id="332" r:id="rId3"/>
    <p:sldId id="352" r:id="rId4"/>
    <p:sldId id="349" r:id="rId5"/>
    <p:sldId id="354" r:id="rId6"/>
    <p:sldId id="379" r:id="rId7"/>
    <p:sldId id="395" r:id="rId8"/>
    <p:sldId id="353" r:id="rId9"/>
    <p:sldId id="356" r:id="rId10"/>
    <p:sldId id="394" r:id="rId11"/>
    <p:sldId id="396" r:id="rId12"/>
    <p:sldId id="397" r:id="rId13"/>
    <p:sldId id="398" r:id="rId14"/>
    <p:sldId id="363" r:id="rId15"/>
    <p:sldId id="364" r:id="rId16"/>
    <p:sldId id="365" r:id="rId17"/>
    <p:sldId id="367" r:id="rId18"/>
    <p:sldId id="368" r:id="rId19"/>
    <p:sldId id="369" r:id="rId20"/>
    <p:sldId id="370" r:id="rId21"/>
    <p:sldId id="399" r:id="rId22"/>
    <p:sldId id="401" r:id="rId23"/>
    <p:sldId id="372" r:id="rId24"/>
    <p:sldId id="373" r:id="rId25"/>
    <p:sldId id="374" r:id="rId26"/>
    <p:sldId id="375" r:id="rId27"/>
    <p:sldId id="376" r:id="rId28"/>
    <p:sldId id="377" r:id="rId29"/>
    <p:sldId id="378" r:id="rId30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SD Card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–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6382-498F-263C-23B3-64230890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3017F-B1FA-C3F2-CD68-1B3190C9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3C15-A09A-A359-9AEA-794DD4C210F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 Card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sz="1400" b="0" i="0" kern="0" dirty="0"/>
              <a:t>SD Card : SDIO_D0-PC8, SDIO_D1-PC9, SDIO2-PC10, SDIO3-PC11, SDIO_CLK-PC12, SDCARD_DETECT-PC13, SDIO_CMD-PD2</a:t>
            </a:r>
          </a:p>
          <a:p>
            <a:endParaRPr lang="en-US" altLang="ko-KR" b="0" i="0" kern="0" dirty="0"/>
          </a:p>
        </p:txBody>
      </p:sp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D651F9-7E3B-EE01-A86F-F26425E0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06" y="2132856"/>
            <a:ext cx="76581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8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59C3-7BB8-D15E-B40E-B61F1E8E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388F-4CF3-D847-6350-C8B3CAD6F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5C04-ECA7-C84C-CB51-5B21684B631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400" b="0" i="0" kern="0" dirty="0"/>
              <a:t>SDCARD_DETECT-PC13, GPIO_INPUT</a:t>
            </a:r>
            <a:r>
              <a:rPr lang="ko-KR" altLang="en-US" sz="1400" b="0" i="0" kern="0" dirty="0"/>
              <a:t>으로 설정</a:t>
            </a:r>
            <a:endParaRPr lang="en-US" altLang="ko-KR" sz="1400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A455ED-0C41-F20F-0EE7-E3497DE7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052735"/>
            <a:ext cx="5544616" cy="526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83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194D-AC2F-A3A4-878C-82584FDA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A3D2F-38A0-125A-B05B-68330C17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A36C4-D115-2102-3F5D-81E3B92A093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SDIO -&gt; SD 4 bits Wide bus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r>
              <a:rPr lang="en-US" altLang="ko-KR" b="0" i="0" kern="0" dirty="0"/>
              <a:t>DMA Settings -&gt; Add -&gt; SDIO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68A7EB-9543-1B22-D690-FB36F158B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12776"/>
            <a:ext cx="5964255" cy="497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7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06A4-7000-742F-4C9E-97C3C875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CAE48-0B13-F752-01EF-52A0903B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6337-1509-7DFA-DB32-3B794656151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NVIC Settings -&gt; SDIO global interrupt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5ED23B-BCC8-C987-F1F7-5E9C81D73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57" y="1685109"/>
            <a:ext cx="7596336" cy="355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4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C602-5BB6-9606-6B39-CB8F3C77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2D6C5-9A52-7665-A50C-8E7F7539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B8E6-8696-98BB-251B-58CF5411509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Middleware and Software Packs-&gt;FATFS-&gt;SD Card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r>
              <a:rPr lang="en-US" altLang="ko-KR" b="0" i="0" kern="0" dirty="0"/>
              <a:t>Advanced Settings -&gt; Use </a:t>
            </a:r>
            <a:r>
              <a:rPr lang="en-US" altLang="ko-KR" b="0" i="0" kern="0" dirty="0" err="1"/>
              <a:t>dma</a:t>
            </a:r>
            <a:r>
              <a:rPr lang="en-US" altLang="ko-KR" b="0" i="0" kern="0" dirty="0"/>
              <a:t> template -&gt; Enabled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A556A1-D4C2-6B11-B7D5-AE2C6C4E2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53" y="1844824"/>
            <a:ext cx="7668344" cy="42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96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C1057-B8F3-7FCA-45DD-5039E27D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2423C-2CC7-3686-4EF2-F8960CD9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97E7-2633-1CF7-1252-2C65043F3FC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Platform Settings -&gt; </a:t>
            </a:r>
            <a:r>
              <a:rPr lang="en-US" altLang="ko-KR" b="0" i="0" kern="0" dirty="0" err="1"/>
              <a:t>Detect_SDIO</a:t>
            </a:r>
            <a:r>
              <a:rPr lang="en-US" altLang="ko-KR" b="0" i="0" kern="0" dirty="0"/>
              <a:t> -&gt; PC13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26DCC-F28D-FE20-60E4-357F9B2A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25" y="2060848"/>
            <a:ext cx="8172400" cy="358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–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1510B-D825-CBB8-1283-3BACCE5F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43" y="2564904"/>
            <a:ext cx="7707364" cy="159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SD Card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B5AB3-6096-11B3-3909-DEEBE7D1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1603026"/>
            <a:ext cx="5665589" cy="213134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984311-79DC-F6BF-2573-B0E54D51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07" y="3786060"/>
            <a:ext cx="5665589" cy="25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DC1-6E51-567E-B3E9-1159E89F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E4BA-79F0-7194-2E3D-A689708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FED4-2C22-7B01-0B57-594C7185BD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2900" b="0" i="0" kern="0" dirty="0"/>
              <a:t>SD card mount / format </a:t>
            </a:r>
            <a:r>
              <a:rPr lang="ko-KR" altLang="en-US" sz="2900" b="0" i="0" kern="0" dirty="0"/>
              <a:t>함수 추가</a:t>
            </a:r>
            <a:endParaRPr lang="en-US" altLang="ko-KR" sz="2900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FIL </a:t>
            </a:r>
            <a:r>
              <a:rPr lang="en-US" altLang="ko-KR" sz="1400" b="0" i="0" dirty="0" err="1"/>
              <a:t>MyFile</a:t>
            </a:r>
            <a:r>
              <a:rPr lang="en-US" altLang="ko-KR" sz="1400" b="0" i="0" dirty="0"/>
              <a:t>;     /* File object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void </a:t>
            </a:r>
            <a:r>
              <a:rPr lang="en-US" altLang="ko-KR" sz="1400" b="0" i="0" dirty="0" err="1"/>
              <a:t>SDMMC_Initialization</a:t>
            </a:r>
            <a:r>
              <a:rPr lang="en-US" altLang="ko-KR" sz="1400" b="0" i="0" dirty="0"/>
              <a:t>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    /*##-1- Register the file system object to the </a:t>
            </a:r>
            <a:r>
              <a:rPr lang="en-US" altLang="ko-KR" sz="1400" b="0" i="0" dirty="0" err="1"/>
              <a:t>FatFs</a:t>
            </a:r>
            <a:r>
              <a:rPr lang="en-US" altLang="ko-KR" sz="1400" b="0" i="0" dirty="0"/>
              <a:t> module ##############*/</a:t>
            </a:r>
          </a:p>
          <a:p>
            <a:pPr marL="0" indent="0">
              <a:buNone/>
            </a:pPr>
            <a:r>
              <a:rPr lang="en-US" altLang="ko-KR" sz="1400" b="0" i="0" dirty="0"/>
              <a:t>    if(</a:t>
            </a:r>
            <a:r>
              <a:rPr lang="en-US" altLang="ko-KR" sz="1400" b="0" i="0" dirty="0" err="1"/>
              <a:t>f_mount</a:t>
            </a:r>
            <a:r>
              <a:rPr lang="en-US" altLang="ko-KR" sz="1400" b="0" i="0" dirty="0"/>
              <a:t>(&amp;</a:t>
            </a:r>
            <a:r>
              <a:rPr lang="en-US" altLang="ko-KR" sz="1400" b="0" i="0" dirty="0" err="1"/>
              <a:t>SDFatFS</a:t>
            </a:r>
            <a:r>
              <a:rPr lang="en-US" altLang="ko-KR" sz="1400" b="0" i="0" dirty="0"/>
              <a:t>, (TCHAR const*)</a:t>
            </a:r>
            <a:r>
              <a:rPr lang="en-US" altLang="ko-KR" sz="1400" b="0" i="0" dirty="0" err="1"/>
              <a:t>SDPath</a:t>
            </a:r>
            <a:r>
              <a:rPr lang="en-US" altLang="ko-KR" sz="1400" b="0" i="0" dirty="0"/>
              <a:t>, 0) != FR_OK)</a:t>
            </a:r>
          </a:p>
          <a:p>
            <a:pPr marL="0" indent="0">
              <a:buNone/>
            </a:pPr>
            <a:r>
              <a:rPr lang="en-US" altLang="ko-KR" sz="1400" b="0" i="0" dirty="0"/>
              <a:t>    {</a:t>
            </a:r>
          </a:p>
          <a:p>
            <a:pPr marL="0" indent="0">
              <a:buNone/>
            </a:pPr>
            <a:r>
              <a:rPr lang="en-US" altLang="ko-KR" sz="1400" b="0" i="0" dirty="0"/>
              <a:t>    	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("Error </a:t>
            </a:r>
            <a:r>
              <a:rPr lang="en-US" altLang="ko-KR" sz="1400" b="0" i="0" dirty="0" err="1"/>
              <a:t>f_mount</a:t>
            </a:r>
            <a:r>
              <a:rPr lang="en-US" altLang="ko-KR" sz="1400" b="0" i="0" dirty="0"/>
              <a:t> !!\r\n");</a:t>
            </a:r>
          </a:p>
          <a:p>
            <a:pPr marL="0" indent="0">
              <a:buNone/>
            </a:pPr>
            <a:r>
              <a:rPr lang="en-US" altLang="ko-KR" sz="14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400" b="0" i="0" dirty="0"/>
              <a:t>    }</a:t>
            </a:r>
          </a:p>
          <a:p>
            <a:pPr marL="0" indent="0">
              <a:buNone/>
            </a:pPr>
            <a:r>
              <a:rPr lang="en-US" altLang="ko-KR" sz="1400" b="0" i="0" dirty="0"/>
              <a:t>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</a:t>
            </a:r>
            <a:r>
              <a:rPr lang="en-US" altLang="ko-KR" sz="1400" b="0" i="0" dirty="0" err="1"/>
              <a:t>f_mount</a:t>
            </a:r>
            <a:r>
              <a:rPr lang="en-US" altLang="ko-KR" sz="1400" b="0" i="0" dirty="0"/>
              <a:t> OK\r\n");</a:t>
            </a:r>
          </a:p>
          <a:p>
            <a:pPr marL="0" indent="0">
              <a:buNone/>
            </a:pPr>
            <a:r>
              <a:rPr lang="en-US" altLang="ko-KR" sz="1400" b="0" i="0" dirty="0"/>
              <a:t>}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int </a:t>
            </a:r>
            <a:r>
              <a:rPr lang="en-US" altLang="ko-KR" sz="1400" b="0" i="0" dirty="0" err="1"/>
              <a:t>SDMMC_Format</a:t>
            </a:r>
            <a:r>
              <a:rPr lang="en-US" altLang="ko-KR" sz="1400" b="0" i="0" dirty="0"/>
              <a:t>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	static uint8_t </a:t>
            </a:r>
            <a:r>
              <a:rPr lang="en-US" altLang="ko-KR" sz="1400" b="0" i="0" dirty="0" err="1"/>
              <a:t>workBuffer</a:t>
            </a:r>
            <a:r>
              <a:rPr lang="en-US" altLang="ko-KR" sz="1400" b="0" i="0" dirty="0"/>
              <a:t>[4096];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  /* ## Create a FAT file system (format) on the logical drive ######### */</a:t>
            </a:r>
          </a:p>
          <a:p>
            <a:pPr marL="0" indent="0">
              <a:buNone/>
            </a:pPr>
            <a:r>
              <a:rPr lang="en-US" altLang="ko-KR" sz="1400" b="0" i="0" dirty="0"/>
              <a:t>    /* WARNING: Formatting the uSD card will delete all content on the device */</a:t>
            </a:r>
          </a:p>
          <a:p>
            <a:pPr marL="0" indent="0">
              <a:buNone/>
            </a:pPr>
            <a:r>
              <a:rPr lang="en-US" altLang="ko-KR" sz="1400" b="0" i="0" dirty="0"/>
              <a:t>    if(</a:t>
            </a:r>
            <a:r>
              <a:rPr lang="en-US" altLang="ko-KR" sz="1400" b="0" i="0" dirty="0" err="1"/>
              <a:t>f_mkfs</a:t>
            </a:r>
            <a:r>
              <a:rPr lang="en-US" altLang="ko-KR" sz="1400" b="0" i="0" dirty="0"/>
              <a:t>((TCHAR const*)</a:t>
            </a:r>
            <a:r>
              <a:rPr lang="en-US" altLang="ko-KR" sz="1400" b="0" i="0" dirty="0" err="1"/>
              <a:t>SDPath</a:t>
            </a:r>
            <a:r>
              <a:rPr lang="en-US" altLang="ko-KR" sz="1400" b="0" i="0" dirty="0"/>
              <a:t>, FM_ANY, 0, </a:t>
            </a:r>
            <a:r>
              <a:rPr lang="en-US" altLang="ko-KR" sz="1400" b="0" i="0" dirty="0" err="1"/>
              <a:t>workBuffer</a:t>
            </a:r>
            <a:r>
              <a:rPr lang="en-US" altLang="ko-KR" sz="1400" b="0" i="0" dirty="0"/>
              <a:t>, </a:t>
            </a:r>
            <a:r>
              <a:rPr lang="en-US" altLang="ko-KR" sz="1400" b="0" i="0" dirty="0" err="1"/>
              <a:t>sizeof</a:t>
            </a:r>
            <a:r>
              <a:rPr lang="en-US" altLang="ko-KR" sz="1400" b="0" i="0" dirty="0"/>
              <a:t>(</a:t>
            </a:r>
            <a:r>
              <a:rPr lang="en-US" altLang="ko-KR" sz="1400" b="0" i="0" dirty="0" err="1"/>
              <a:t>workBuffer</a:t>
            </a:r>
            <a:r>
              <a:rPr lang="en-US" altLang="ko-KR" sz="1400" b="0" i="0" dirty="0"/>
              <a:t>)) == FR_OK)</a:t>
            </a:r>
          </a:p>
          <a:p>
            <a:pPr marL="0" indent="0">
              <a:buNone/>
            </a:pPr>
            <a:r>
              <a:rPr lang="en-US" altLang="ko-KR" sz="1400" b="0" i="0" dirty="0"/>
              <a:t>    {</a:t>
            </a:r>
          </a:p>
          <a:p>
            <a:pPr marL="0" indent="0">
              <a:buNone/>
            </a:pPr>
            <a:r>
              <a:rPr lang="en-US" altLang="ko-KR" sz="1400" b="0" i="0" dirty="0"/>
              <a:t>    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("SDMMC Card Format OK\r\n");</a:t>
            </a:r>
          </a:p>
          <a:p>
            <a:pPr marL="0" indent="0">
              <a:buNone/>
            </a:pPr>
            <a:r>
              <a:rPr lang="en-US" altLang="ko-KR" sz="14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400" b="0" i="0" dirty="0"/>
              <a:t>    }</a:t>
            </a:r>
          </a:p>
          <a:p>
            <a:pPr marL="0" indent="0">
              <a:buNone/>
            </a:pPr>
            <a:r>
              <a:rPr lang="en-US" altLang="ko-KR" sz="1400" b="0" i="0" dirty="0"/>
              <a:t>    else</a:t>
            </a:r>
          </a:p>
          <a:p>
            <a:pPr marL="0" indent="0">
              <a:buNone/>
            </a:pPr>
            <a:r>
              <a:rPr lang="en-US" altLang="ko-KR" sz="1400" b="0" i="0" dirty="0"/>
              <a:t>    {</a:t>
            </a:r>
          </a:p>
          <a:p>
            <a:pPr marL="0" indent="0">
              <a:buNone/>
            </a:pPr>
            <a:r>
              <a:rPr lang="en-US" altLang="ko-KR" sz="1400" b="0" i="0" dirty="0"/>
              <a:t>    	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("Error </a:t>
            </a:r>
            <a:r>
              <a:rPr lang="en-US" altLang="ko-KR" sz="1400" b="0" i="0" dirty="0" err="1"/>
              <a:t>FatFs</a:t>
            </a:r>
            <a:r>
              <a:rPr lang="en-US" altLang="ko-KR" sz="1400" b="0" i="0" dirty="0"/>
              <a:t> Format Error !!\r\n");</a:t>
            </a:r>
          </a:p>
          <a:p>
            <a:pPr marL="0" indent="0">
              <a:buNone/>
            </a:pPr>
            <a:r>
              <a:rPr lang="en-US" altLang="ko-KR" sz="1400" b="0" i="0" dirty="0"/>
              <a:t>        return -1;</a:t>
            </a:r>
          </a:p>
          <a:p>
            <a:pPr marL="0" indent="0">
              <a:buNone/>
            </a:pPr>
            <a:r>
              <a:rPr lang="en-US" altLang="ko-KR" sz="1400" b="0" i="0" dirty="0"/>
              <a:t>    }</a:t>
            </a:r>
          </a:p>
          <a:p>
            <a:pPr marL="0" indent="0">
              <a:buNone/>
            </a:pPr>
            <a:r>
              <a:rPr lang="en-US" altLang="ko-KR" sz="1400" b="0" i="0" dirty="0"/>
              <a:t>}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923717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F876-4406-B917-6B58-A2C5E51E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2200E-373A-48C3-CA52-DBED0418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32EF-EEB6-2A19-E230-496CE60DDD0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3200" b="0" i="0" kern="0" dirty="0"/>
              <a:t>File open / write / read </a:t>
            </a:r>
            <a:r>
              <a:rPr lang="ko-KR" altLang="en-US" sz="3200" b="0" i="0" kern="0" dirty="0"/>
              <a:t>함수 추가</a:t>
            </a:r>
            <a:endParaRPr lang="en-US" altLang="ko-KR" sz="3200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600" b="0" i="0" dirty="0"/>
              <a:t>void </a:t>
            </a:r>
            <a:r>
              <a:rPr lang="en-US" altLang="ko-KR" sz="1600" b="0" i="0" dirty="0" err="1"/>
              <a:t>SDMMC_Test</a:t>
            </a:r>
            <a:r>
              <a:rPr lang="en-US" altLang="ko-KR" sz="1600" b="0" i="0" dirty="0"/>
              <a:t>(void)</a:t>
            </a:r>
          </a:p>
          <a:p>
            <a:pPr marL="0" indent="0">
              <a:buNone/>
            </a:pPr>
            <a:r>
              <a:rPr lang="en-US" altLang="ko-KR" sz="1600" b="0" i="0" dirty="0"/>
              <a:t>{</a:t>
            </a:r>
          </a:p>
          <a:p>
            <a:pPr marL="0" indent="0">
              <a:buNone/>
            </a:pPr>
            <a:r>
              <a:rPr lang="en-US" altLang="ko-KR" sz="1600" b="0" i="0" dirty="0"/>
              <a:t>    </a:t>
            </a:r>
            <a:r>
              <a:rPr lang="en-US" altLang="ko-KR" sz="1600" b="0" i="0" dirty="0" err="1"/>
              <a:t>SDMMC_Initialization</a:t>
            </a:r>
            <a:r>
              <a:rPr lang="en-US" altLang="ko-KR" sz="1600" b="0" i="0" dirty="0"/>
              <a:t>();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1600" b="0" i="0" dirty="0"/>
              <a:t>    if(</a:t>
            </a:r>
            <a:r>
              <a:rPr lang="en-US" altLang="ko-KR" sz="1600" b="0" i="0" dirty="0" err="1"/>
              <a:t>SDMMC_Format</a:t>
            </a:r>
            <a:r>
              <a:rPr lang="en-US" altLang="ko-KR" sz="1600" b="0" i="0" dirty="0"/>
              <a:t>() &lt; 0)</a:t>
            </a:r>
          </a:p>
          <a:p>
            <a:pPr marL="0" indent="0">
              <a:buNone/>
            </a:pPr>
            <a:r>
              <a:rPr lang="en-US" altLang="ko-KR" sz="1600" b="0" i="0" dirty="0"/>
              <a:t>    {</a:t>
            </a:r>
          </a:p>
          <a:p>
            <a:pPr marL="0" indent="0">
              <a:buNone/>
            </a:pPr>
            <a:r>
              <a:rPr lang="en-US" altLang="ko-KR" sz="1600" b="0" i="0" dirty="0"/>
              <a:t>  	</a:t>
            </a:r>
            <a:r>
              <a:rPr lang="en-US" altLang="ko-KR" sz="1600" b="0" i="0" dirty="0" err="1"/>
              <a:t>printf</a:t>
            </a:r>
            <a:r>
              <a:rPr lang="en-US" altLang="ko-KR" sz="1600" b="0" i="0" dirty="0"/>
              <a:t>("Error Format !!\r\n");</a:t>
            </a:r>
          </a:p>
          <a:p>
            <a:pPr marL="0" indent="0">
              <a:buNone/>
            </a:pPr>
            <a:r>
              <a:rPr lang="en-US" altLang="ko-KR" sz="16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600" b="0" i="0" dirty="0"/>
              <a:t>    }</a:t>
            </a:r>
          </a:p>
          <a:p>
            <a:pPr marL="0" indent="0">
              <a:buNone/>
            </a:pPr>
            <a:r>
              <a:rPr lang="en-US" altLang="ko-KR" sz="1600" b="0" i="0" dirty="0"/>
              <a:t>    if(</a:t>
            </a:r>
            <a:r>
              <a:rPr lang="en-US" altLang="ko-KR" sz="1600" b="0" i="0" dirty="0" err="1"/>
              <a:t>f_open</a:t>
            </a:r>
            <a:r>
              <a:rPr lang="en-US" altLang="ko-KR" sz="1600" b="0" i="0" dirty="0"/>
              <a:t>(&amp;</a:t>
            </a:r>
            <a:r>
              <a:rPr lang="en-US" altLang="ko-KR" sz="1600" b="0" i="0" dirty="0" err="1"/>
              <a:t>MyFile</a:t>
            </a:r>
            <a:r>
              <a:rPr lang="en-US" altLang="ko-KR" sz="1600" b="0" i="0" dirty="0"/>
              <a:t>, "STM32.TXT", FA_CREATE_ALWAYS | FA_WRITE) != FR_OK)</a:t>
            </a:r>
          </a:p>
          <a:p>
            <a:pPr marL="0" indent="0">
              <a:buNone/>
            </a:pPr>
            <a:r>
              <a:rPr lang="en-US" altLang="ko-KR" sz="1600" b="0" i="0" dirty="0"/>
              <a:t>    {</a:t>
            </a:r>
          </a:p>
          <a:p>
            <a:pPr marL="0" indent="0">
              <a:buNone/>
            </a:pPr>
            <a:r>
              <a:rPr lang="en-US" altLang="ko-KR" sz="16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600" b="0" i="0" dirty="0"/>
              <a:t>    }</a:t>
            </a:r>
          </a:p>
          <a:p>
            <a:pPr marL="0" indent="0">
              <a:buNone/>
            </a:pPr>
            <a:r>
              <a:rPr lang="en-US" altLang="ko-KR" sz="1600" b="0" i="0" dirty="0"/>
              <a:t>    res = </a:t>
            </a:r>
            <a:r>
              <a:rPr lang="en-US" altLang="ko-KR" sz="1600" b="0" i="0" dirty="0" err="1"/>
              <a:t>f_write</a:t>
            </a:r>
            <a:r>
              <a:rPr lang="en-US" altLang="ko-KR" sz="1600" b="0" i="0" dirty="0"/>
              <a:t>(&amp;</a:t>
            </a:r>
            <a:r>
              <a:rPr lang="en-US" altLang="ko-KR" sz="1600" b="0" i="0" dirty="0" err="1"/>
              <a:t>MyFile</a:t>
            </a:r>
            <a:r>
              <a:rPr lang="en-US" altLang="ko-KR" sz="1600" b="0" i="0" dirty="0"/>
              <a:t>, </a:t>
            </a:r>
            <a:r>
              <a:rPr lang="en-US" altLang="ko-KR" sz="1600" b="0" i="0" dirty="0" err="1"/>
              <a:t>wtext</a:t>
            </a:r>
            <a:r>
              <a:rPr lang="en-US" altLang="ko-KR" sz="1600" b="0" i="0" dirty="0"/>
              <a:t>, </a:t>
            </a:r>
            <a:r>
              <a:rPr lang="en-US" altLang="ko-KR" sz="1600" b="0" i="0" dirty="0" err="1"/>
              <a:t>sizeof</a:t>
            </a:r>
            <a:r>
              <a:rPr lang="en-US" altLang="ko-KR" sz="1600" b="0" i="0" dirty="0"/>
              <a:t>(</a:t>
            </a:r>
            <a:r>
              <a:rPr lang="en-US" altLang="ko-KR" sz="1600" b="0" i="0" dirty="0" err="1"/>
              <a:t>wtext</a:t>
            </a:r>
            <a:r>
              <a:rPr lang="en-US" altLang="ko-KR" sz="1600" b="0" i="0" dirty="0"/>
              <a:t>), (void *)&amp;</a:t>
            </a:r>
            <a:r>
              <a:rPr lang="en-US" altLang="ko-KR" sz="1600" b="0" i="0" dirty="0" err="1"/>
              <a:t>byteswritten</a:t>
            </a:r>
            <a:r>
              <a:rPr lang="en-US" altLang="ko-KR" sz="1600" b="0" i="0" dirty="0"/>
              <a:t>);</a:t>
            </a:r>
          </a:p>
          <a:p>
            <a:pPr marL="0" indent="0">
              <a:buNone/>
            </a:pPr>
            <a:r>
              <a:rPr lang="en-US" altLang="ko-KR" sz="1600" b="0" i="0" dirty="0"/>
              <a:t>    if((</a:t>
            </a:r>
            <a:r>
              <a:rPr lang="en-US" altLang="ko-KR" sz="1600" b="0" i="0" dirty="0" err="1"/>
              <a:t>byteswritten</a:t>
            </a:r>
            <a:r>
              <a:rPr lang="en-US" altLang="ko-KR" sz="1600" b="0" i="0" dirty="0"/>
              <a:t> == 0) || (res != FR_OK))</a:t>
            </a:r>
          </a:p>
          <a:p>
            <a:pPr marL="0" indent="0">
              <a:buNone/>
            </a:pPr>
            <a:r>
              <a:rPr lang="en-US" altLang="ko-KR" sz="1600" b="0" i="0" dirty="0"/>
              <a:t>    {</a:t>
            </a:r>
          </a:p>
          <a:p>
            <a:pPr marL="0" indent="0">
              <a:buNone/>
            </a:pPr>
            <a:r>
              <a:rPr lang="en-US" altLang="ko-KR" sz="16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600" b="0" i="0" dirty="0"/>
              <a:t>    }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1600" b="0" i="0" dirty="0"/>
              <a:t>    res = </a:t>
            </a:r>
            <a:r>
              <a:rPr lang="en-US" altLang="ko-KR" sz="1600" b="0" i="0" dirty="0" err="1"/>
              <a:t>f_read</a:t>
            </a:r>
            <a:r>
              <a:rPr lang="en-US" altLang="ko-KR" sz="1600" b="0" i="0" dirty="0"/>
              <a:t>(&amp;</a:t>
            </a:r>
            <a:r>
              <a:rPr lang="en-US" altLang="ko-KR" sz="1600" b="0" i="0" dirty="0" err="1"/>
              <a:t>MyFile</a:t>
            </a:r>
            <a:r>
              <a:rPr lang="en-US" altLang="ko-KR" sz="1600" b="0" i="0" dirty="0"/>
              <a:t>, </a:t>
            </a:r>
            <a:r>
              <a:rPr lang="en-US" altLang="ko-KR" sz="1600" b="0" i="0" dirty="0" err="1"/>
              <a:t>rtext</a:t>
            </a:r>
            <a:r>
              <a:rPr lang="en-US" altLang="ko-KR" sz="1600" b="0" i="0" dirty="0"/>
              <a:t>, </a:t>
            </a:r>
            <a:r>
              <a:rPr lang="en-US" altLang="ko-KR" sz="1600" b="0" i="0" dirty="0" err="1"/>
              <a:t>sizeof</a:t>
            </a:r>
            <a:r>
              <a:rPr lang="en-US" altLang="ko-KR" sz="1600" b="0" i="0" dirty="0"/>
              <a:t>(</a:t>
            </a:r>
            <a:r>
              <a:rPr lang="en-US" altLang="ko-KR" sz="1600" b="0" i="0" dirty="0" err="1"/>
              <a:t>rtext</a:t>
            </a:r>
            <a:r>
              <a:rPr lang="en-US" altLang="ko-KR" sz="1600" b="0" i="0" dirty="0"/>
              <a:t>), (UINT*)&amp;</a:t>
            </a:r>
            <a:r>
              <a:rPr lang="en-US" altLang="ko-KR" sz="1600" b="0" i="0" dirty="0" err="1"/>
              <a:t>bytesread</a:t>
            </a:r>
            <a:r>
              <a:rPr lang="en-US" altLang="ko-KR" sz="1600" b="0" i="0" dirty="0"/>
              <a:t>);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1600" b="0" i="0" dirty="0"/>
              <a:t>    if((</a:t>
            </a:r>
            <a:r>
              <a:rPr lang="en-US" altLang="ko-KR" sz="1600" b="0" i="0" dirty="0" err="1"/>
              <a:t>bytesread</a:t>
            </a:r>
            <a:r>
              <a:rPr lang="en-US" altLang="ko-KR" sz="1600" b="0" i="0" dirty="0"/>
              <a:t> == 0) || (res != FR_OK))</a:t>
            </a:r>
          </a:p>
          <a:p>
            <a:pPr marL="0" indent="0">
              <a:buNone/>
            </a:pPr>
            <a:r>
              <a:rPr lang="en-US" altLang="ko-KR" sz="1600" b="0" i="0" dirty="0"/>
              <a:t>    {</a:t>
            </a:r>
          </a:p>
          <a:p>
            <a:pPr marL="0" indent="0">
              <a:buNone/>
            </a:pPr>
            <a:r>
              <a:rPr lang="en-US" altLang="ko-KR" sz="1600" b="0" i="0" dirty="0"/>
              <a:t>        /* 'STM32.TXT' file Read or EOF Error */</a:t>
            </a:r>
          </a:p>
          <a:p>
            <a:pPr marL="0" indent="0">
              <a:buNone/>
            </a:pPr>
            <a:r>
              <a:rPr lang="en-US" altLang="ko-KR" sz="1600" b="0" i="0" dirty="0"/>
              <a:t>    	</a:t>
            </a:r>
            <a:r>
              <a:rPr lang="en-US" altLang="ko-KR" sz="1600" b="0" i="0" dirty="0" err="1"/>
              <a:t>printf</a:t>
            </a:r>
            <a:r>
              <a:rPr lang="en-US" altLang="ko-KR" sz="1600" b="0" i="0" dirty="0"/>
              <a:t>("Error STM32.TXT file Read or EOF Error !!\r\n");</a:t>
            </a:r>
          </a:p>
          <a:p>
            <a:pPr marL="0" indent="0">
              <a:buNone/>
            </a:pPr>
            <a:r>
              <a:rPr lang="en-US" altLang="ko-KR" sz="16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600" b="0" i="0" dirty="0"/>
              <a:t>    }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1600" b="0" i="0" dirty="0"/>
              <a:t>    if((</a:t>
            </a:r>
            <a:r>
              <a:rPr lang="en-US" altLang="ko-KR" sz="1600" b="0" i="0" dirty="0" err="1"/>
              <a:t>bytesread</a:t>
            </a:r>
            <a:r>
              <a:rPr lang="en-US" altLang="ko-KR" sz="1600" b="0" i="0" dirty="0"/>
              <a:t> != </a:t>
            </a:r>
            <a:r>
              <a:rPr lang="en-US" altLang="ko-KR" sz="1600" b="0" i="0" dirty="0" err="1"/>
              <a:t>byteswritten</a:t>
            </a:r>
            <a:r>
              <a:rPr lang="en-US" altLang="ko-KR" sz="1600" b="0" i="0" dirty="0"/>
              <a:t>))</a:t>
            </a:r>
          </a:p>
          <a:p>
            <a:pPr marL="0" indent="0">
              <a:buNone/>
            </a:pPr>
            <a:r>
              <a:rPr lang="en-US" altLang="ko-KR" sz="1600" b="0" i="0" dirty="0"/>
              <a:t>    {</a:t>
            </a:r>
          </a:p>
          <a:p>
            <a:pPr marL="0" indent="0">
              <a:buNone/>
            </a:pPr>
            <a:r>
              <a:rPr lang="en-US" altLang="ko-KR" sz="1600" b="0" i="0" dirty="0"/>
              <a:t>        return;</a:t>
            </a:r>
          </a:p>
          <a:p>
            <a:pPr marL="0" indent="0">
              <a:buNone/>
            </a:pPr>
            <a:r>
              <a:rPr lang="en-US" altLang="ko-KR" sz="1600" b="0" i="0" dirty="0"/>
              <a:t>    }</a:t>
            </a:r>
          </a:p>
          <a:p>
            <a:pPr marL="0" indent="0">
              <a:buNone/>
            </a:pPr>
            <a:r>
              <a:rPr lang="en-US" altLang="ko-KR" sz="1600" b="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688863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65DD-8BBD-1F6C-1812-73DC05E0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F5E54-67CD-6B18-34B8-75745019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AABB-915F-E781-4883-A509878DE38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 Test </a:t>
            </a:r>
            <a:r>
              <a:rPr lang="ko-KR" altLang="en-US" b="0" i="0" kern="0" dirty="0"/>
              <a:t>루틴 호출 추가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5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500" b="0" i="0" dirty="0"/>
              <a:t>{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HAL_Init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endParaRPr lang="en-US" altLang="ko-KR" sz="1500" b="0" i="0" dirty="0"/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SystemClock_Config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MX_GPIO_Init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MX_DMA_Init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MX_SDIO_SD_Init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MX_USART1_UART_Init();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b="0" i="0" dirty="0" err="1"/>
              <a:t>MX_FATFS_Init</a:t>
            </a:r>
            <a:r>
              <a:rPr lang="en-US" altLang="ko-KR" sz="1500" b="0" i="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/* USER CODE BEGIN 2 */</a:t>
            </a:r>
          </a:p>
          <a:p>
            <a:pPr marL="0" indent="0">
              <a:buNone/>
            </a:pPr>
            <a:r>
              <a:rPr lang="en-US" altLang="ko-KR" sz="1500" b="0" i="0" dirty="0"/>
              <a:t>  </a:t>
            </a:r>
            <a:r>
              <a:rPr lang="en-US" altLang="ko-KR" sz="1500" dirty="0" err="1"/>
              <a:t>SDMMC_Test</a:t>
            </a:r>
            <a:r>
              <a:rPr lang="en-US" altLang="ko-KR" sz="1500" dirty="0"/>
              <a:t>();</a:t>
            </a:r>
          </a:p>
          <a:p>
            <a:pPr marL="0" indent="0">
              <a:buNone/>
            </a:pPr>
            <a:r>
              <a:rPr lang="en-US" altLang="ko-KR" sz="1500" b="0" i="0" dirty="0"/>
              <a:t>  /* USER CODE END 2 */</a:t>
            </a:r>
          </a:p>
          <a:p>
            <a:pPr marL="0" indent="0">
              <a:buNone/>
            </a:pPr>
            <a:endParaRPr lang="en-US" altLang="ko-KR" sz="1500" b="0" i="0" dirty="0"/>
          </a:p>
          <a:p>
            <a:pPr marL="0" indent="0">
              <a:buNone/>
            </a:pPr>
            <a:r>
              <a:rPr lang="en-US" altLang="ko-KR" sz="1500" b="0" i="0" dirty="0"/>
              <a:t>  while (1)</a:t>
            </a:r>
          </a:p>
          <a:p>
            <a:pPr marL="0" indent="0">
              <a:buNone/>
            </a:pPr>
            <a:r>
              <a:rPr lang="en-US" altLang="ko-KR" sz="1500" b="0" i="0" dirty="0"/>
              <a:t>  {</a:t>
            </a:r>
          </a:p>
          <a:p>
            <a:pPr marL="0" indent="0">
              <a:buNone/>
            </a:pPr>
            <a:r>
              <a:rPr lang="en-US" altLang="ko-KR" sz="1500" b="0" i="0" dirty="0"/>
              <a:t>  }</a:t>
            </a:r>
          </a:p>
          <a:p>
            <a:pPr marL="0" indent="0">
              <a:buNone/>
            </a:pPr>
            <a:r>
              <a:rPr lang="en-US" altLang="ko-KR" sz="1500" b="0" i="0" dirty="0"/>
              <a:t>}</a:t>
            </a:r>
            <a:endParaRPr lang="en-US" altLang="ko-KR" sz="1500" b="0" i="0" kern="0" dirty="0"/>
          </a:p>
        </p:txBody>
      </p:sp>
    </p:spTree>
    <p:extLst>
      <p:ext uri="{BB962C8B-B14F-4D97-AF65-F5344CB8AC3E}">
        <p14:creationId xmlns:p14="http://schemas.microsoft.com/office/powerpoint/2010/main" val="391974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12964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SD Card mount / format / write / read </a:t>
            </a:r>
            <a:r>
              <a:rPr lang="ko-KR" altLang="en-US" b="0" i="0" kern="0" dirty="0"/>
              <a:t>결과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0E99D4-3A13-2CC0-9FF9-B0E1491A5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1916832"/>
            <a:ext cx="52863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20927</TotalTime>
  <Words>1097</Words>
  <Application>Microsoft Office PowerPoint</Application>
  <PresentationFormat>화면 슬라이드 쇼(4:3)</PresentationFormat>
  <Paragraphs>207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SD Card 실습</vt:lpstr>
      <vt:lpstr>Project 생성 –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- SD Card</vt:lpstr>
      <vt:lpstr>Project 생성 – SD Card</vt:lpstr>
      <vt:lpstr>Project 생성 - SD Card</vt:lpstr>
      <vt:lpstr>Project 생성 - SD Card</vt:lpstr>
      <vt:lpstr>BIN 파일 생성 설정</vt:lpstr>
      <vt:lpstr>BIN 파일 생성 설정</vt:lpstr>
      <vt:lpstr>Code 수정 </vt:lpstr>
      <vt:lpstr>Code 수정 </vt:lpstr>
      <vt:lpstr>Code 수정 </vt:lpstr>
      <vt:lpstr>Code 수정 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715</cp:revision>
  <dcterms:created xsi:type="dcterms:W3CDTF">2006-02-08T03:00:46Z</dcterms:created>
  <dcterms:modified xsi:type="dcterms:W3CDTF">2026-01-19T02:19:28Z</dcterms:modified>
</cp:coreProperties>
</file>