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8"/>
  </p:notesMasterIdLst>
  <p:handoutMasterIdLst>
    <p:handoutMasterId r:id="rId39"/>
  </p:handoutMasterIdLst>
  <p:sldIdLst>
    <p:sldId id="308" r:id="rId2"/>
    <p:sldId id="332" r:id="rId3"/>
    <p:sldId id="352" r:id="rId4"/>
    <p:sldId id="349" r:id="rId5"/>
    <p:sldId id="354" r:id="rId6"/>
    <p:sldId id="358" r:id="rId7"/>
    <p:sldId id="359" r:id="rId8"/>
    <p:sldId id="355" r:id="rId9"/>
    <p:sldId id="353" r:id="rId10"/>
    <p:sldId id="356" r:id="rId11"/>
    <p:sldId id="361" r:id="rId12"/>
    <p:sldId id="362" r:id="rId13"/>
    <p:sldId id="366" r:id="rId14"/>
    <p:sldId id="379" r:id="rId15"/>
    <p:sldId id="380" r:id="rId16"/>
    <p:sldId id="381" r:id="rId17"/>
    <p:sldId id="363" r:id="rId18"/>
    <p:sldId id="364" r:id="rId19"/>
    <p:sldId id="365" r:id="rId20"/>
    <p:sldId id="367" r:id="rId21"/>
    <p:sldId id="368" r:id="rId22"/>
    <p:sldId id="369" r:id="rId23"/>
    <p:sldId id="370" r:id="rId24"/>
    <p:sldId id="384" r:id="rId25"/>
    <p:sldId id="385" r:id="rId26"/>
    <p:sldId id="386" r:id="rId27"/>
    <p:sldId id="387" r:id="rId28"/>
    <p:sldId id="372" r:id="rId29"/>
    <p:sldId id="373" r:id="rId30"/>
    <p:sldId id="374" r:id="rId31"/>
    <p:sldId id="375" r:id="rId32"/>
    <p:sldId id="376" r:id="rId33"/>
    <p:sldId id="377" r:id="rId34"/>
    <p:sldId id="382" r:id="rId35"/>
    <p:sldId id="383" r:id="rId36"/>
    <p:sldId id="378" r:id="rId37"/>
  </p:sldIdLst>
  <p:sldSz cx="9144000" cy="6858000" type="screen4x3"/>
  <p:notesSz cx="6799263" cy="99298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5pPr>
    <a:lvl6pPr marL="22860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6pPr>
    <a:lvl7pPr marL="27432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7pPr>
    <a:lvl8pPr marL="32004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8pPr>
    <a:lvl9pPr marL="36576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38">
          <p15:clr>
            <a:srgbClr val="A4A3A4"/>
          </p15:clr>
        </p15:guide>
        <p15:guide id="2" pos="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99"/>
    <a:srgbClr val="C0C0C0"/>
    <a:srgbClr val="CCECFF"/>
    <a:srgbClr val="FF99CC"/>
    <a:srgbClr val="99FF99"/>
    <a:srgbClr val="660033"/>
    <a:srgbClr val="66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43" autoAdjust="0"/>
    <p:restoredTop sz="95183" autoAdjust="0"/>
  </p:normalViewPr>
  <p:slideViewPr>
    <p:cSldViewPr snapToObjects="1">
      <p:cViewPr varScale="1">
        <p:scale>
          <a:sx n="88" d="100"/>
          <a:sy n="88" d="100"/>
        </p:scale>
        <p:origin x="1435" y="288"/>
      </p:cViewPr>
      <p:guideLst>
        <p:guide orient="horz" pos="3838"/>
        <p:guide pos="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57" d="100"/>
          <a:sy n="57" d="100"/>
        </p:scale>
        <p:origin x="-2616" y="-96"/>
      </p:cViewPr>
      <p:guideLst>
        <p:guide orient="horz" pos="3128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fld id="{3E359F8D-C241-43DD-BB7A-EE3CBF36867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6125"/>
            <a:ext cx="4964113" cy="37226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6463"/>
            <a:ext cx="5440363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fld id="{DE4C13C3-4C20-49FA-8F88-6FD9575FBAAE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E6B64B-D8C4-466A-BB6C-3C01BAF15E52}" type="slidenum">
              <a:rPr lang="en-US" altLang="ko-KR"/>
              <a:pPr/>
              <a:t>1</a:t>
            </a:fld>
            <a:endParaRPr lang="en-US" altLang="ko-KR"/>
          </a:p>
        </p:txBody>
      </p:sp>
      <p:sp>
        <p:nvSpPr>
          <p:cNvPr id="68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875" name="Rectangle 11"/>
          <p:cNvSpPr>
            <a:spLocks noChangeArrowheads="1"/>
          </p:cNvSpPr>
          <p:nvPr userDrawn="1"/>
        </p:nvSpPr>
        <p:spPr bwMode="auto">
          <a:xfrm>
            <a:off x="88900" y="85725"/>
            <a:ext cx="8959850" cy="6689725"/>
          </a:xfrm>
          <a:prstGeom prst="rect">
            <a:avLst/>
          </a:prstGeom>
          <a:noFill/>
          <a:ln w="317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76876" name="Rectangle 12"/>
          <p:cNvSpPr>
            <a:spLocks noChangeArrowheads="1"/>
          </p:cNvSpPr>
          <p:nvPr userDrawn="1"/>
        </p:nvSpPr>
        <p:spPr bwMode="auto">
          <a:xfrm>
            <a:off x="88900" y="2636838"/>
            <a:ext cx="7146925" cy="1095375"/>
          </a:xfrm>
          <a:prstGeom prst="rect">
            <a:avLst/>
          </a:prstGeom>
          <a:solidFill>
            <a:srgbClr val="92D050"/>
          </a:solidFill>
          <a:ln w="952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76877" name="Line 13"/>
          <p:cNvSpPr>
            <a:spLocks noChangeShapeType="1"/>
          </p:cNvSpPr>
          <p:nvPr userDrawn="1"/>
        </p:nvSpPr>
        <p:spPr bwMode="auto">
          <a:xfrm>
            <a:off x="88900" y="2552700"/>
            <a:ext cx="7146925" cy="1588"/>
          </a:xfrm>
          <a:prstGeom prst="line">
            <a:avLst/>
          </a:prstGeom>
          <a:noFill/>
          <a:ln w="952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6768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27088" y="3860800"/>
            <a:ext cx="6257925" cy="1152525"/>
          </a:xfrm>
        </p:spPr>
        <p:txBody>
          <a:bodyPr/>
          <a:lstStyle>
            <a:lvl1pPr marL="0" indent="0">
              <a:buFontTx/>
              <a:buNone/>
              <a:defRPr b="1">
                <a:latin typeface="Verdana" pitchFamily="34" charset="0"/>
              </a:defRPr>
            </a:lvl1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67686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4213" y="2708275"/>
            <a:ext cx="6551612" cy="1023938"/>
          </a:xfrm>
        </p:spPr>
        <p:txBody>
          <a:bodyPr/>
          <a:lstStyle>
            <a:lvl1pPr>
              <a:defRPr sz="3200">
                <a:latin typeface="Verdana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76881" name="Rectangle 17"/>
          <p:cNvSpPr>
            <a:spLocks noChangeArrowheads="1"/>
          </p:cNvSpPr>
          <p:nvPr userDrawn="1"/>
        </p:nvSpPr>
        <p:spPr bwMode="auto">
          <a:xfrm>
            <a:off x="107950" y="6381750"/>
            <a:ext cx="4679950" cy="3603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ko-KR" dirty="0"/>
              <a:t>http://cafe.naver.com/embeddedcrazyboys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7800" y="785793"/>
            <a:ext cx="8858250" cy="5643603"/>
          </a:xfrm>
        </p:spPr>
        <p:txBody>
          <a:bodyPr/>
          <a:lstStyle>
            <a:lvl1pPr>
              <a:defRPr>
                <a:latin typeface="Verdana" pitchFamily="34" charset="0"/>
              </a:defRPr>
            </a:lvl1pPr>
            <a:lvl2pPr>
              <a:defRPr>
                <a:latin typeface="Verdana" pitchFamily="34" charset="0"/>
              </a:defRPr>
            </a:lvl2pPr>
            <a:lvl3pPr>
              <a:defRPr>
                <a:latin typeface="Verdana" pitchFamily="34" charset="0"/>
              </a:defRPr>
            </a:lvl3pPr>
            <a:lvl4pPr>
              <a:defRPr>
                <a:latin typeface="Verdana" pitchFamily="34" charset="0"/>
              </a:defRPr>
            </a:lvl4pPr>
            <a:lvl5pPr>
              <a:defRPr>
                <a:latin typeface="Verdana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77800" y="665163"/>
            <a:ext cx="4352925" cy="5859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83125" y="665163"/>
            <a:ext cx="4352925" cy="5859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21488" y="115888"/>
            <a:ext cx="2214562" cy="640873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77800" y="115888"/>
            <a:ext cx="6491288" cy="64087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4" name="Rectangle 70"/>
          <p:cNvSpPr>
            <a:spLocks noChangeArrowheads="1"/>
          </p:cNvSpPr>
          <p:nvPr userDrawn="1"/>
        </p:nvSpPr>
        <p:spPr bwMode="auto">
          <a:xfrm>
            <a:off x="88900" y="85725"/>
            <a:ext cx="8959850" cy="534988"/>
          </a:xfrm>
          <a:prstGeom prst="rect">
            <a:avLst/>
          </a:prstGeom>
          <a:solidFill>
            <a:srgbClr val="92D050">
              <a:alpha val="50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800" y="665163"/>
            <a:ext cx="8858250" cy="5859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7800" y="115888"/>
            <a:ext cx="8858250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Main Title</a:t>
            </a:r>
          </a:p>
        </p:txBody>
      </p:sp>
      <p:sp>
        <p:nvSpPr>
          <p:cNvPr id="6178" name="Rectangle 34"/>
          <p:cNvSpPr>
            <a:spLocks noChangeArrowheads="1"/>
          </p:cNvSpPr>
          <p:nvPr userDrawn="1"/>
        </p:nvSpPr>
        <p:spPr bwMode="auto">
          <a:xfrm rot="-21600000">
            <a:off x="8388350" y="6453188"/>
            <a:ext cx="64770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latinLnBrk="0"/>
            <a:fld id="{4FDD7156-F552-46EC-968D-BB66E3283A22}" type="slidenum">
              <a:rPr kumimoji="0" lang="en-US" altLang="ko-KR" sz="1300" i="0">
                <a:solidFill>
                  <a:srgbClr val="333333"/>
                </a:solidFill>
                <a:latin typeface="Century Gothic" pitchFamily="34" charset="0"/>
              </a:rPr>
              <a:pPr algn="r" latinLnBrk="0"/>
              <a:t>‹#›</a:t>
            </a:fld>
            <a:endParaRPr kumimoji="0" lang="en-US" altLang="ko-KR" sz="1300" i="0">
              <a:solidFill>
                <a:srgbClr val="333333"/>
              </a:solidFill>
              <a:latin typeface="Century Gothic" pitchFamily="34" charset="0"/>
            </a:endParaRPr>
          </a:p>
        </p:txBody>
      </p:sp>
      <p:sp>
        <p:nvSpPr>
          <p:cNvPr id="6200" name="Text Box 56"/>
          <p:cNvSpPr txBox="1">
            <a:spLocks noChangeArrowheads="1"/>
          </p:cNvSpPr>
          <p:nvPr userDrawn="1"/>
        </p:nvSpPr>
        <p:spPr bwMode="auto">
          <a:xfrm>
            <a:off x="5422900" y="6480175"/>
            <a:ext cx="31654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ko-KR" sz="1000" i="0" dirty="0">
                <a:solidFill>
                  <a:srgbClr val="5F5F5F"/>
                </a:solidFill>
                <a:latin typeface="Century Gothic" pitchFamily="34" charset="0"/>
              </a:rPr>
              <a:t>https://www.crz-tech.com/</a:t>
            </a:r>
          </a:p>
        </p:txBody>
      </p:sp>
      <p:sp>
        <p:nvSpPr>
          <p:cNvPr id="6211" name="Rectangle 67"/>
          <p:cNvSpPr>
            <a:spLocks noChangeArrowheads="1"/>
          </p:cNvSpPr>
          <p:nvPr userDrawn="1"/>
        </p:nvSpPr>
        <p:spPr bwMode="auto">
          <a:xfrm>
            <a:off x="88900" y="85725"/>
            <a:ext cx="8959850" cy="6689725"/>
          </a:xfrm>
          <a:prstGeom prst="rect">
            <a:avLst/>
          </a:prstGeom>
          <a:noFill/>
          <a:ln w="317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212" name="Line 68"/>
          <p:cNvSpPr>
            <a:spLocks noChangeShapeType="1"/>
          </p:cNvSpPr>
          <p:nvPr userDrawn="1"/>
        </p:nvSpPr>
        <p:spPr bwMode="auto">
          <a:xfrm>
            <a:off x="5583238" y="6480175"/>
            <a:ext cx="3452812" cy="0"/>
          </a:xfrm>
          <a:prstGeom prst="line">
            <a:avLst/>
          </a:prstGeom>
          <a:noFill/>
          <a:ln w="317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6215" name="Line 71"/>
          <p:cNvSpPr>
            <a:spLocks noChangeShapeType="1"/>
          </p:cNvSpPr>
          <p:nvPr userDrawn="1"/>
        </p:nvSpPr>
        <p:spPr bwMode="auto">
          <a:xfrm>
            <a:off x="88900" y="620713"/>
            <a:ext cx="8959850" cy="0"/>
          </a:xfrm>
          <a:prstGeom prst="line">
            <a:avLst/>
          </a:prstGeom>
          <a:noFill/>
          <a:ln w="952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Verdana" pitchFamily="34" charset="0"/>
          <a:ea typeface="+mj-ea"/>
          <a:cs typeface="+mj-cs"/>
        </a:defRPr>
      </a:lvl1pPr>
      <a:lvl2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2pPr>
      <a:lvl3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3pPr>
      <a:lvl4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4pPr>
      <a:lvl5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lr>
          <a:schemeClr val="tx1"/>
        </a:buClr>
        <a:buChar char="•"/>
        <a:defRPr kumimoji="1" sz="2000">
          <a:solidFill>
            <a:schemeClr val="tx1"/>
          </a:solidFill>
          <a:latin typeface="Verdana" pitchFamily="34" charset="0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Ø"/>
        <a:defRPr kumimoji="1">
          <a:solidFill>
            <a:schemeClr val="tx1"/>
          </a:solidFill>
          <a:latin typeface="Verdana" pitchFamily="34" charset="0"/>
          <a:ea typeface="+mn-ea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kumimoji="1" sz="1600">
          <a:solidFill>
            <a:schemeClr val="tx1"/>
          </a:solidFill>
          <a:latin typeface="Verdana" pitchFamily="34" charset="0"/>
          <a:ea typeface="+mn-ea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Wingdings 2" pitchFamily="18" charset="2"/>
        <a:buChar char=""/>
        <a:defRPr kumimoji="1" sz="2000">
          <a:solidFill>
            <a:schemeClr val="tx1"/>
          </a:solidFill>
          <a:latin typeface="Arial" charset="0"/>
          <a:ea typeface="+mn-ea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916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4213" y="2674938"/>
            <a:ext cx="6551612" cy="1023937"/>
          </a:xfrm>
        </p:spPr>
        <p:txBody>
          <a:bodyPr/>
          <a:lstStyle/>
          <a:p>
            <a:r>
              <a:rPr lang="en-US" altLang="ko-KR" dirty="0"/>
              <a:t>CAN </a:t>
            </a:r>
            <a:r>
              <a:rPr lang="ko-KR" altLang="en-US" dirty="0"/>
              <a:t>실습</a:t>
            </a:r>
            <a:endParaRPr lang="en-US" altLang="ko-KR" dirty="0"/>
          </a:p>
        </p:txBody>
      </p:sp>
      <p:sp>
        <p:nvSpPr>
          <p:cNvPr id="678917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827088" y="3860800"/>
            <a:ext cx="6257925" cy="1211274"/>
          </a:xfrm>
        </p:spPr>
        <p:txBody>
          <a:bodyPr/>
          <a:lstStyle/>
          <a:p>
            <a:r>
              <a:rPr lang="en-US" altLang="ko-KR" dirty="0"/>
              <a:t>2026.01.19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 </a:t>
            </a:r>
            <a:r>
              <a:rPr lang="en-US" altLang="ko-KR" dirty="0"/>
              <a:t>- CAN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59166-90EC-43EA-C1CC-D0373F9804AD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STM32CubeMX </a:t>
            </a:r>
            <a:r>
              <a:rPr lang="ko-KR" altLang="en-US" b="0" i="0" kern="0" dirty="0"/>
              <a:t>실행 후 </a:t>
            </a:r>
            <a:r>
              <a:rPr lang="en-US" altLang="ko-KR" b="0" i="0" kern="0" dirty="0"/>
              <a:t>"ACCESS TO MCU SELECTOR” </a:t>
            </a:r>
            <a:r>
              <a:rPr lang="ko-KR" altLang="en-US" b="0" i="0" kern="0" dirty="0"/>
              <a:t>선택</a:t>
            </a:r>
            <a:endParaRPr lang="en-US" altLang="ko-KR" b="0" i="0" kern="0" dirty="0"/>
          </a:p>
        </p:txBody>
      </p:sp>
      <p:pic>
        <p:nvPicPr>
          <p:cNvPr id="8" name="그림 7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E10C5A9-85A6-0E27-29A9-B5CB79BFB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1327047"/>
            <a:ext cx="5543340" cy="4982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788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B03C7-A48A-126F-9530-3B88896A8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4E170D-18D7-0564-83B9-57A854213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 </a:t>
            </a:r>
            <a:r>
              <a:rPr lang="en-US" altLang="ko-KR" dirty="0"/>
              <a:t>- CAN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15354-5026-C919-B1B7-E6E853310421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endParaRPr lang="en-US" altLang="ko-KR" b="0" i="0" kern="0" dirty="0"/>
          </a:p>
          <a:p>
            <a:r>
              <a:rPr lang="en-US" altLang="ko-KR" b="0" i="0" kern="0" dirty="0"/>
              <a:t>STM32F407ZET6 </a:t>
            </a:r>
            <a:r>
              <a:rPr lang="ko-KR" altLang="en-US" b="0" i="0" kern="0" dirty="0"/>
              <a:t>선택 후 </a:t>
            </a:r>
            <a:r>
              <a:rPr lang="en-US" altLang="ko-KR" b="0" i="0" kern="0" dirty="0"/>
              <a:t>"Start Project” </a:t>
            </a:r>
            <a:r>
              <a:rPr lang="ko-KR" altLang="en-US" b="0" i="0" kern="0" dirty="0"/>
              <a:t>클릭</a:t>
            </a:r>
            <a:endParaRPr lang="en-US" altLang="ko-KR" b="0" i="0" kern="0" dirty="0"/>
          </a:p>
        </p:txBody>
      </p:sp>
      <p:pic>
        <p:nvPicPr>
          <p:cNvPr id="5" name="그림 4" descr="텍스트, 소프트웨어, 웹 페이지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34DC471-EBB0-7B13-CB84-EA944AE4E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73" y="1844824"/>
            <a:ext cx="8028384" cy="420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645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DCFF4-1FCE-9767-54F6-B4B2759FC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FB6238-B047-C9B8-FFF0-928DA0DEA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 </a:t>
            </a:r>
            <a:r>
              <a:rPr lang="en-US" altLang="ko-KR" dirty="0"/>
              <a:t>- CAN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C4366-9F84-AC61-925C-FCEF5F8FF2A2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HSE(25MHz) </a:t>
            </a:r>
            <a:r>
              <a:rPr lang="ko-KR" altLang="en-US" b="0" i="0" kern="0" dirty="0"/>
              <a:t>핀 설정 </a:t>
            </a:r>
            <a:r>
              <a:rPr lang="en-US" altLang="ko-KR" b="0" i="0" kern="0" dirty="0"/>
              <a:t>– </a:t>
            </a:r>
            <a:r>
              <a:rPr lang="ko-KR" altLang="en-US" b="0" i="0" kern="0" dirty="0"/>
              <a:t>회로도 참조</a:t>
            </a:r>
            <a:endParaRPr lang="en-US" altLang="ko-KR" b="0" i="0" kern="0" dirty="0"/>
          </a:p>
          <a:p>
            <a:r>
              <a:rPr lang="en-US" altLang="ko-KR" b="0" i="0" kern="0" dirty="0"/>
              <a:t>HSE : PH0-OSC_IN, PH1-OSC_OUT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17" name="그림 16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69E31AD-9D7B-7821-9A1B-2C5047CA64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40" y="1454996"/>
            <a:ext cx="3157463" cy="4684602"/>
          </a:xfrm>
          <a:prstGeom prst="rect">
            <a:avLst/>
          </a:prstGeom>
        </p:spPr>
      </p:pic>
      <p:pic>
        <p:nvPicPr>
          <p:cNvPr id="19" name="그림 18" descr="텍스트, 스크린샷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D538979-475A-EFB0-4B70-331B8002A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08" y="1898528"/>
            <a:ext cx="4892972" cy="1181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795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4908E-B983-9E5F-8CEE-8D7A0C7DD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138FFB-B8DF-0F5B-55F2-4C770A230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 </a:t>
            </a:r>
            <a:r>
              <a:rPr lang="en-US" altLang="ko-KR" dirty="0"/>
              <a:t>- CAN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91E97-5A2F-CFAA-A121-98120DCFE283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USART1</a:t>
            </a:r>
            <a:r>
              <a:rPr lang="ko-KR" altLang="en-US" b="0" i="0" kern="0" dirty="0"/>
              <a:t>핀 설정 </a:t>
            </a:r>
            <a:r>
              <a:rPr lang="en-US" altLang="ko-KR" b="0" i="0" kern="0" dirty="0"/>
              <a:t>– </a:t>
            </a:r>
            <a:r>
              <a:rPr lang="ko-KR" altLang="en-US" b="0" i="0" kern="0" dirty="0"/>
              <a:t>회로도 참조</a:t>
            </a:r>
            <a:endParaRPr lang="en-US" altLang="ko-KR" b="0" i="0" kern="0" dirty="0"/>
          </a:p>
          <a:p>
            <a:r>
              <a:rPr lang="en-US" altLang="ko-KR" b="0" i="0" kern="0" dirty="0"/>
              <a:t>UART1 : PA9-USART1_TXD, PA10-USART1_RXD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507BCCF-BB54-D1A2-0FC3-1AD9B39A3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700808"/>
            <a:ext cx="5438775" cy="466725"/>
          </a:xfrm>
          <a:prstGeom prst="rect">
            <a:avLst/>
          </a:prstGeom>
        </p:spPr>
      </p:pic>
      <p:pic>
        <p:nvPicPr>
          <p:cNvPr id="7" name="그림 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3C4E2E9-A850-C5D9-6337-039CA1F87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1840" y="2464246"/>
            <a:ext cx="2638425" cy="367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584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F87FC-0925-9D41-D7AB-1B17FFDE8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33C89D-E188-9B63-4012-FE1D9871A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 </a:t>
            </a:r>
            <a:r>
              <a:rPr lang="en-US" altLang="ko-KR" dirty="0"/>
              <a:t>- CAN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C3ED2-C8B6-5AA9-5B3B-88EA0B43ABA7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LED </a:t>
            </a:r>
            <a:r>
              <a:rPr lang="ko-KR" altLang="en-US" b="0" i="0" kern="0" dirty="0"/>
              <a:t>핀 설정 </a:t>
            </a:r>
            <a:r>
              <a:rPr lang="en-US" altLang="ko-KR" b="0" i="0" kern="0" dirty="0"/>
              <a:t>– </a:t>
            </a:r>
            <a:r>
              <a:rPr lang="ko-KR" altLang="en-US" b="0" i="0" kern="0" dirty="0"/>
              <a:t>회로도 참조</a:t>
            </a:r>
            <a:endParaRPr lang="en-US" altLang="ko-KR" b="0" i="0" kern="0" dirty="0"/>
          </a:p>
          <a:p>
            <a:r>
              <a:rPr lang="en-US" altLang="ko-KR" b="0" i="0" kern="0" dirty="0"/>
              <a:t>LED : PF6-LED1, PF7-LED2, PF8-LED3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폰트, 라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4D88FC5-75CB-AAB2-D79D-7FF48DB5C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1556792"/>
            <a:ext cx="4333875" cy="962025"/>
          </a:xfrm>
          <a:prstGeom prst="rect">
            <a:avLst/>
          </a:prstGeom>
        </p:spPr>
      </p:pic>
      <p:pic>
        <p:nvPicPr>
          <p:cNvPr id="8" name="그림 7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52AF34D-D9DD-00AA-4BD3-57AD7C5EE3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5776" y="2846141"/>
            <a:ext cx="3019425" cy="309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913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68635-2993-63D7-B60B-283D6D037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15F64E-2B37-D4BD-1E04-14AFBF4DB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 </a:t>
            </a:r>
            <a:r>
              <a:rPr lang="en-US" altLang="ko-KR" dirty="0"/>
              <a:t>- CAN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05D95-9D21-3C40-43C1-9388D16D21DD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KEY </a:t>
            </a:r>
            <a:r>
              <a:rPr lang="ko-KR" altLang="en-US" b="0" i="0" kern="0" dirty="0"/>
              <a:t>핀 설정 </a:t>
            </a:r>
            <a:r>
              <a:rPr lang="en-US" altLang="ko-KR" b="0" i="0" kern="0" dirty="0"/>
              <a:t>– </a:t>
            </a:r>
            <a:r>
              <a:rPr lang="ko-KR" altLang="en-US" b="0" i="0" kern="0" dirty="0"/>
              <a:t>회로도 참조</a:t>
            </a:r>
            <a:endParaRPr lang="en-US" altLang="ko-KR" b="0" i="0" kern="0" dirty="0"/>
          </a:p>
          <a:p>
            <a:r>
              <a:rPr lang="en-US" altLang="ko-KR" b="0" i="0" kern="0" dirty="0"/>
              <a:t>KEY : PF9-SW1, PF10-SW2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도표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6EC652A-F4E8-7FB2-C29A-EE217A6C00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490" y="1916832"/>
            <a:ext cx="3623494" cy="2157500"/>
          </a:xfrm>
          <a:prstGeom prst="rect">
            <a:avLst/>
          </a:prstGeom>
        </p:spPr>
      </p:pic>
      <p:pic>
        <p:nvPicPr>
          <p:cNvPr id="9" name="그림 8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1089A06-8FC0-092E-4863-9ADC6B2567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984" y="2204864"/>
            <a:ext cx="3419475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260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85803-B3E1-6958-1986-756CA43C5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70D995-E833-F38B-BA54-A4AD324BE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 </a:t>
            </a:r>
            <a:r>
              <a:rPr lang="en-US" altLang="ko-KR" dirty="0"/>
              <a:t>- CAN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6F761-3223-8BE4-2EEE-366F564D1F33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CAN </a:t>
            </a:r>
            <a:r>
              <a:rPr lang="ko-KR" altLang="en-US" b="0" i="0" kern="0" dirty="0"/>
              <a:t>설정 </a:t>
            </a:r>
            <a:r>
              <a:rPr lang="en-US" altLang="ko-KR" b="0" i="0" kern="0" dirty="0"/>
              <a:t>– </a:t>
            </a:r>
            <a:r>
              <a:rPr lang="ko-KR" altLang="en-US" b="0" i="0" kern="0" dirty="0"/>
              <a:t>회로도 참조</a:t>
            </a:r>
            <a:endParaRPr lang="en-US" altLang="ko-KR" b="0" i="0" kern="0" dirty="0"/>
          </a:p>
          <a:p>
            <a:r>
              <a:rPr lang="en-US" altLang="ko-KR" b="0" i="0" kern="0" dirty="0"/>
              <a:t>CAN1_RX-PB8,CAN1_TX-PB9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폰트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0481CB5-00E3-AD3E-D828-06B506E9A9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905220"/>
            <a:ext cx="6848475" cy="1028700"/>
          </a:xfrm>
          <a:prstGeom prst="rect">
            <a:avLst/>
          </a:prstGeom>
        </p:spPr>
      </p:pic>
      <p:pic>
        <p:nvPicPr>
          <p:cNvPr id="10" name="그림 9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91831A2-341D-60B0-24A2-50090BC2C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6299" y="2922592"/>
            <a:ext cx="1771402" cy="3241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206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2C661-CE60-5080-1B91-2E4067A89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D095D2-C28A-3E39-3E18-12D8B3AE3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 </a:t>
            </a:r>
            <a:r>
              <a:rPr lang="en-US" altLang="ko-KR" dirty="0"/>
              <a:t>- CAN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36276-5DE1-3D41-98AB-64F9D5B3E36F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System Core -&gt; RCC</a:t>
            </a:r>
            <a:r>
              <a:rPr lang="ko-KR" altLang="en-US" b="0" i="0" kern="0" dirty="0"/>
              <a:t>에서 </a:t>
            </a:r>
            <a:r>
              <a:rPr lang="en-US" altLang="ko-KR" b="0" i="0" kern="0" dirty="0"/>
              <a:t>HSE </a:t>
            </a:r>
            <a:r>
              <a:rPr lang="ko-KR" altLang="en-US" b="0" i="0" kern="0" dirty="0"/>
              <a:t>활성화 </a:t>
            </a:r>
            <a:r>
              <a:rPr lang="en-US" altLang="ko-KR" b="0" i="0" kern="0" dirty="0"/>
              <a:t>-&gt; Crystal/Ceramic Resonator </a:t>
            </a:r>
            <a:r>
              <a:rPr lang="ko-KR" altLang="en-US" b="0" i="0" kern="0" dirty="0"/>
              <a:t>선택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소프트웨어, 웹 페이지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89EDAE2-6230-FAC9-BA67-23E46DAFA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646" y="1916832"/>
            <a:ext cx="7282011" cy="382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779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92289-75F3-6FA8-A41F-64713E578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DC48AA-23D6-8CD1-45C9-21E3CD42B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 </a:t>
            </a:r>
            <a:r>
              <a:rPr lang="en-US" altLang="ko-KR" dirty="0"/>
              <a:t>- CAN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40C3C-E670-01AE-EBB6-F04863B5DC31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Connectivity -&gt; USART1 -&gt; Asynchronous </a:t>
            </a:r>
            <a:r>
              <a:rPr lang="ko-KR" altLang="en-US" b="0" i="0" kern="0" dirty="0"/>
              <a:t>선택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5F22FC-30F9-B3D8-17B6-B4C967BDDB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330" y="1194405"/>
            <a:ext cx="6167340" cy="5184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6726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47888-09F0-9735-0166-610D9CF94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4067E5-F4B3-14A6-E859-D7FE91E89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 </a:t>
            </a:r>
            <a:r>
              <a:rPr lang="en-US" altLang="ko-KR" dirty="0"/>
              <a:t>- CAN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59010-2CD0-0383-AD2E-25A9A9A0AE90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System Core -&gt; GPIO </a:t>
            </a:r>
            <a:r>
              <a:rPr lang="ko-KR" altLang="en-US" b="0" i="0" kern="0" dirty="0"/>
              <a:t>에서 </a:t>
            </a:r>
            <a:r>
              <a:rPr lang="en-US" altLang="ko-KR" b="0" i="0" kern="0" dirty="0"/>
              <a:t>PF6/PF7/PF8 </a:t>
            </a:r>
            <a:r>
              <a:rPr lang="ko-KR" altLang="en-US" b="0" i="0" kern="0" dirty="0"/>
              <a:t>이름을 </a:t>
            </a:r>
            <a:r>
              <a:rPr lang="en-US" altLang="ko-KR" b="0" i="0" kern="0" dirty="0"/>
              <a:t>LED1/LED2/LED3</a:t>
            </a:r>
            <a:r>
              <a:rPr lang="ko-KR" altLang="en-US" b="0" i="0" kern="0" dirty="0"/>
              <a:t>으로 수정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AC35DEB-A570-C6B0-B44B-AE404F002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1412776"/>
            <a:ext cx="5544616" cy="4949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4395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085E0-91D6-BCFB-C4F3-33C36569E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93A110-B581-47CA-E90B-0506E6C51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  <a:r>
              <a:rPr lang="en-US" altLang="ko-KR" dirty="0"/>
              <a:t> - CAN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137B2-3918-8A50-CD55-AE1998C03844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sz="1600" b="0" i="0" kern="0" dirty="0"/>
              <a:t>System Core -&gt; GPIO </a:t>
            </a:r>
            <a:r>
              <a:rPr lang="ko-KR" altLang="en-US" sz="1600" b="0" i="0" kern="0" dirty="0"/>
              <a:t>에서 </a:t>
            </a:r>
            <a:r>
              <a:rPr lang="en-US" altLang="ko-KR" sz="1600" b="0" i="0" kern="0" dirty="0"/>
              <a:t>PF9/PF10 </a:t>
            </a:r>
            <a:r>
              <a:rPr lang="ko-KR" altLang="en-US" sz="1600" b="0" i="0" kern="0" dirty="0"/>
              <a:t>이름을 </a:t>
            </a:r>
            <a:r>
              <a:rPr lang="en-US" altLang="ko-KR" sz="1600" b="0" i="0" kern="0" dirty="0"/>
              <a:t>KEY1/ KEY2</a:t>
            </a:r>
            <a:r>
              <a:rPr lang="ko-KR" altLang="en-US" sz="1600" b="0" i="0" kern="0" dirty="0"/>
              <a:t>로 수정하고 </a:t>
            </a:r>
            <a:r>
              <a:rPr lang="en-US" altLang="ko-KR" sz="1600" b="0" i="0" kern="0" dirty="0"/>
              <a:t>GPIO mode</a:t>
            </a:r>
            <a:r>
              <a:rPr lang="ko-KR" altLang="en-US" sz="1600" b="0" i="0" kern="0" dirty="0"/>
              <a:t>를 </a:t>
            </a:r>
            <a:r>
              <a:rPr lang="en-US" altLang="ko-KR" sz="1600" b="0" i="0" kern="0" dirty="0"/>
              <a:t>External Interrupt Mode with Falling edge trigger detection, GPIO Pull-up/Pull-down</a:t>
            </a:r>
            <a:r>
              <a:rPr lang="ko-KR" altLang="en-US" sz="1600" b="0" i="0" kern="0" dirty="0"/>
              <a:t>을  </a:t>
            </a:r>
            <a:r>
              <a:rPr lang="en-US" altLang="ko-KR" sz="1600" b="0" i="0" kern="0" dirty="0"/>
              <a:t>Pull-up</a:t>
            </a:r>
            <a:r>
              <a:rPr lang="ko-KR" altLang="en-US" sz="1600" b="0" i="0" kern="0" dirty="0"/>
              <a:t>으로 설정</a:t>
            </a:r>
            <a:endParaRPr lang="en-US" altLang="ko-KR" sz="1600" b="0" i="0" kern="0" dirty="0"/>
          </a:p>
          <a:p>
            <a:endParaRPr lang="en-US" altLang="ko-KR" sz="1600" b="0" i="0" kern="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113E5B2-8854-A6E4-4080-975751985D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4166" y="1563425"/>
            <a:ext cx="5388153" cy="4875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8353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20EA2-E83A-F815-4738-EE583D923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EB9FDB-6CCF-B267-011E-A9AD18B34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 </a:t>
            </a:r>
            <a:r>
              <a:rPr lang="en-US" altLang="ko-KR"/>
              <a:t>- CAN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12703-B950-61DA-2222-B651801E4FFA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System Core -&gt; GPIO </a:t>
            </a:r>
            <a:r>
              <a:rPr lang="ko-KR" altLang="en-US" b="0" i="0" kern="0" dirty="0"/>
              <a:t>에서 </a:t>
            </a:r>
            <a:r>
              <a:rPr lang="en-US" altLang="ko-KR" b="0" i="0" kern="0" dirty="0"/>
              <a:t>NVIC</a:t>
            </a:r>
            <a:r>
              <a:rPr lang="ko-KR" altLang="en-US" b="0" i="0" kern="0" dirty="0"/>
              <a:t>에서 </a:t>
            </a:r>
            <a:r>
              <a:rPr lang="en-US" altLang="ko-KR" b="0" i="0" kern="0" dirty="0"/>
              <a:t>EXTI </a:t>
            </a:r>
            <a:r>
              <a:rPr lang="ko-KR" altLang="en-US" b="0" i="0" kern="0" dirty="0"/>
              <a:t>라인 인터럽트 활성화</a:t>
            </a:r>
            <a:r>
              <a:rPr lang="en-US" altLang="ko-KR" b="0" i="0" kern="0" dirty="0"/>
              <a:t>.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소프트웨어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5C7851A-A4FD-4924-527F-AC7ED4A8C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2164337"/>
            <a:ext cx="7886700" cy="296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6122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AFCDC-C625-C102-DCEA-41A162FD1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A6C59A-A6B6-30E5-5756-42DC50D81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  <a:r>
              <a:rPr lang="en-US" altLang="ko-KR" dirty="0"/>
              <a:t> - CAN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EFAAF-C46D-3FD4-33C8-6C8BEF4B7222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sz="1600" b="0" i="0" kern="0" dirty="0"/>
              <a:t>Connectivity -&gt;</a:t>
            </a:r>
            <a:r>
              <a:rPr lang="ko-KR" altLang="en-US" sz="1600" b="0" i="0" kern="0" dirty="0"/>
              <a:t> </a:t>
            </a:r>
            <a:r>
              <a:rPr lang="en-US" altLang="ko-KR" sz="1600" b="0" i="0" kern="0" dirty="0"/>
              <a:t>CAN1 -&gt; Activated </a:t>
            </a:r>
            <a:r>
              <a:rPr lang="ko-KR" altLang="en-US" sz="1600" b="0" i="0" kern="0" dirty="0"/>
              <a:t>클릭</a:t>
            </a:r>
            <a:endParaRPr lang="en-US" altLang="ko-KR" sz="1600" b="0" i="0" kern="0" dirty="0"/>
          </a:p>
          <a:p>
            <a:r>
              <a:rPr lang="en-US" altLang="ko-KR" sz="1600" b="0" i="0" kern="0" dirty="0"/>
              <a:t>Parameter Settings -&gt; </a:t>
            </a:r>
            <a:r>
              <a:rPr lang="en-US" altLang="ko-KR" sz="1600" b="0" i="0" kern="0" dirty="0" err="1"/>
              <a:t>Prescaler</a:t>
            </a:r>
            <a:r>
              <a:rPr lang="en-US" altLang="ko-KR" sz="1600" b="0" i="0" kern="0" dirty="0"/>
              <a:t> 6</a:t>
            </a:r>
            <a:r>
              <a:rPr lang="ko-KR" altLang="en-US" sz="1600" b="0" i="0" kern="0" dirty="0"/>
              <a:t>으로 설정</a:t>
            </a:r>
            <a:r>
              <a:rPr lang="en-US" altLang="ko-KR" sz="1600" b="0" i="0" kern="0" dirty="0"/>
              <a:t>, Time Quanta in Bit Segment 1 -&gt; 11 Times</a:t>
            </a:r>
            <a:r>
              <a:rPr lang="ko-KR" altLang="en-US" sz="1600" b="0" i="0" kern="0" dirty="0"/>
              <a:t>로 설정</a:t>
            </a:r>
            <a:r>
              <a:rPr lang="en-US" altLang="ko-KR" sz="1600" b="0" i="0" kern="0" dirty="0"/>
              <a:t>, Time Quanta in Bit Segment 2 -&gt; 2 Times</a:t>
            </a:r>
            <a:r>
              <a:rPr lang="ko-KR" altLang="en-US" sz="1600" b="0" i="0" kern="0" dirty="0"/>
              <a:t>로 설정하여 </a:t>
            </a:r>
            <a:r>
              <a:rPr lang="en-US" altLang="ko-KR" sz="1600" b="0" i="0" kern="0" dirty="0"/>
              <a:t>500Kbps</a:t>
            </a:r>
            <a:r>
              <a:rPr lang="ko-KR" altLang="en-US" sz="1600" b="0" i="0" kern="0" dirty="0"/>
              <a:t>로 맞춤</a:t>
            </a:r>
            <a:r>
              <a:rPr lang="en-US" altLang="ko-KR" sz="1600" b="0" i="0" kern="0" dirty="0"/>
              <a:t>.</a:t>
            </a:r>
          </a:p>
          <a:p>
            <a:endParaRPr lang="en-US" altLang="ko-KR" sz="1600" b="0" i="0" kern="0" dirty="0"/>
          </a:p>
        </p:txBody>
      </p:sp>
      <p:pic>
        <p:nvPicPr>
          <p:cNvPr id="5" name="그림 4" descr="텍스트, 소프트웨어, 웹 페이지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DD050F1-1338-E7AA-16D6-B237A0297B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773" y="1919679"/>
            <a:ext cx="7308304" cy="4031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1761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86108-C202-583A-3D1F-9203C8379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14801E-3989-38B2-BE05-7A3FBDA2B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  <a:r>
              <a:rPr lang="en-US" altLang="ko-KR" dirty="0"/>
              <a:t> - CAN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9E45D-73AE-2516-0B4C-D61C5F478DB6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sz="1600" b="0" i="0" kern="0" dirty="0"/>
              <a:t>NVIC Settings -&gt; CAN1 RX0 interrupts -&gt; Enabled </a:t>
            </a:r>
            <a:r>
              <a:rPr lang="ko-KR" altLang="en-US" sz="1600" b="0" i="0" kern="0" dirty="0"/>
              <a:t>클릭</a:t>
            </a:r>
            <a:endParaRPr lang="en-US" altLang="ko-KR" sz="1600" b="0" i="0" kern="0" dirty="0"/>
          </a:p>
          <a:p>
            <a:endParaRPr lang="en-US" altLang="ko-KR" sz="1600" b="0" i="0" kern="0" dirty="0"/>
          </a:p>
        </p:txBody>
      </p:sp>
      <p:pic>
        <p:nvPicPr>
          <p:cNvPr id="6" name="그림 5" descr="텍스트, 소프트웨어, 컴퓨터 아이콘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9180DDF-AC91-8A65-1374-9179DDA66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628800"/>
            <a:ext cx="7886700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4058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F52EF-F035-C922-4210-4D6F0DBF8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BD171E-93C2-E10E-CBE9-8803871C4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  <a:r>
              <a:rPr lang="en-US" altLang="ko-KR" dirty="0"/>
              <a:t> - CAN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D79DE-E7C8-DAF7-0A86-729CD9C3D15D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sz="1600" b="0" i="0" kern="0" dirty="0"/>
              <a:t>GPIO Settings -&gt; CAN1_RX / CAN1_TX Pull-up </a:t>
            </a:r>
            <a:r>
              <a:rPr lang="ko-KR" altLang="en-US" sz="1600" b="0" i="0" kern="0" dirty="0"/>
              <a:t>설정</a:t>
            </a:r>
            <a:endParaRPr lang="en-US" altLang="ko-KR" sz="1600" b="0" i="0" kern="0" dirty="0"/>
          </a:p>
          <a:p>
            <a:endParaRPr lang="en-US" altLang="ko-KR" sz="1600" b="0" i="0" kern="0" dirty="0"/>
          </a:p>
        </p:txBody>
      </p:sp>
      <p:pic>
        <p:nvPicPr>
          <p:cNvPr id="5" name="그림 4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90C5B9A-FFEB-7F0A-D859-7377898FBF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588" y="1101146"/>
            <a:ext cx="7416824" cy="5262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6205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827B0-020C-D166-66A7-3FF68D97F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4B695D-FC11-903E-11ED-4C2BEB1CF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 </a:t>
            </a:r>
            <a:r>
              <a:rPr lang="en-US" altLang="ko-KR" dirty="0"/>
              <a:t>- CAN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BC485-8C6C-D240-71B1-9A2A180C284A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Clock Configuration </a:t>
            </a:r>
            <a:r>
              <a:rPr lang="ko-KR" altLang="en-US" b="0" i="0" kern="0" dirty="0"/>
              <a:t>클릭 </a:t>
            </a:r>
            <a:r>
              <a:rPr lang="en-US" altLang="ko-KR" b="0" i="0" kern="0" dirty="0"/>
              <a:t>-&gt; Yes </a:t>
            </a:r>
            <a:r>
              <a:rPr lang="ko-KR" altLang="en-US" b="0" i="0" kern="0" dirty="0"/>
              <a:t>클릭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번호, 도표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F377413-6010-4C89-0117-A390ADA59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913593"/>
            <a:ext cx="7886700" cy="3536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220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4445E-939B-0152-FDFC-D4B9B8056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A14DB7-7A58-4303-9250-8F35BE929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 </a:t>
            </a:r>
            <a:r>
              <a:rPr lang="en-US" altLang="ko-KR" dirty="0"/>
              <a:t>- CAN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07A81-A129-5B29-DC02-1E054DC2EDF1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Project Manager</a:t>
            </a:r>
            <a:r>
              <a:rPr lang="ko-KR" altLang="en-US" b="0" i="0" kern="0" dirty="0"/>
              <a:t>에서 </a:t>
            </a:r>
            <a:r>
              <a:rPr lang="en-US" altLang="ko-KR" b="0" i="0" kern="0" dirty="0"/>
              <a:t>Project Name </a:t>
            </a:r>
            <a:r>
              <a:rPr lang="ko-KR" altLang="en-US" b="0" i="0" kern="0" dirty="0"/>
              <a:t>기입</a:t>
            </a:r>
            <a:r>
              <a:rPr lang="en-US" altLang="ko-KR" b="0" i="0" kern="0" dirty="0"/>
              <a:t>, IDE</a:t>
            </a:r>
            <a:r>
              <a:rPr lang="ko-KR" altLang="en-US" b="0" i="0" kern="0" dirty="0"/>
              <a:t>를 </a:t>
            </a:r>
            <a:r>
              <a:rPr lang="en-US" altLang="ko-KR" b="0" i="0" kern="0" dirty="0"/>
              <a:t>STM32CubeIDE</a:t>
            </a:r>
            <a:r>
              <a:rPr lang="ko-KR" altLang="en-US" b="0" i="0" kern="0" dirty="0"/>
              <a:t>로 선택 후 </a:t>
            </a:r>
            <a:r>
              <a:rPr lang="en-US" altLang="ko-KR" b="0" i="0" kern="0" dirty="0"/>
              <a:t>GENERATE CODE </a:t>
            </a:r>
            <a:r>
              <a:rPr lang="ko-KR" altLang="en-US" b="0" i="0" kern="0" dirty="0"/>
              <a:t>클릭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D54E60D-28FF-8BBF-CD05-26DF2C267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2348880"/>
            <a:ext cx="8324123" cy="18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6843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31A51-F930-5937-DE78-DB4F58D22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2D24C4-5304-7E45-DDD5-333E85347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 </a:t>
            </a:r>
            <a:r>
              <a:rPr lang="en-US" altLang="ko-KR" dirty="0"/>
              <a:t>- CAN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26DCB-9D3C-A824-25C8-A869C33AAE0C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Open Project </a:t>
            </a:r>
            <a:r>
              <a:rPr lang="ko-KR" altLang="en-US" b="0" i="0" kern="0" dirty="0"/>
              <a:t>클릭하여 </a:t>
            </a:r>
            <a:r>
              <a:rPr lang="en-US" altLang="ko-KR" b="0" i="0" kern="0" dirty="0"/>
              <a:t>STM32CubeIDE </a:t>
            </a:r>
            <a:r>
              <a:rPr lang="ko-KR" altLang="en-US" b="0" i="0" kern="0" dirty="0"/>
              <a:t>실행</a:t>
            </a:r>
            <a:r>
              <a:rPr lang="en-US" altLang="ko-KR" b="0" i="0" kern="0" dirty="0"/>
              <a:t>, workspace</a:t>
            </a:r>
            <a:r>
              <a:rPr lang="ko-KR" altLang="en-US" b="0" i="0" kern="0" dirty="0"/>
              <a:t>는 </a:t>
            </a:r>
            <a:r>
              <a:rPr lang="en-US" altLang="ko-KR" b="0" i="0" kern="0" dirty="0" err="1"/>
              <a:t>CubeMX</a:t>
            </a:r>
            <a:r>
              <a:rPr lang="ko-KR" altLang="en-US" b="0" i="0" kern="0" dirty="0"/>
              <a:t>와 다른 폴더로 지정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D5E1090-7FA7-61B4-9111-3049CBCCB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1482424"/>
            <a:ext cx="5161534" cy="2120561"/>
          </a:xfrm>
          <a:prstGeom prst="rect">
            <a:avLst/>
          </a:prstGeom>
        </p:spPr>
      </p:pic>
      <p:pic>
        <p:nvPicPr>
          <p:cNvPr id="9" name="그림 8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5E5A5C4-8FFD-15ED-CC64-44BDB3EBE9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0455" y="3818912"/>
            <a:ext cx="5191824" cy="2527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3511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1B3EA-4B49-A517-8F82-7DEAE95F9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B9DCE1-3677-AF2C-9BB4-5C95B3E03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 </a:t>
            </a:r>
            <a:r>
              <a:rPr lang="ko-KR" altLang="en-US" dirty="0"/>
              <a:t>파일 생성 설정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84B20-C09D-0E15-58E5-26283B50F565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STM32CubeProgrammer</a:t>
            </a:r>
            <a:r>
              <a:rPr lang="ko-KR" altLang="en-US" b="0" i="0" kern="0" dirty="0"/>
              <a:t>로 시리얼 다운로드하기 위해서는 </a:t>
            </a:r>
            <a:r>
              <a:rPr lang="en-US" altLang="ko-KR" b="0" i="0" kern="0" dirty="0"/>
              <a:t>BIN</a:t>
            </a:r>
            <a:r>
              <a:rPr lang="ko-KR" altLang="en-US" b="0" i="0" kern="0" dirty="0"/>
              <a:t>파일이 필요</a:t>
            </a:r>
            <a:r>
              <a:rPr lang="en-US" altLang="ko-KR" b="0" i="0" kern="0" dirty="0"/>
              <a:t>. </a:t>
            </a:r>
          </a:p>
          <a:p>
            <a:r>
              <a:rPr lang="en-US" altLang="ko-KR" b="0" i="0" kern="0" dirty="0"/>
              <a:t>Project -&gt; Properties </a:t>
            </a:r>
            <a:r>
              <a:rPr lang="ko-KR" altLang="en-US" b="0" i="0" kern="0" dirty="0"/>
              <a:t>클릭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C09BEC0-504B-70B6-2BD1-A446E8739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2002879"/>
            <a:ext cx="6543675" cy="416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7952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61F8B-4273-774E-7581-4C710E63F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A4BB0D-2C3A-F494-9276-5A1B438CC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 </a:t>
            </a:r>
            <a:r>
              <a:rPr lang="ko-KR" altLang="en-US" dirty="0"/>
              <a:t>파일 생성 설정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5756C-2415-65C0-7190-FA64B75F39C2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C/C++ Build -&gt; Settings -&gt; Tool Settings -&gt; MCU/MPU Post build outputs =&gt; Convert to binary file(-O binary) </a:t>
            </a:r>
            <a:r>
              <a:rPr lang="ko-KR" altLang="en-US" b="0" i="0" kern="0" dirty="0"/>
              <a:t>클릭</a:t>
            </a:r>
            <a:r>
              <a:rPr lang="en-US" altLang="ko-KR" b="0" i="0" kern="0" dirty="0"/>
              <a:t>.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소프트웨어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97D4D96-8F4D-A979-4A1D-D3FC9C06B1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57" y="2204864"/>
            <a:ext cx="7965886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2381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F5102-5FCD-CBCB-6D82-988471984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52508E-62AD-FEBE-7A53-2E952A759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</a:t>
            </a:r>
            <a:r>
              <a:rPr lang="ko-KR" altLang="en-US" dirty="0"/>
              <a:t>수정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3C459-9058-A3BF-01D8-DF785D0D3A90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20000"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UART1</a:t>
            </a:r>
            <a:r>
              <a:rPr lang="ko-KR" altLang="en-US" b="0" i="0" kern="0" dirty="0"/>
              <a:t>으로 로그를 내 보내기 위해 아래 코드 추가 </a:t>
            </a:r>
            <a:r>
              <a:rPr lang="en-US" altLang="ko-KR" b="0" i="0" kern="0" dirty="0"/>
              <a:t>: core/</a:t>
            </a:r>
            <a:r>
              <a:rPr lang="en-US" altLang="ko-KR" b="0" i="0" kern="0" dirty="0" err="1"/>
              <a:t>src</a:t>
            </a:r>
            <a:r>
              <a:rPr lang="en-US" altLang="ko-KR" b="0" i="0" kern="0" dirty="0"/>
              <a:t>/</a:t>
            </a:r>
            <a:r>
              <a:rPr lang="en-US" altLang="ko-KR" b="0" i="0" kern="0" dirty="0" err="1"/>
              <a:t>main.c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pPr marL="0" indent="0">
              <a:buNone/>
            </a:pPr>
            <a:r>
              <a:rPr lang="en-US" altLang="ko-KR" sz="1400" b="0" i="0" dirty="0"/>
              <a:t>/* Private user code ---------------------------------------------------------*/</a:t>
            </a:r>
          </a:p>
          <a:p>
            <a:pPr marL="0" indent="0">
              <a:buNone/>
            </a:pPr>
            <a:r>
              <a:rPr lang="en-US" altLang="ko-KR" sz="1400" b="0" i="0" dirty="0"/>
              <a:t>/* USER CODE BEGIN 0 */</a:t>
            </a:r>
          </a:p>
          <a:p>
            <a:pPr marL="0" indent="0">
              <a:buNone/>
            </a:pPr>
            <a:r>
              <a:rPr lang="en-US" altLang="ko-KR" sz="1400" i="0" dirty="0"/>
              <a:t>#define </a:t>
            </a:r>
            <a:r>
              <a:rPr lang="en-US" altLang="ko-KR" sz="1400" i="0" dirty="0" err="1"/>
              <a:t>hUART</a:t>
            </a:r>
            <a:r>
              <a:rPr lang="en-US" altLang="ko-KR" sz="1400" i="0" dirty="0"/>
              <a:t> huart1</a:t>
            </a:r>
          </a:p>
          <a:p>
            <a:pPr marL="0" indent="0">
              <a:buNone/>
            </a:pPr>
            <a:r>
              <a:rPr lang="en-US" altLang="ko-KR" sz="1400" i="0" dirty="0"/>
              <a:t>int _write( int32_t file , uint8_t *</a:t>
            </a:r>
            <a:r>
              <a:rPr lang="en-US" altLang="ko-KR" sz="1400" i="0" dirty="0" err="1"/>
              <a:t>ptr</a:t>
            </a:r>
            <a:r>
              <a:rPr lang="en-US" altLang="ko-KR" sz="1400" i="0" dirty="0"/>
              <a:t> , int32_t </a:t>
            </a:r>
            <a:r>
              <a:rPr lang="en-US" altLang="ko-KR" sz="1400" i="0" dirty="0" err="1"/>
              <a:t>len</a:t>
            </a:r>
            <a:r>
              <a:rPr lang="en-US" altLang="ko-KR" sz="1400" i="0" dirty="0"/>
              <a:t> )</a:t>
            </a:r>
          </a:p>
          <a:p>
            <a:pPr marL="0" indent="0">
              <a:buNone/>
            </a:pPr>
            <a:r>
              <a:rPr lang="en-US" altLang="ko-KR" sz="1400" i="0" dirty="0"/>
              <a:t>{</a:t>
            </a:r>
          </a:p>
          <a:p>
            <a:pPr marL="0" indent="0">
              <a:buNone/>
            </a:pPr>
            <a:r>
              <a:rPr lang="en-US" altLang="ko-KR" sz="1400" i="0" dirty="0"/>
              <a:t>    /* Implement your write code here, this is used by puts and </a:t>
            </a:r>
            <a:r>
              <a:rPr lang="en-US" altLang="ko-KR" sz="1400" i="0" u="sng" dirty="0" err="1"/>
              <a:t>printf</a:t>
            </a:r>
            <a:r>
              <a:rPr lang="en-US" altLang="ko-KR" sz="1400" i="0" dirty="0"/>
              <a:t> for example */</a:t>
            </a:r>
          </a:p>
          <a:p>
            <a:pPr marL="0" indent="0">
              <a:buNone/>
            </a:pPr>
            <a:r>
              <a:rPr lang="en-US" altLang="ko-KR" sz="1400" i="0" dirty="0"/>
              <a:t>    for ( int16_t </a:t>
            </a:r>
            <a:r>
              <a:rPr lang="en-US" altLang="ko-KR" sz="1400" i="0" dirty="0" err="1"/>
              <a:t>i</a:t>
            </a:r>
            <a:r>
              <a:rPr lang="en-US" altLang="ko-KR" sz="1400" i="0" dirty="0"/>
              <a:t> = 0 ; </a:t>
            </a:r>
            <a:r>
              <a:rPr lang="en-US" altLang="ko-KR" sz="1400" i="0" dirty="0" err="1"/>
              <a:t>i</a:t>
            </a:r>
            <a:r>
              <a:rPr lang="en-US" altLang="ko-KR" sz="1400" i="0" dirty="0"/>
              <a:t> &lt; </a:t>
            </a:r>
            <a:r>
              <a:rPr lang="en-US" altLang="ko-KR" sz="1400" i="0" dirty="0" err="1"/>
              <a:t>len</a:t>
            </a:r>
            <a:r>
              <a:rPr lang="en-US" altLang="ko-KR" sz="1400" i="0" dirty="0"/>
              <a:t> ; ++</a:t>
            </a:r>
            <a:r>
              <a:rPr lang="en-US" altLang="ko-KR" sz="1400" i="0" dirty="0" err="1"/>
              <a:t>i</a:t>
            </a:r>
            <a:r>
              <a:rPr lang="en-US" altLang="ko-KR" sz="1400" i="0" dirty="0"/>
              <a:t> )</a:t>
            </a:r>
          </a:p>
          <a:p>
            <a:pPr marL="0" indent="0">
              <a:buNone/>
            </a:pPr>
            <a:r>
              <a:rPr lang="en-US" altLang="ko-KR" sz="1400" i="0" dirty="0"/>
              <a:t>    {</a:t>
            </a:r>
          </a:p>
          <a:p>
            <a:pPr marL="0" indent="0">
              <a:buNone/>
            </a:pPr>
            <a:r>
              <a:rPr lang="en-US" altLang="ko-KR" sz="1400" i="0" dirty="0"/>
              <a:t>         </a:t>
            </a:r>
            <a:r>
              <a:rPr lang="en-US" altLang="ko-KR" sz="1400" i="0" dirty="0" err="1"/>
              <a:t>HAL_UART_Transmit</a:t>
            </a:r>
            <a:r>
              <a:rPr lang="en-US" altLang="ko-KR" sz="1400" i="0" dirty="0"/>
              <a:t>( &amp;</a:t>
            </a:r>
            <a:r>
              <a:rPr lang="en-US" altLang="ko-KR" sz="1400" i="0" dirty="0" err="1"/>
              <a:t>hUART</a:t>
            </a:r>
            <a:r>
              <a:rPr lang="en-US" altLang="ko-KR" sz="1400" i="0" dirty="0"/>
              <a:t>, </a:t>
            </a:r>
            <a:r>
              <a:rPr lang="en-US" altLang="ko-KR" sz="1400" i="0" dirty="0" err="1"/>
              <a:t>ptr</a:t>
            </a:r>
            <a:r>
              <a:rPr lang="en-US" altLang="ko-KR" sz="1400" i="0" dirty="0"/>
              <a:t>++, 1, 100);</a:t>
            </a:r>
          </a:p>
          <a:p>
            <a:pPr marL="0" indent="0">
              <a:buNone/>
            </a:pPr>
            <a:r>
              <a:rPr lang="en-US" altLang="ko-KR" sz="1400" i="0" dirty="0"/>
              <a:t>    }</a:t>
            </a:r>
          </a:p>
          <a:p>
            <a:pPr marL="0" indent="0">
              <a:buNone/>
            </a:pPr>
            <a:r>
              <a:rPr lang="en-US" altLang="ko-KR" sz="1400" i="0" dirty="0"/>
              <a:t>    return </a:t>
            </a:r>
            <a:r>
              <a:rPr lang="en-US" altLang="ko-KR" sz="1400" i="0" dirty="0" err="1"/>
              <a:t>len</a:t>
            </a:r>
            <a:r>
              <a:rPr lang="en-US" altLang="ko-KR" sz="1400" i="0" dirty="0"/>
              <a:t>;</a:t>
            </a:r>
          </a:p>
          <a:p>
            <a:pPr marL="0" indent="0">
              <a:buNone/>
            </a:pPr>
            <a:r>
              <a:rPr lang="en-US" altLang="ko-KR" sz="1400" i="0" dirty="0"/>
              <a:t>}</a:t>
            </a:r>
          </a:p>
          <a:p>
            <a:pPr marL="0" indent="0">
              <a:buNone/>
            </a:pPr>
            <a:r>
              <a:rPr lang="en-US" altLang="ko-KR" sz="1400" b="0" i="0" dirty="0"/>
              <a:t>/* USER CODE END 0 */</a:t>
            </a:r>
          </a:p>
          <a:p>
            <a:pPr marL="0" indent="0">
              <a:buNone/>
            </a:pPr>
            <a:br>
              <a:rPr lang="en-US" altLang="ko-KR" sz="1400" b="0" i="0" dirty="0"/>
            </a:br>
            <a:endParaRPr lang="en-US" altLang="ko-KR" sz="1400" b="0" i="0" dirty="0"/>
          </a:p>
          <a:p>
            <a:pPr marL="0" indent="0">
              <a:buNone/>
            </a:pPr>
            <a:r>
              <a:rPr lang="en-US" altLang="ko-KR" sz="1400" b="0" i="0" dirty="0"/>
              <a:t>/**</a:t>
            </a:r>
          </a:p>
          <a:p>
            <a:pPr marL="0" indent="0">
              <a:buNone/>
            </a:pPr>
            <a:r>
              <a:rPr lang="en-US" altLang="ko-KR" sz="1400" b="0" i="0" dirty="0"/>
              <a:t>* @brief The application entry point.</a:t>
            </a:r>
          </a:p>
          <a:p>
            <a:pPr marL="0" indent="0">
              <a:buNone/>
            </a:pPr>
            <a:r>
              <a:rPr lang="en-US" altLang="ko-KR" sz="1400" b="0" i="0" dirty="0"/>
              <a:t>* @</a:t>
            </a:r>
            <a:r>
              <a:rPr lang="en-US" altLang="ko-KR" sz="1400" b="0" i="0" u="sng" dirty="0"/>
              <a:t>retval</a:t>
            </a:r>
            <a:r>
              <a:rPr lang="en-US" altLang="ko-KR" sz="1400" b="0" i="0" dirty="0"/>
              <a:t> </a:t>
            </a:r>
            <a:r>
              <a:rPr lang="en-US" altLang="ko-KR" sz="1400" b="0" i="0" u="sng" dirty="0"/>
              <a:t>int</a:t>
            </a:r>
            <a:endParaRPr lang="en-US" altLang="ko-KR" sz="1400" b="0" i="0" dirty="0"/>
          </a:p>
          <a:p>
            <a:pPr marL="0" indent="0">
              <a:buNone/>
            </a:pPr>
            <a:r>
              <a:rPr lang="en-US" altLang="ko-KR" sz="1400" b="0" i="0" dirty="0"/>
              <a:t>*/</a:t>
            </a:r>
          </a:p>
          <a:p>
            <a:pPr marL="0" indent="0">
              <a:buNone/>
            </a:pPr>
            <a:r>
              <a:rPr lang="en-US" altLang="ko-KR" sz="1400" b="0" i="0" dirty="0"/>
              <a:t>int main(void)</a:t>
            </a:r>
          </a:p>
          <a:p>
            <a:pPr marL="0" indent="0">
              <a:buNone/>
            </a:pPr>
            <a:r>
              <a:rPr lang="en-US" altLang="ko-KR" sz="1400" b="0" i="0" dirty="0"/>
              <a:t>{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</p:spTree>
    <p:extLst>
      <p:ext uri="{BB962C8B-B14F-4D97-AF65-F5344CB8AC3E}">
        <p14:creationId xmlns:p14="http://schemas.microsoft.com/office/powerpoint/2010/main" val="34519299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58DC1-6E51-567E-B3E9-1159E89F6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E8E4BA-79F0-7194-2E3D-A689708C1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</a:t>
            </a:r>
            <a:r>
              <a:rPr lang="ko-KR" altLang="en-US" dirty="0"/>
              <a:t>수정 </a:t>
            </a:r>
            <a:r>
              <a:rPr lang="en-US" altLang="ko-KR" dirty="0"/>
              <a:t>– CAN TX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3FED4-2C22-7B01-0B57-594C7185BD99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ko-KR" altLang="en-US" b="0" i="0" kern="0" dirty="0"/>
              <a:t>송신</a:t>
            </a:r>
            <a:r>
              <a:rPr lang="en-US" altLang="ko-KR" b="0" i="0" kern="0" dirty="0"/>
              <a:t> </a:t>
            </a:r>
            <a:r>
              <a:rPr lang="ko-KR" altLang="en-US" b="0" i="0" kern="0" dirty="0"/>
              <a:t>메시지의 </a:t>
            </a:r>
            <a:r>
              <a:rPr lang="en-US" altLang="ko-KR" b="0" i="0" kern="0" dirty="0"/>
              <a:t>ID</a:t>
            </a:r>
            <a:r>
              <a:rPr lang="ko-KR" altLang="en-US" b="0" i="0" kern="0" dirty="0"/>
              <a:t>를 </a:t>
            </a:r>
            <a:r>
              <a:rPr lang="en-US" altLang="ko-KR" b="0" i="0" kern="0" dirty="0"/>
              <a:t>0x446</a:t>
            </a:r>
            <a:r>
              <a:rPr lang="ko-KR" altLang="en-US" b="0" i="0" kern="0" dirty="0"/>
              <a:t>으로 설정</a:t>
            </a:r>
            <a:endParaRPr lang="en-US" altLang="ko-KR" b="0" i="0" kern="0" dirty="0"/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r>
              <a:rPr lang="en-US" altLang="ko-KR" sz="1200" b="0" i="0" dirty="0"/>
              <a:t> /* USER CODE BEGIN 2 */</a:t>
            </a:r>
          </a:p>
          <a:p>
            <a:pPr marL="0" indent="0">
              <a:buNone/>
            </a:pPr>
            <a:r>
              <a:rPr lang="en-US" altLang="ko-KR" sz="1200" b="0" i="0" dirty="0"/>
              <a:t>  </a:t>
            </a:r>
            <a:r>
              <a:rPr lang="en-US" altLang="ko-KR" sz="1200" b="0" i="0" dirty="0" err="1"/>
              <a:t>printf</a:t>
            </a:r>
            <a:r>
              <a:rPr lang="en-US" altLang="ko-KR" sz="1200" b="0" i="0" dirty="0"/>
              <a:t>("CAN test\r\n");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  if(</a:t>
            </a:r>
            <a:r>
              <a:rPr lang="en-US" altLang="ko-KR" sz="1200" b="0" i="0" dirty="0" err="1"/>
              <a:t>HAL_CAN_Start</a:t>
            </a:r>
            <a:r>
              <a:rPr lang="en-US" altLang="ko-KR" sz="1200" b="0" i="0" dirty="0"/>
              <a:t>(&amp;hcan1) != HAL_OK)</a:t>
            </a:r>
          </a:p>
          <a:p>
            <a:pPr marL="0" indent="0">
              <a:buNone/>
            </a:pPr>
            <a:r>
              <a:rPr lang="en-US" altLang="ko-KR" sz="1200" b="0" i="0" dirty="0"/>
              <a:t>  {</a:t>
            </a:r>
          </a:p>
          <a:p>
            <a:pPr marL="0" indent="0">
              <a:buNone/>
            </a:pPr>
            <a:r>
              <a:rPr lang="en-US" altLang="ko-KR" sz="1200" b="0" i="0" dirty="0"/>
              <a:t>    </a:t>
            </a:r>
            <a:r>
              <a:rPr lang="en-US" altLang="ko-KR" sz="1200" b="0" i="0" dirty="0" err="1"/>
              <a:t>Error_Handler</a:t>
            </a:r>
            <a:r>
              <a:rPr lang="en-US" altLang="ko-KR" sz="1200" b="0" i="0" dirty="0"/>
              <a:t>();</a:t>
            </a:r>
          </a:p>
          <a:p>
            <a:pPr marL="0" indent="0">
              <a:buNone/>
            </a:pPr>
            <a:r>
              <a:rPr lang="en-US" altLang="ko-KR" sz="1200" b="0" i="0" dirty="0"/>
              <a:t>  }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  // Activate the notification</a:t>
            </a:r>
          </a:p>
          <a:p>
            <a:pPr marL="0" indent="0">
              <a:buNone/>
            </a:pPr>
            <a:r>
              <a:rPr lang="en-US" altLang="ko-KR" sz="1200" b="0" i="0" dirty="0"/>
              <a:t>  if(</a:t>
            </a:r>
            <a:r>
              <a:rPr lang="en-US" altLang="ko-KR" sz="1200" b="0" i="0" dirty="0" err="1"/>
              <a:t>HAL_CAN_ActivateNotification</a:t>
            </a:r>
            <a:r>
              <a:rPr lang="en-US" altLang="ko-KR" sz="1200" b="0" i="0" dirty="0"/>
              <a:t>(&amp;hcan1, CAN_IT_RX_FIFO0_MSG_PENDING) != HAL_OK)</a:t>
            </a:r>
          </a:p>
          <a:p>
            <a:pPr marL="0" indent="0">
              <a:buNone/>
            </a:pPr>
            <a:r>
              <a:rPr lang="en-US" altLang="ko-KR" sz="1200" b="0" i="0" dirty="0"/>
              <a:t>  {</a:t>
            </a:r>
          </a:p>
          <a:p>
            <a:pPr marL="0" indent="0">
              <a:buNone/>
            </a:pPr>
            <a:r>
              <a:rPr lang="en-US" altLang="ko-KR" sz="1200" b="0" i="0" dirty="0"/>
              <a:t>    </a:t>
            </a:r>
            <a:r>
              <a:rPr lang="en-US" altLang="ko-KR" sz="1200" b="0" i="0" dirty="0" err="1"/>
              <a:t>Error_Handler</a:t>
            </a:r>
            <a:r>
              <a:rPr lang="en-US" altLang="ko-KR" sz="1200" b="0" i="0" dirty="0"/>
              <a:t>();</a:t>
            </a:r>
          </a:p>
          <a:p>
            <a:pPr marL="0" indent="0">
              <a:buNone/>
            </a:pPr>
            <a:r>
              <a:rPr lang="en-US" altLang="ko-KR" sz="1200" b="0" i="0" dirty="0"/>
              <a:t>  }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  </a:t>
            </a:r>
            <a:r>
              <a:rPr lang="en-US" altLang="ko-KR" sz="1200" b="0" i="0" dirty="0" err="1"/>
              <a:t>TxHeader.DLC</a:t>
            </a:r>
            <a:r>
              <a:rPr lang="en-US" altLang="ko-KR" sz="1200" b="0" i="0" dirty="0"/>
              <a:t> = 8;  // data length</a:t>
            </a:r>
          </a:p>
          <a:p>
            <a:pPr marL="0" indent="0">
              <a:buNone/>
            </a:pPr>
            <a:r>
              <a:rPr lang="en-US" altLang="ko-KR" sz="1200" b="0" i="0" dirty="0"/>
              <a:t>  </a:t>
            </a:r>
            <a:r>
              <a:rPr lang="en-US" altLang="ko-KR" sz="1200" b="0" i="0" dirty="0" err="1"/>
              <a:t>TxHeader.IDE</a:t>
            </a:r>
            <a:r>
              <a:rPr lang="en-US" altLang="ko-KR" sz="1200" b="0" i="0" dirty="0"/>
              <a:t> = CAN_ID_STD;</a:t>
            </a:r>
          </a:p>
          <a:p>
            <a:pPr marL="0" indent="0">
              <a:buNone/>
            </a:pPr>
            <a:r>
              <a:rPr lang="en-US" altLang="ko-KR" sz="1200" b="0" i="0" dirty="0"/>
              <a:t>  </a:t>
            </a:r>
            <a:r>
              <a:rPr lang="en-US" altLang="ko-KR" sz="1200" b="0" i="0" dirty="0" err="1"/>
              <a:t>TxHeader.RTR</a:t>
            </a:r>
            <a:r>
              <a:rPr lang="en-US" altLang="ko-KR" sz="1200" b="0" i="0" dirty="0"/>
              <a:t> = CAN_RTR_DATA;</a:t>
            </a:r>
          </a:p>
          <a:p>
            <a:pPr marL="0" indent="0">
              <a:buNone/>
            </a:pPr>
            <a:r>
              <a:rPr lang="en-US" altLang="ko-KR" sz="1200" b="0" i="0" dirty="0"/>
              <a:t>  </a:t>
            </a:r>
            <a:r>
              <a:rPr lang="en-US" altLang="ko-KR" sz="1200" b="0" i="0" dirty="0" err="1"/>
              <a:t>TxHeader.StdId</a:t>
            </a:r>
            <a:r>
              <a:rPr lang="en-US" altLang="ko-KR" sz="1200" b="0" i="0" dirty="0"/>
              <a:t> = 0x446;  // ID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  /* USER CODE END 2 */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</p:spTree>
    <p:extLst>
      <p:ext uri="{BB962C8B-B14F-4D97-AF65-F5344CB8AC3E}">
        <p14:creationId xmlns:p14="http://schemas.microsoft.com/office/powerpoint/2010/main" val="29237171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D59C0-86C8-9257-6A1F-4A6C4C820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7587E5-0D51-3149-4484-F093A4BA5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</a:t>
            </a:r>
            <a:r>
              <a:rPr lang="ko-KR" altLang="en-US" dirty="0"/>
              <a:t>수정 </a:t>
            </a:r>
            <a:r>
              <a:rPr lang="en-US" altLang="ko-KR" dirty="0"/>
              <a:t>– CAN TX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09852-3F75-9964-FC9A-E2B3EBDA1C44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KEY1 / KEY2</a:t>
            </a:r>
            <a:r>
              <a:rPr lang="ko-KR" altLang="en-US" b="0" i="0" kern="0" dirty="0"/>
              <a:t>가 눌리면 </a:t>
            </a:r>
            <a:r>
              <a:rPr lang="en-US" altLang="ko-KR" b="0" i="0" kern="0" dirty="0"/>
              <a:t>CAN </a:t>
            </a:r>
            <a:r>
              <a:rPr lang="ko-KR" altLang="en-US" b="0" i="0" kern="0" dirty="0"/>
              <a:t>메시지를 송신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pPr marL="0" indent="0">
              <a:buNone/>
            </a:pPr>
            <a:r>
              <a:rPr lang="en-US" altLang="ko-KR" sz="1200" b="0" i="0" dirty="0"/>
              <a:t> void </a:t>
            </a:r>
            <a:r>
              <a:rPr lang="en-US" altLang="ko-KR" sz="1200" b="0" i="0" dirty="0" err="1"/>
              <a:t>HAL_GPIO_EXTI_Callback</a:t>
            </a:r>
            <a:r>
              <a:rPr lang="en-US" altLang="ko-KR" sz="1200" b="0" i="0" dirty="0"/>
              <a:t>(uint16_t </a:t>
            </a:r>
            <a:r>
              <a:rPr lang="en-US" altLang="ko-KR" sz="1200" b="0" i="0" dirty="0" err="1"/>
              <a:t>GPIO_Pin</a:t>
            </a:r>
            <a:r>
              <a:rPr lang="en-US" altLang="ko-KR" sz="1200" b="0" i="0" dirty="0"/>
              <a:t>)</a:t>
            </a:r>
          </a:p>
          <a:p>
            <a:pPr marL="0" indent="0">
              <a:buNone/>
            </a:pPr>
            <a:r>
              <a:rPr lang="en-US" altLang="ko-KR" sz="1200" b="0" i="0" dirty="0"/>
              <a:t>{</a:t>
            </a:r>
          </a:p>
          <a:p>
            <a:pPr marL="0" indent="0">
              <a:buNone/>
            </a:pPr>
            <a:r>
              <a:rPr lang="en-US" altLang="ko-KR" sz="1200" b="0" i="0" dirty="0"/>
              <a:t>	if(</a:t>
            </a:r>
            <a:r>
              <a:rPr lang="en-US" altLang="ko-KR" sz="1200" b="0" i="0" dirty="0" err="1"/>
              <a:t>GPIO_Pin</a:t>
            </a:r>
            <a:r>
              <a:rPr lang="en-US" altLang="ko-KR" sz="1200" b="0" i="0" dirty="0"/>
              <a:t> == KEY1_Pin)</a:t>
            </a:r>
          </a:p>
          <a:p>
            <a:pPr marL="0" indent="0">
              <a:buNone/>
            </a:pPr>
            <a:r>
              <a:rPr lang="en-US" altLang="ko-KR" sz="1200" b="0" i="0" dirty="0"/>
              <a:t>	{</a:t>
            </a:r>
          </a:p>
          <a:p>
            <a:pPr marL="0" indent="0">
              <a:buNone/>
            </a:pPr>
            <a:r>
              <a:rPr lang="en-US" altLang="ko-KR" sz="1200" b="0" i="0" dirty="0"/>
              <a:t>		if(</a:t>
            </a:r>
            <a:r>
              <a:rPr lang="en-US" altLang="ko-KR" sz="1200" b="0" i="0" dirty="0" err="1"/>
              <a:t>HAL_GPIO_ReadPin</a:t>
            </a:r>
            <a:r>
              <a:rPr lang="en-US" altLang="ko-KR" sz="1200" b="0" i="0" dirty="0"/>
              <a:t>(KEY1_GPIO_Port, KEY1_Pin) == GPIO_PIN_RESET)</a:t>
            </a:r>
          </a:p>
          <a:p>
            <a:pPr marL="0" indent="0">
              <a:buNone/>
            </a:pPr>
            <a:r>
              <a:rPr lang="en-US" altLang="ko-KR" sz="1200" b="0" i="0" dirty="0"/>
              <a:t>		{</a:t>
            </a:r>
          </a:p>
          <a:p>
            <a:pPr marL="0" indent="0">
              <a:buNone/>
            </a:pPr>
            <a:r>
              <a:rPr lang="en-US" altLang="ko-KR" sz="1200" b="0" i="0" dirty="0"/>
              <a:t>			</a:t>
            </a:r>
            <a:r>
              <a:rPr lang="en-US" altLang="ko-KR" sz="1200" b="0" i="0" dirty="0" err="1"/>
              <a:t>TxData</a:t>
            </a:r>
            <a:r>
              <a:rPr lang="en-US" altLang="ko-KR" sz="1200" b="0" i="0" dirty="0"/>
              <a:t>[0] = 100;   // </a:t>
            </a:r>
            <a:r>
              <a:rPr lang="en-US" altLang="ko-KR" sz="1200" b="0" i="0" dirty="0" err="1"/>
              <a:t>ms</a:t>
            </a:r>
            <a:r>
              <a:rPr lang="en-US" altLang="ko-KR" sz="1200" b="0" i="0" dirty="0"/>
              <a:t> Delay</a:t>
            </a:r>
          </a:p>
          <a:p>
            <a:pPr marL="0" indent="0">
              <a:buNone/>
            </a:pPr>
            <a:r>
              <a:rPr lang="en-US" altLang="ko-KR" sz="1200" b="0" i="0" dirty="0"/>
              <a:t>			</a:t>
            </a:r>
            <a:r>
              <a:rPr lang="en-US" altLang="ko-KR" sz="1200" b="0" i="0" dirty="0" err="1"/>
              <a:t>TxData</a:t>
            </a:r>
            <a:r>
              <a:rPr lang="en-US" altLang="ko-KR" sz="1200" b="0" i="0" dirty="0"/>
              <a:t>[1] = 40;    // loop rep</a:t>
            </a:r>
          </a:p>
          <a:p>
            <a:pPr marL="0" indent="0">
              <a:buNone/>
            </a:pPr>
            <a:r>
              <a:rPr lang="en-US" altLang="ko-KR" sz="1200" b="0" i="0" dirty="0"/>
              <a:t>			</a:t>
            </a:r>
            <a:r>
              <a:rPr lang="en-US" altLang="ko-KR" sz="1200" b="0" i="0" dirty="0" err="1"/>
              <a:t>TxData</a:t>
            </a:r>
            <a:r>
              <a:rPr lang="en-US" altLang="ko-KR" sz="1200" b="0" i="0" dirty="0"/>
              <a:t>[2] = 0xaa;</a:t>
            </a:r>
          </a:p>
          <a:p>
            <a:pPr marL="0" indent="0">
              <a:buNone/>
            </a:pPr>
            <a:r>
              <a:rPr lang="en-US" altLang="ko-KR" sz="1200" b="0" i="0" dirty="0"/>
              <a:t>			</a:t>
            </a:r>
            <a:r>
              <a:rPr lang="en-US" altLang="ko-KR" sz="1200" b="0" i="0" dirty="0" err="1"/>
              <a:t>TxData</a:t>
            </a:r>
            <a:r>
              <a:rPr lang="en-US" altLang="ko-KR" sz="1200" b="0" i="0" dirty="0"/>
              <a:t>[3] = 0xaa;</a:t>
            </a:r>
          </a:p>
          <a:p>
            <a:pPr marL="0" indent="0">
              <a:buNone/>
            </a:pPr>
            <a:r>
              <a:rPr lang="en-US" altLang="ko-KR" sz="1200" b="0" i="0" dirty="0"/>
              <a:t>			</a:t>
            </a:r>
            <a:r>
              <a:rPr lang="en-US" altLang="ko-KR" sz="1200" b="0" i="0" dirty="0" err="1"/>
              <a:t>TxData</a:t>
            </a:r>
            <a:r>
              <a:rPr lang="en-US" altLang="ko-KR" sz="1200" b="0" i="0" dirty="0"/>
              <a:t>[4] = 0xaa;</a:t>
            </a:r>
          </a:p>
          <a:p>
            <a:pPr marL="0" indent="0">
              <a:buNone/>
            </a:pPr>
            <a:r>
              <a:rPr lang="en-US" altLang="ko-KR" sz="1200" b="0" i="0" dirty="0"/>
              <a:t>			</a:t>
            </a:r>
            <a:r>
              <a:rPr lang="en-US" altLang="ko-KR" sz="1200" b="0" i="0" dirty="0" err="1"/>
              <a:t>TxData</a:t>
            </a:r>
            <a:r>
              <a:rPr lang="en-US" altLang="ko-KR" sz="1200" b="0" i="0" dirty="0"/>
              <a:t>[5] = 0xaa;</a:t>
            </a:r>
          </a:p>
          <a:p>
            <a:pPr marL="0" indent="0">
              <a:buNone/>
            </a:pPr>
            <a:r>
              <a:rPr lang="en-US" altLang="ko-KR" sz="1200" b="0" i="0" dirty="0"/>
              <a:t>			</a:t>
            </a:r>
            <a:r>
              <a:rPr lang="en-US" altLang="ko-KR" sz="1200" b="0" i="0" dirty="0" err="1"/>
              <a:t>TxData</a:t>
            </a:r>
            <a:r>
              <a:rPr lang="en-US" altLang="ko-KR" sz="1200" b="0" i="0" dirty="0"/>
              <a:t>[6] = 0xaa;</a:t>
            </a:r>
          </a:p>
          <a:p>
            <a:pPr marL="0" indent="0">
              <a:buNone/>
            </a:pPr>
            <a:r>
              <a:rPr lang="en-US" altLang="ko-KR" sz="1200" b="0" i="0" dirty="0"/>
              <a:t>			</a:t>
            </a:r>
            <a:r>
              <a:rPr lang="en-US" altLang="ko-KR" sz="1200" b="0" i="0" dirty="0" err="1"/>
              <a:t>TxData</a:t>
            </a:r>
            <a:r>
              <a:rPr lang="en-US" altLang="ko-KR" sz="1200" b="0" i="0" dirty="0"/>
              <a:t>[7] = 0xaa;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			if(</a:t>
            </a:r>
            <a:r>
              <a:rPr lang="en-US" altLang="ko-KR" sz="1200" b="0" i="0" dirty="0" err="1"/>
              <a:t>HAL_CAN_AddTxMessage</a:t>
            </a:r>
            <a:r>
              <a:rPr lang="en-US" altLang="ko-KR" sz="1200" b="0" i="0" dirty="0"/>
              <a:t>(&amp;hcan1, &amp;</a:t>
            </a:r>
            <a:r>
              <a:rPr lang="en-US" altLang="ko-KR" sz="1200" b="0" i="0" dirty="0" err="1"/>
              <a:t>TxHeader</a:t>
            </a:r>
            <a:r>
              <a:rPr lang="en-US" altLang="ko-KR" sz="1200" b="0" i="0" dirty="0"/>
              <a:t>, </a:t>
            </a:r>
            <a:r>
              <a:rPr lang="en-US" altLang="ko-KR" sz="1200" b="0" i="0" dirty="0" err="1"/>
              <a:t>TxData</a:t>
            </a:r>
            <a:r>
              <a:rPr lang="en-US" altLang="ko-KR" sz="1200" b="0" i="0" dirty="0"/>
              <a:t>, &amp;</a:t>
            </a:r>
            <a:r>
              <a:rPr lang="en-US" altLang="ko-KR" sz="1200" b="0" i="0" dirty="0" err="1"/>
              <a:t>TxMailbox</a:t>
            </a:r>
            <a:r>
              <a:rPr lang="en-US" altLang="ko-KR" sz="1200" b="0" i="0" dirty="0"/>
              <a:t>) != HAL_OK)</a:t>
            </a:r>
          </a:p>
          <a:p>
            <a:pPr marL="0" indent="0">
              <a:buNone/>
            </a:pPr>
            <a:r>
              <a:rPr lang="en-US" altLang="ko-KR" sz="1200" b="0" i="0" dirty="0"/>
              <a:t>			{</a:t>
            </a:r>
          </a:p>
          <a:p>
            <a:pPr marL="0" indent="0">
              <a:buNone/>
            </a:pPr>
            <a:r>
              <a:rPr lang="en-US" altLang="ko-KR" sz="1200" b="0" i="0" dirty="0"/>
              <a:t>			  </a:t>
            </a:r>
            <a:r>
              <a:rPr lang="en-US" altLang="ko-KR" sz="1200" b="0" i="0" dirty="0" err="1"/>
              <a:t>Error_Handler</a:t>
            </a:r>
            <a:r>
              <a:rPr lang="en-US" altLang="ko-KR" sz="1200" b="0" i="0" dirty="0"/>
              <a:t>();</a:t>
            </a:r>
          </a:p>
          <a:p>
            <a:pPr marL="0" indent="0">
              <a:buNone/>
            </a:pPr>
            <a:r>
              <a:rPr lang="en-US" altLang="ko-KR" sz="1200" b="0" i="0" dirty="0"/>
              <a:t>			}</a:t>
            </a:r>
          </a:p>
          <a:p>
            <a:pPr marL="0" indent="0">
              <a:buNone/>
            </a:pPr>
            <a:r>
              <a:rPr lang="en-US" altLang="ko-KR" sz="1200" b="0" i="0" dirty="0"/>
              <a:t>			</a:t>
            </a:r>
            <a:r>
              <a:rPr lang="en-US" altLang="ko-KR" sz="1200" b="0" i="0" dirty="0" err="1"/>
              <a:t>printf</a:t>
            </a:r>
            <a:r>
              <a:rPr lang="en-US" altLang="ko-KR" sz="1200" b="0" i="0" dirty="0"/>
              <a:t>("TX:%02x %02x %02x %02x %02x %02x %02x %02x\r\n", </a:t>
            </a:r>
            <a:r>
              <a:rPr lang="en-US" altLang="ko-KR" sz="1200" b="0" i="0" dirty="0" err="1"/>
              <a:t>TxData</a:t>
            </a:r>
            <a:r>
              <a:rPr lang="en-US" altLang="ko-KR" sz="1200" b="0" i="0" dirty="0"/>
              <a:t>[0], </a:t>
            </a:r>
            <a:r>
              <a:rPr lang="en-US" altLang="ko-KR" sz="1200" b="0" i="0" dirty="0" err="1"/>
              <a:t>TxData</a:t>
            </a:r>
            <a:r>
              <a:rPr lang="en-US" altLang="ko-KR" sz="1200" b="0" i="0" dirty="0"/>
              <a:t>[1], </a:t>
            </a:r>
            <a:r>
              <a:rPr lang="en-US" altLang="ko-KR" sz="1200" b="0" i="0" dirty="0" err="1"/>
              <a:t>TxData</a:t>
            </a:r>
            <a:r>
              <a:rPr lang="en-US" altLang="ko-KR" sz="1200" b="0" i="0" dirty="0"/>
              <a:t>[2], </a:t>
            </a:r>
            <a:r>
              <a:rPr lang="en-US" altLang="ko-KR" sz="1200" b="0" i="0" dirty="0" err="1"/>
              <a:t>TxData</a:t>
            </a:r>
            <a:r>
              <a:rPr lang="en-US" altLang="ko-KR" sz="1200" b="0" i="0" dirty="0"/>
              <a:t>[3], </a:t>
            </a:r>
            <a:r>
              <a:rPr lang="en-US" altLang="ko-KR" sz="1200" b="0" i="0" dirty="0" err="1"/>
              <a:t>TxData</a:t>
            </a:r>
            <a:r>
              <a:rPr lang="en-US" altLang="ko-KR" sz="1200" b="0" i="0" dirty="0"/>
              <a:t>[4], </a:t>
            </a:r>
            <a:r>
              <a:rPr lang="en-US" altLang="ko-KR" sz="1200" b="0" i="0" dirty="0" err="1"/>
              <a:t>TxData</a:t>
            </a:r>
            <a:r>
              <a:rPr lang="en-US" altLang="ko-KR" sz="1200" b="0" i="0" dirty="0"/>
              <a:t>[5], </a:t>
            </a:r>
            <a:r>
              <a:rPr lang="en-US" altLang="ko-KR" sz="1200" b="0" i="0" dirty="0" err="1"/>
              <a:t>TxData</a:t>
            </a:r>
            <a:r>
              <a:rPr lang="en-US" altLang="ko-KR" sz="1200" b="0" i="0" dirty="0"/>
              <a:t>[6], </a:t>
            </a:r>
            <a:r>
              <a:rPr lang="en-US" altLang="ko-KR" sz="1200" b="0" i="0" dirty="0" err="1"/>
              <a:t>TxData</a:t>
            </a:r>
            <a:r>
              <a:rPr lang="en-US" altLang="ko-KR" sz="1200" b="0" i="0" dirty="0"/>
              <a:t>[7]);</a:t>
            </a:r>
          </a:p>
          <a:p>
            <a:pPr marL="0" indent="0">
              <a:buNone/>
            </a:pPr>
            <a:r>
              <a:rPr lang="en-US" altLang="ko-KR" sz="1200" b="0" i="0" dirty="0"/>
              <a:t>		}</a:t>
            </a:r>
          </a:p>
          <a:p>
            <a:pPr marL="0" indent="0">
              <a:buNone/>
            </a:pPr>
            <a:r>
              <a:rPr lang="en-US" altLang="ko-KR" sz="1200" b="0" i="0" dirty="0"/>
              <a:t>	}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</p:spTree>
    <p:extLst>
      <p:ext uri="{BB962C8B-B14F-4D97-AF65-F5344CB8AC3E}">
        <p14:creationId xmlns:p14="http://schemas.microsoft.com/office/powerpoint/2010/main" val="17243262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9DA6F-34D2-A333-3AC1-FC4DB9197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AD5EF3-7BA6-1292-B328-D4BD28376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</a:t>
            </a:r>
            <a:r>
              <a:rPr lang="ko-KR" altLang="en-US" dirty="0"/>
              <a:t>수정 </a:t>
            </a:r>
            <a:r>
              <a:rPr lang="en-US" altLang="ko-KR" dirty="0"/>
              <a:t>– CAN RX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4DC12-5B6A-C508-2909-D4D271A7BDC6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ko-KR" altLang="en-US" b="0" i="0" kern="0" dirty="0"/>
              <a:t>수신 메시지 </a:t>
            </a:r>
            <a:r>
              <a:rPr lang="en-US" altLang="ko-KR" b="0" i="0" kern="0" dirty="0"/>
              <a:t>ID</a:t>
            </a:r>
            <a:r>
              <a:rPr lang="ko-KR" altLang="en-US" b="0" i="0" kern="0" dirty="0"/>
              <a:t>를 </a:t>
            </a:r>
            <a:r>
              <a:rPr lang="en-US" altLang="ko-KR" b="0" i="0" kern="0" dirty="0"/>
              <a:t>0x446</a:t>
            </a:r>
            <a:r>
              <a:rPr lang="ko-KR" altLang="en-US" b="0" i="0" kern="0" dirty="0"/>
              <a:t>으로 설정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pPr marL="0" indent="0">
              <a:buNone/>
            </a:pPr>
            <a:r>
              <a:rPr lang="en-US" altLang="ko-KR" sz="1200" b="0" i="0" dirty="0"/>
              <a:t> static void MX_CAN1_Init(void)</a:t>
            </a:r>
          </a:p>
          <a:p>
            <a:pPr marL="0" indent="0">
              <a:buNone/>
            </a:pPr>
            <a:r>
              <a:rPr lang="en-US" altLang="ko-KR" sz="1200" b="0" i="0" dirty="0"/>
              <a:t>{</a:t>
            </a:r>
          </a:p>
          <a:p>
            <a:pPr marL="0" indent="0">
              <a:buNone/>
            </a:pPr>
            <a:r>
              <a:rPr lang="en-US" altLang="ko-KR" sz="1200" b="0" i="0" dirty="0"/>
              <a:t>  /* USER CODE BEGIN CAN1_Init 2 */</a:t>
            </a:r>
          </a:p>
          <a:p>
            <a:pPr marL="0" indent="0">
              <a:buNone/>
            </a:pPr>
            <a:r>
              <a:rPr lang="en-US" altLang="ko-KR" sz="1200" b="0" i="0" dirty="0"/>
              <a:t>   </a:t>
            </a:r>
            <a:r>
              <a:rPr lang="en-US" altLang="ko-KR" sz="1200" b="0" i="0" dirty="0" err="1"/>
              <a:t>CAN_FilterTypeDef</a:t>
            </a:r>
            <a:r>
              <a:rPr lang="en-US" altLang="ko-KR" sz="1200" b="0" i="0" dirty="0"/>
              <a:t> </a:t>
            </a:r>
            <a:r>
              <a:rPr lang="en-US" altLang="ko-KR" sz="1200" b="0" i="0" dirty="0" err="1"/>
              <a:t>canfilterconfig</a:t>
            </a:r>
            <a:r>
              <a:rPr lang="en-US" altLang="ko-KR" sz="1200" b="0" i="0" dirty="0"/>
              <a:t>;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  </a:t>
            </a:r>
            <a:r>
              <a:rPr lang="en-US" altLang="ko-KR" sz="1200" b="0" i="0" dirty="0" err="1"/>
              <a:t>canfilterconfig.FilterActivation</a:t>
            </a:r>
            <a:r>
              <a:rPr lang="en-US" altLang="ko-KR" sz="1200" b="0" i="0" dirty="0"/>
              <a:t> = CAN_FILTER_ENABLE;</a:t>
            </a:r>
          </a:p>
          <a:p>
            <a:pPr marL="0" indent="0">
              <a:buNone/>
            </a:pPr>
            <a:r>
              <a:rPr lang="en-US" altLang="ko-KR" sz="1200" b="0" i="0" dirty="0"/>
              <a:t>  </a:t>
            </a:r>
            <a:r>
              <a:rPr lang="en-US" altLang="ko-KR" sz="1200" b="0" i="0" dirty="0" err="1"/>
              <a:t>canfilterconfig.FilterBank</a:t>
            </a:r>
            <a:r>
              <a:rPr lang="en-US" altLang="ko-KR" sz="1200" b="0" i="0" dirty="0"/>
              <a:t> = 18;  // which filter bank to use from the assigned ones</a:t>
            </a:r>
          </a:p>
          <a:p>
            <a:pPr marL="0" indent="0">
              <a:buNone/>
            </a:pPr>
            <a:r>
              <a:rPr lang="en-US" altLang="ko-KR" sz="1200" b="0" i="0" dirty="0"/>
              <a:t>  </a:t>
            </a:r>
            <a:r>
              <a:rPr lang="en-US" altLang="ko-KR" sz="1200" b="0" i="0" dirty="0" err="1"/>
              <a:t>canfilterconfig.FilterFIFOAssignment</a:t>
            </a:r>
            <a:r>
              <a:rPr lang="en-US" altLang="ko-KR" sz="1200" b="0" i="0" dirty="0"/>
              <a:t> = CAN_RX_FIFO0;</a:t>
            </a:r>
          </a:p>
          <a:p>
            <a:pPr marL="0" indent="0">
              <a:buNone/>
            </a:pPr>
            <a:r>
              <a:rPr lang="en-US" altLang="ko-KR" sz="1200" b="0" i="0" dirty="0"/>
              <a:t>  </a:t>
            </a:r>
            <a:r>
              <a:rPr lang="en-US" altLang="ko-KR" sz="1200" b="0" i="0" dirty="0" err="1"/>
              <a:t>canfilterconfig.FilterIdHigh</a:t>
            </a:r>
            <a:r>
              <a:rPr lang="en-US" altLang="ko-KR" sz="1200" b="0" i="0" dirty="0"/>
              <a:t> = 0x446&lt;&lt;5;</a:t>
            </a:r>
          </a:p>
          <a:p>
            <a:pPr marL="0" indent="0">
              <a:buNone/>
            </a:pPr>
            <a:r>
              <a:rPr lang="en-US" altLang="ko-KR" sz="1200" b="0" i="0" dirty="0"/>
              <a:t>  </a:t>
            </a:r>
            <a:r>
              <a:rPr lang="en-US" altLang="ko-KR" sz="1200" b="0" i="0" dirty="0" err="1"/>
              <a:t>canfilterconfig.FilterIdLow</a:t>
            </a:r>
            <a:r>
              <a:rPr lang="en-US" altLang="ko-KR" sz="1200" b="0" i="0" dirty="0"/>
              <a:t> = 0;</a:t>
            </a:r>
          </a:p>
          <a:p>
            <a:pPr marL="0" indent="0">
              <a:buNone/>
            </a:pPr>
            <a:r>
              <a:rPr lang="en-US" altLang="ko-KR" sz="1200" b="0" i="0" dirty="0"/>
              <a:t>  </a:t>
            </a:r>
            <a:r>
              <a:rPr lang="en-US" altLang="ko-KR" sz="1200" b="0" i="0" dirty="0" err="1"/>
              <a:t>canfilterconfig.FilterMaskIdHigh</a:t>
            </a:r>
            <a:r>
              <a:rPr lang="en-US" altLang="ko-KR" sz="1200" b="0" i="0" dirty="0"/>
              <a:t> = 0x446&lt;&lt;5;</a:t>
            </a:r>
          </a:p>
          <a:p>
            <a:pPr marL="0" indent="0">
              <a:buNone/>
            </a:pPr>
            <a:r>
              <a:rPr lang="en-US" altLang="ko-KR" sz="1200" b="0" i="0" dirty="0"/>
              <a:t>  </a:t>
            </a:r>
            <a:r>
              <a:rPr lang="en-US" altLang="ko-KR" sz="1200" b="0" i="0" dirty="0" err="1"/>
              <a:t>canfilterconfig.FilterMaskIdLow</a:t>
            </a:r>
            <a:r>
              <a:rPr lang="en-US" altLang="ko-KR" sz="1200" b="0" i="0" dirty="0"/>
              <a:t> = 0x0000;</a:t>
            </a:r>
          </a:p>
          <a:p>
            <a:pPr marL="0" indent="0">
              <a:buNone/>
            </a:pPr>
            <a:r>
              <a:rPr lang="en-US" altLang="ko-KR" sz="1200" b="0" i="0" dirty="0"/>
              <a:t>  </a:t>
            </a:r>
            <a:r>
              <a:rPr lang="en-US" altLang="ko-KR" sz="1200" b="0" i="0" dirty="0" err="1"/>
              <a:t>canfilterconfig.FilterMode</a:t>
            </a:r>
            <a:r>
              <a:rPr lang="en-US" altLang="ko-KR" sz="1200" b="0" i="0" dirty="0"/>
              <a:t> = CAN_FILTERMODE_IDMASK;</a:t>
            </a:r>
          </a:p>
          <a:p>
            <a:pPr marL="0" indent="0">
              <a:buNone/>
            </a:pPr>
            <a:r>
              <a:rPr lang="en-US" altLang="ko-KR" sz="1200" b="0" i="0" dirty="0"/>
              <a:t>  </a:t>
            </a:r>
            <a:r>
              <a:rPr lang="en-US" altLang="ko-KR" sz="1200" b="0" i="0" dirty="0" err="1"/>
              <a:t>canfilterconfig.FilterScale</a:t>
            </a:r>
            <a:r>
              <a:rPr lang="en-US" altLang="ko-KR" sz="1200" b="0" i="0" dirty="0"/>
              <a:t> = CAN_FILTERSCALE_32BIT;</a:t>
            </a:r>
          </a:p>
          <a:p>
            <a:pPr marL="0" indent="0">
              <a:buNone/>
            </a:pPr>
            <a:r>
              <a:rPr lang="en-US" altLang="ko-KR" sz="1200" b="0" i="0" dirty="0"/>
              <a:t>  </a:t>
            </a:r>
            <a:r>
              <a:rPr lang="en-US" altLang="ko-KR" sz="1200" b="0" i="0" dirty="0" err="1"/>
              <a:t>canfilterconfig.SlaveStartFilterBank</a:t>
            </a:r>
            <a:r>
              <a:rPr lang="en-US" altLang="ko-KR" sz="1200" b="0" i="0" dirty="0"/>
              <a:t> = 20;  // how many filters to assign to the CAN1 (master can)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  if(</a:t>
            </a:r>
            <a:r>
              <a:rPr lang="en-US" altLang="ko-KR" sz="1200" b="0" i="0" dirty="0" err="1"/>
              <a:t>HAL_CAN_ConfigFilter</a:t>
            </a:r>
            <a:r>
              <a:rPr lang="en-US" altLang="ko-KR" sz="1200" b="0" i="0" dirty="0"/>
              <a:t>(&amp;hcan1, &amp;</a:t>
            </a:r>
            <a:r>
              <a:rPr lang="en-US" altLang="ko-KR" sz="1200" b="0" i="0" dirty="0" err="1"/>
              <a:t>canfilterconfig</a:t>
            </a:r>
            <a:r>
              <a:rPr lang="en-US" altLang="ko-KR" sz="1200" b="0" i="0" dirty="0"/>
              <a:t>) != HAL_OK)</a:t>
            </a:r>
          </a:p>
          <a:p>
            <a:pPr marL="0" indent="0">
              <a:buNone/>
            </a:pPr>
            <a:r>
              <a:rPr lang="en-US" altLang="ko-KR" sz="1200" b="0" i="0" dirty="0"/>
              <a:t>  {</a:t>
            </a:r>
          </a:p>
          <a:p>
            <a:pPr marL="0" indent="0">
              <a:buNone/>
            </a:pPr>
            <a:r>
              <a:rPr lang="en-US" altLang="ko-KR" sz="1200" b="0" i="0" dirty="0"/>
              <a:t>    </a:t>
            </a:r>
            <a:r>
              <a:rPr lang="en-US" altLang="ko-KR" sz="1200" b="0" i="0" dirty="0" err="1"/>
              <a:t>Error_Handler</a:t>
            </a:r>
            <a:r>
              <a:rPr lang="en-US" altLang="ko-KR" sz="1200" b="0" i="0" dirty="0"/>
              <a:t>();</a:t>
            </a:r>
          </a:p>
          <a:p>
            <a:pPr marL="0" indent="0">
              <a:buNone/>
            </a:pPr>
            <a:r>
              <a:rPr lang="en-US" altLang="ko-KR" sz="1200" b="0" i="0" dirty="0"/>
              <a:t>  }</a:t>
            </a:r>
          </a:p>
          <a:p>
            <a:pPr marL="0" indent="0">
              <a:buNone/>
            </a:pPr>
            <a:r>
              <a:rPr lang="en-US" altLang="ko-KR" sz="1200" b="0" i="0" dirty="0"/>
              <a:t>  /* USER CODE END CAN1_Init 2 */</a:t>
            </a:r>
          </a:p>
          <a:p>
            <a:pPr marL="0" indent="0">
              <a:buNone/>
            </a:pPr>
            <a:r>
              <a:rPr lang="en-US" altLang="ko-KR" sz="1200" b="0" i="0" dirty="0"/>
              <a:t>}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</p:spTree>
    <p:extLst>
      <p:ext uri="{BB962C8B-B14F-4D97-AF65-F5344CB8AC3E}">
        <p14:creationId xmlns:p14="http://schemas.microsoft.com/office/powerpoint/2010/main" val="3911196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5D4C2-DC8B-AFB5-53C9-DB4A3BEEB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8E3FE7-3D33-0468-7CE3-767631FDD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</a:t>
            </a:r>
            <a:r>
              <a:rPr lang="ko-KR" altLang="en-US" dirty="0"/>
              <a:t>수정 </a:t>
            </a:r>
            <a:r>
              <a:rPr lang="en-US" altLang="ko-KR" dirty="0"/>
              <a:t>– CAN RX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A06FD-4578-AA0E-762A-04FDE0341A1A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RX callback</a:t>
            </a:r>
            <a:r>
              <a:rPr lang="ko-KR" altLang="en-US" b="0" i="0" kern="0" dirty="0"/>
              <a:t>을 활성화 하고 </a:t>
            </a:r>
            <a:r>
              <a:rPr lang="en-US" altLang="ko-KR" b="0" i="0" kern="0" dirty="0"/>
              <a:t>callback </a:t>
            </a:r>
            <a:r>
              <a:rPr lang="ko-KR" altLang="en-US" b="0" i="0" kern="0" dirty="0"/>
              <a:t>함수에서 메시지를 수신</a:t>
            </a:r>
            <a:r>
              <a:rPr lang="en-US" altLang="ko-KR" b="0" i="0" kern="0" dirty="0"/>
              <a:t>.</a:t>
            </a:r>
          </a:p>
          <a:p>
            <a:endParaRPr lang="en-US" altLang="ko-KR" b="0" i="0" kern="0" dirty="0"/>
          </a:p>
          <a:p>
            <a:pPr marL="0" indent="0">
              <a:buNone/>
            </a:pPr>
            <a:r>
              <a:rPr lang="en-US" altLang="ko-KR" sz="1200" b="0" i="0" dirty="0"/>
              <a:t>  // Activate the notification</a:t>
            </a:r>
          </a:p>
          <a:p>
            <a:pPr marL="0" indent="0">
              <a:buNone/>
            </a:pPr>
            <a:r>
              <a:rPr lang="en-US" altLang="ko-KR" sz="1200" b="0" i="0" dirty="0"/>
              <a:t>  if(</a:t>
            </a:r>
            <a:r>
              <a:rPr lang="en-US" altLang="ko-KR" sz="1200" b="0" i="0" dirty="0" err="1"/>
              <a:t>HAL_CAN_ActivateNotification</a:t>
            </a:r>
            <a:r>
              <a:rPr lang="en-US" altLang="ko-KR" sz="1200" b="0" i="0" dirty="0"/>
              <a:t>(&amp;hcan1, CAN_IT_RX_FIFO0_MSG_PENDING) != HAL_OK)</a:t>
            </a:r>
          </a:p>
          <a:p>
            <a:pPr marL="0" indent="0">
              <a:buNone/>
            </a:pPr>
            <a:r>
              <a:rPr lang="en-US" altLang="ko-KR" sz="1200" b="0" i="0" dirty="0"/>
              <a:t>  {</a:t>
            </a:r>
          </a:p>
          <a:p>
            <a:pPr marL="0" indent="0">
              <a:buNone/>
            </a:pPr>
            <a:r>
              <a:rPr lang="en-US" altLang="ko-KR" sz="1200" b="0" i="0" dirty="0"/>
              <a:t>    </a:t>
            </a:r>
            <a:r>
              <a:rPr lang="en-US" altLang="ko-KR" sz="1200" b="0" i="0" dirty="0" err="1"/>
              <a:t>Error_Handler</a:t>
            </a:r>
            <a:r>
              <a:rPr lang="en-US" altLang="ko-KR" sz="1200" b="0" i="0" dirty="0"/>
              <a:t>();</a:t>
            </a:r>
          </a:p>
          <a:p>
            <a:pPr marL="0" indent="0">
              <a:buNone/>
            </a:pPr>
            <a:r>
              <a:rPr lang="en-US" altLang="ko-KR" sz="1200" b="0" i="0" dirty="0"/>
              <a:t>  }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void HAL_CAN_RxFifo0MsgPendingCallback(</a:t>
            </a:r>
            <a:r>
              <a:rPr lang="en-US" altLang="ko-KR" sz="1200" b="0" i="0" dirty="0" err="1"/>
              <a:t>CAN_HandleTypeDef</a:t>
            </a:r>
            <a:r>
              <a:rPr lang="en-US" altLang="ko-KR" sz="1200" b="0" i="0" dirty="0"/>
              <a:t> *</a:t>
            </a:r>
            <a:r>
              <a:rPr lang="en-US" altLang="ko-KR" sz="1200" b="0" i="0" dirty="0" err="1"/>
              <a:t>hcan</a:t>
            </a:r>
            <a:r>
              <a:rPr lang="en-US" altLang="ko-KR" sz="1200" b="0" i="0" dirty="0"/>
              <a:t>)</a:t>
            </a:r>
          </a:p>
          <a:p>
            <a:pPr marL="0" indent="0">
              <a:buNone/>
            </a:pPr>
            <a:r>
              <a:rPr lang="en-US" altLang="ko-KR" sz="1200" b="0" i="0" dirty="0"/>
              <a:t>{</a:t>
            </a:r>
          </a:p>
          <a:p>
            <a:pPr marL="0" indent="0">
              <a:buNone/>
            </a:pPr>
            <a:r>
              <a:rPr lang="en-US" altLang="ko-KR" sz="1200" b="0" i="0" dirty="0"/>
              <a:t>	if(</a:t>
            </a:r>
            <a:r>
              <a:rPr lang="en-US" altLang="ko-KR" sz="1200" b="0" i="0" dirty="0" err="1"/>
              <a:t>HAL_CAN_GetRxMessage</a:t>
            </a:r>
            <a:r>
              <a:rPr lang="en-US" altLang="ko-KR" sz="1200" b="0" i="0" dirty="0"/>
              <a:t>(</a:t>
            </a:r>
            <a:r>
              <a:rPr lang="en-US" altLang="ko-KR" sz="1200" b="0" i="0" dirty="0" err="1"/>
              <a:t>hcan</a:t>
            </a:r>
            <a:r>
              <a:rPr lang="en-US" altLang="ko-KR" sz="1200" b="0" i="0" dirty="0"/>
              <a:t>, CAN_RX_FIFO0, &amp;</a:t>
            </a:r>
            <a:r>
              <a:rPr lang="en-US" altLang="ko-KR" sz="1200" b="0" i="0" dirty="0" err="1"/>
              <a:t>RxHeader</a:t>
            </a:r>
            <a:r>
              <a:rPr lang="en-US" altLang="ko-KR" sz="1200" b="0" i="0" dirty="0"/>
              <a:t>, </a:t>
            </a:r>
            <a:r>
              <a:rPr lang="en-US" altLang="ko-KR" sz="1200" b="0" i="0" dirty="0" err="1"/>
              <a:t>RxData</a:t>
            </a:r>
            <a:r>
              <a:rPr lang="en-US" altLang="ko-KR" sz="1200" b="0" i="0" dirty="0"/>
              <a:t>) != HAL_OK)</a:t>
            </a:r>
          </a:p>
          <a:p>
            <a:pPr marL="0" indent="0">
              <a:buNone/>
            </a:pPr>
            <a:r>
              <a:rPr lang="en-US" altLang="ko-KR" sz="1200" b="0" i="0" dirty="0"/>
              <a:t>	{</a:t>
            </a:r>
          </a:p>
          <a:p>
            <a:pPr marL="0" indent="0">
              <a:buNone/>
            </a:pPr>
            <a:r>
              <a:rPr lang="en-US" altLang="ko-KR" sz="1200" b="0" i="0" dirty="0"/>
              <a:t>	  </a:t>
            </a:r>
            <a:r>
              <a:rPr lang="en-US" altLang="ko-KR" sz="1200" b="0" i="0" dirty="0" err="1"/>
              <a:t>Error_Handler</a:t>
            </a:r>
            <a:r>
              <a:rPr lang="en-US" altLang="ko-KR" sz="1200" b="0" i="0" dirty="0"/>
              <a:t>();</a:t>
            </a:r>
          </a:p>
          <a:p>
            <a:pPr marL="0" indent="0">
              <a:buNone/>
            </a:pPr>
            <a:r>
              <a:rPr lang="en-US" altLang="ko-KR" sz="1200" b="0" i="0" dirty="0"/>
              <a:t>	}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	if (</a:t>
            </a:r>
            <a:r>
              <a:rPr lang="en-US" altLang="ko-KR" sz="1200" b="0" i="0" dirty="0" err="1"/>
              <a:t>RxHeader.DLC</a:t>
            </a:r>
            <a:r>
              <a:rPr lang="en-US" altLang="ko-KR" sz="1200" b="0" i="0" dirty="0"/>
              <a:t> == 8)</a:t>
            </a:r>
          </a:p>
          <a:p>
            <a:pPr marL="0" indent="0">
              <a:buNone/>
            </a:pPr>
            <a:r>
              <a:rPr lang="en-US" altLang="ko-KR" sz="1200" b="0" i="0" dirty="0"/>
              <a:t>	{</a:t>
            </a:r>
          </a:p>
          <a:p>
            <a:pPr marL="0" indent="0">
              <a:buNone/>
            </a:pPr>
            <a:r>
              <a:rPr lang="en-US" altLang="ko-KR" sz="1200" b="0" i="0" dirty="0"/>
              <a:t>		</a:t>
            </a:r>
            <a:r>
              <a:rPr lang="en-US" altLang="ko-KR" sz="1200" b="0" i="0" dirty="0" err="1"/>
              <a:t>datacheck</a:t>
            </a:r>
            <a:r>
              <a:rPr lang="en-US" altLang="ko-KR" sz="1200" b="0" i="0" dirty="0"/>
              <a:t> = 1;</a:t>
            </a:r>
          </a:p>
          <a:p>
            <a:pPr marL="0" indent="0">
              <a:buNone/>
            </a:pPr>
            <a:r>
              <a:rPr lang="en-US" altLang="ko-KR" sz="1200" b="0" i="0" dirty="0"/>
              <a:t>	}</a:t>
            </a:r>
          </a:p>
          <a:p>
            <a:pPr marL="0" indent="0">
              <a:buNone/>
            </a:pPr>
            <a:r>
              <a:rPr lang="en-US" altLang="ko-KR" sz="1200" b="0" i="0" dirty="0"/>
              <a:t>}</a:t>
            </a:r>
          </a:p>
          <a:p>
            <a:pPr marL="0" indent="0">
              <a:buNone/>
            </a:pPr>
            <a:r>
              <a:rPr lang="en-US" altLang="ko-KR" sz="1200" b="0" i="0" dirty="0"/>
              <a:t>/* USER CODE END 0 */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</p:spTree>
    <p:extLst>
      <p:ext uri="{BB962C8B-B14F-4D97-AF65-F5344CB8AC3E}">
        <p14:creationId xmlns:p14="http://schemas.microsoft.com/office/powerpoint/2010/main" val="9208756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4782C-DD01-7F9B-D7CB-106DF2F55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97538E-DC7A-BF5D-CBAF-26D2BD956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</a:t>
            </a:r>
            <a:r>
              <a:rPr lang="ko-KR" altLang="en-US" dirty="0"/>
              <a:t>수정 </a:t>
            </a:r>
            <a:r>
              <a:rPr lang="en-US" altLang="ko-KR" dirty="0"/>
              <a:t>– CAN RX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B355F-05F5-32DD-A608-8829FFE49E6E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ko-KR" altLang="en-US" b="0" i="0" kern="0" dirty="0"/>
              <a:t> </a:t>
            </a:r>
            <a:r>
              <a:rPr lang="en-US" altLang="ko-KR" b="0" i="0" kern="0" dirty="0"/>
              <a:t>Main loop</a:t>
            </a:r>
            <a:r>
              <a:rPr lang="ko-KR" altLang="en-US" b="0" i="0" kern="0" dirty="0"/>
              <a:t>에서 수신 메시지 프린트</a:t>
            </a:r>
            <a:r>
              <a:rPr lang="en-US" altLang="ko-KR" b="0" i="0" kern="0" dirty="0"/>
              <a:t>.</a:t>
            </a:r>
          </a:p>
          <a:p>
            <a:endParaRPr lang="en-US" altLang="ko-KR" b="0" i="0" kern="0" dirty="0"/>
          </a:p>
          <a:p>
            <a:pPr marL="0" indent="0">
              <a:buNone/>
            </a:pPr>
            <a:r>
              <a:rPr lang="en-US" altLang="ko-KR" sz="1200" b="0" i="0" dirty="0"/>
              <a:t>   /* Infinite loop */</a:t>
            </a:r>
          </a:p>
          <a:p>
            <a:pPr marL="0" indent="0">
              <a:buNone/>
            </a:pPr>
            <a:r>
              <a:rPr lang="en-US" altLang="ko-KR" sz="1200" b="0" i="0" dirty="0"/>
              <a:t>  /* USER CODE BEGIN WHILE */</a:t>
            </a:r>
          </a:p>
          <a:p>
            <a:pPr marL="0" indent="0">
              <a:buNone/>
            </a:pPr>
            <a:r>
              <a:rPr lang="en-US" altLang="ko-KR" sz="1200" b="0" i="0" dirty="0"/>
              <a:t>  while (1)</a:t>
            </a:r>
          </a:p>
          <a:p>
            <a:pPr marL="0" indent="0">
              <a:buNone/>
            </a:pPr>
            <a:r>
              <a:rPr lang="en-US" altLang="ko-KR" sz="1200" b="0" i="0" dirty="0"/>
              <a:t>  {</a:t>
            </a:r>
          </a:p>
          <a:p>
            <a:pPr marL="0" indent="0">
              <a:buNone/>
            </a:pPr>
            <a:r>
              <a:rPr lang="en-US" altLang="ko-KR" sz="1200" b="0" i="0" dirty="0"/>
              <a:t>    /* USER CODE END WHILE */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    /* USER CODE BEGIN 3 */</a:t>
            </a:r>
          </a:p>
          <a:p>
            <a:pPr marL="0" indent="0">
              <a:buNone/>
            </a:pPr>
            <a:r>
              <a:rPr lang="en-US" altLang="ko-KR" sz="1200" b="0" i="0" dirty="0"/>
              <a:t>	  if (</a:t>
            </a:r>
            <a:r>
              <a:rPr lang="en-US" altLang="ko-KR" sz="1200" b="0" i="0" dirty="0" err="1"/>
              <a:t>datacheck</a:t>
            </a:r>
            <a:r>
              <a:rPr lang="en-US" altLang="ko-KR" sz="1200" b="0" i="0" dirty="0"/>
              <a:t>)</a:t>
            </a:r>
          </a:p>
          <a:p>
            <a:pPr marL="0" indent="0">
              <a:buNone/>
            </a:pPr>
            <a:r>
              <a:rPr lang="en-US" altLang="ko-KR" sz="1200" b="0" i="0" dirty="0"/>
              <a:t>	  {</a:t>
            </a:r>
          </a:p>
          <a:p>
            <a:pPr marL="0" indent="0">
              <a:buNone/>
            </a:pPr>
            <a:r>
              <a:rPr lang="en-US" altLang="ko-KR" sz="1200" b="0" i="0" dirty="0"/>
              <a:t>		  </a:t>
            </a:r>
            <a:r>
              <a:rPr lang="en-US" altLang="ko-KR" sz="1200" b="0" i="0" dirty="0" err="1"/>
              <a:t>printf</a:t>
            </a:r>
            <a:r>
              <a:rPr lang="en-US" altLang="ko-KR" sz="1200" b="0" i="0" dirty="0"/>
              <a:t>("RX:%02x %02x %02x %02x %02x %02x %02x %02x\r\n", </a:t>
            </a:r>
            <a:r>
              <a:rPr lang="en-US" altLang="ko-KR" sz="1200" b="0" i="0" dirty="0" err="1"/>
              <a:t>RxData</a:t>
            </a:r>
            <a:r>
              <a:rPr lang="en-US" altLang="ko-KR" sz="1200" b="0" i="0" dirty="0"/>
              <a:t>[0], </a:t>
            </a:r>
            <a:r>
              <a:rPr lang="en-US" altLang="ko-KR" sz="1200" b="0" i="0" dirty="0" err="1"/>
              <a:t>RxData</a:t>
            </a:r>
            <a:r>
              <a:rPr lang="en-US" altLang="ko-KR" sz="1200" b="0" i="0" dirty="0"/>
              <a:t>[1], </a:t>
            </a:r>
            <a:r>
              <a:rPr lang="en-US" altLang="ko-KR" sz="1200" b="0" i="0" dirty="0" err="1"/>
              <a:t>RxData</a:t>
            </a:r>
            <a:r>
              <a:rPr lang="en-US" altLang="ko-KR" sz="1200" b="0" i="0" dirty="0"/>
              <a:t>[2], </a:t>
            </a:r>
            <a:r>
              <a:rPr lang="en-US" altLang="ko-KR" sz="1200" b="0" i="0" dirty="0" err="1"/>
              <a:t>RxData</a:t>
            </a:r>
            <a:r>
              <a:rPr lang="en-US" altLang="ko-KR" sz="1200" b="0" i="0" dirty="0"/>
              <a:t>[3], </a:t>
            </a:r>
            <a:r>
              <a:rPr lang="en-US" altLang="ko-KR" sz="1200" b="0" i="0" dirty="0" err="1"/>
              <a:t>RxData</a:t>
            </a:r>
            <a:r>
              <a:rPr lang="en-US" altLang="ko-KR" sz="1200" b="0" i="0" dirty="0"/>
              <a:t>[4], </a:t>
            </a:r>
            <a:r>
              <a:rPr lang="en-US" altLang="ko-KR" sz="1200" b="0" i="0" dirty="0" err="1"/>
              <a:t>RxData</a:t>
            </a:r>
            <a:r>
              <a:rPr lang="en-US" altLang="ko-KR" sz="1200" b="0" i="0" dirty="0"/>
              <a:t>[5], </a:t>
            </a:r>
            <a:r>
              <a:rPr lang="en-US" altLang="ko-KR" sz="1200" b="0" i="0" dirty="0" err="1"/>
              <a:t>RxData</a:t>
            </a:r>
            <a:r>
              <a:rPr lang="en-US" altLang="ko-KR" sz="1200" b="0" i="0" dirty="0"/>
              <a:t>[6], </a:t>
            </a:r>
            <a:r>
              <a:rPr lang="en-US" altLang="ko-KR" sz="1200" b="0" i="0" dirty="0" err="1"/>
              <a:t>RxData</a:t>
            </a:r>
            <a:r>
              <a:rPr lang="en-US" altLang="ko-KR" sz="1200" b="0" i="0" dirty="0"/>
              <a:t>[7]);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			// blink the LED</a:t>
            </a:r>
          </a:p>
          <a:p>
            <a:pPr marL="0" indent="0">
              <a:buNone/>
            </a:pPr>
            <a:r>
              <a:rPr lang="en-US" altLang="ko-KR" sz="1200" b="0" i="0" dirty="0"/>
              <a:t>		  for (int </a:t>
            </a:r>
            <a:r>
              <a:rPr lang="en-US" altLang="ko-KR" sz="1200" b="0" i="0" dirty="0" err="1"/>
              <a:t>i</a:t>
            </a:r>
            <a:r>
              <a:rPr lang="en-US" altLang="ko-KR" sz="1200" b="0" i="0" dirty="0"/>
              <a:t>=0; </a:t>
            </a:r>
            <a:r>
              <a:rPr lang="en-US" altLang="ko-KR" sz="1200" b="0" i="0" dirty="0" err="1"/>
              <a:t>i</a:t>
            </a:r>
            <a:r>
              <a:rPr lang="en-US" altLang="ko-KR" sz="1200" b="0" i="0" dirty="0"/>
              <a:t>&lt;</a:t>
            </a:r>
            <a:r>
              <a:rPr lang="en-US" altLang="ko-KR" sz="1200" b="0" i="0" dirty="0" err="1"/>
              <a:t>RxData</a:t>
            </a:r>
            <a:r>
              <a:rPr lang="en-US" altLang="ko-KR" sz="1200" b="0" i="0" dirty="0"/>
              <a:t>[1]; </a:t>
            </a:r>
            <a:r>
              <a:rPr lang="en-US" altLang="ko-KR" sz="1200" b="0" i="0" dirty="0" err="1"/>
              <a:t>i</a:t>
            </a:r>
            <a:r>
              <a:rPr lang="en-US" altLang="ko-KR" sz="1200" b="0" i="0" dirty="0"/>
              <a:t>++)</a:t>
            </a:r>
          </a:p>
          <a:p>
            <a:pPr marL="0" indent="0">
              <a:buNone/>
            </a:pPr>
            <a:r>
              <a:rPr lang="en-US" altLang="ko-KR" sz="1200" b="0" i="0" dirty="0"/>
              <a:t>		  {</a:t>
            </a:r>
          </a:p>
          <a:p>
            <a:pPr marL="0" indent="0">
              <a:buNone/>
            </a:pPr>
            <a:r>
              <a:rPr lang="en-US" altLang="ko-KR" sz="1200" b="0" i="0" dirty="0"/>
              <a:t>			  </a:t>
            </a:r>
            <a:r>
              <a:rPr lang="en-US" altLang="ko-KR" sz="1200" b="0" i="0" dirty="0" err="1"/>
              <a:t>HAL_GPIO_TogglePin</a:t>
            </a:r>
            <a:r>
              <a:rPr lang="en-US" altLang="ko-KR" sz="1200" b="0" i="0"/>
              <a:t>(GPIOF, </a:t>
            </a:r>
            <a:r>
              <a:rPr lang="en-US" altLang="ko-KR" sz="1200" b="0" i="0" dirty="0"/>
              <a:t>LED1_Pin | LED2_Pin | LED3_Pin);</a:t>
            </a:r>
          </a:p>
          <a:p>
            <a:pPr marL="0" indent="0">
              <a:buNone/>
            </a:pPr>
            <a:r>
              <a:rPr lang="en-US" altLang="ko-KR" sz="1200" b="0" i="0" dirty="0"/>
              <a:t>			  </a:t>
            </a:r>
            <a:r>
              <a:rPr lang="en-US" altLang="ko-KR" sz="1200" b="0" i="0" dirty="0" err="1"/>
              <a:t>HAL_Delay</a:t>
            </a:r>
            <a:r>
              <a:rPr lang="en-US" altLang="ko-KR" sz="1200" b="0" i="0" dirty="0"/>
              <a:t>(</a:t>
            </a:r>
            <a:r>
              <a:rPr lang="en-US" altLang="ko-KR" sz="1200" b="0" i="0" dirty="0" err="1"/>
              <a:t>RxData</a:t>
            </a:r>
            <a:r>
              <a:rPr lang="en-US" altLang="ko-KR" sz="1200" b="0" i="0" dirty="0"/>
              <a:t>[0]);</a:t>
            </a:r>
          </a:p>
          <a:p>
            <a:pPr marL="0" indent="0">
              <a:buNone/>
            </a:pPr>
            <a:r>
              <a:rPr lang="en-US" altLang="ko-KR" sz="1200" b="0" i="0" dirty="0"/>
              <a:t>		  }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		  </a:t>
            </a:r>
            <a:r>
              <a:rPr lang="en-US" altLang="ko-KR" sz="1200" b="0" i="0" dirty="0" err="1"/>
              <a:t>datacheck</a:t>
            </a:r>
            <a:r>
              <a:rPr lang="en-US" altLang="ko-KR" sz="1200" b="0" i="0" dirty="0"/>
              <a:t> = 0;</a:t>
            </a:r>
          </a:p>
          <a:p>
            <a:pPr marL="0" indent="0">
              <a:buNone/>
            </a:pPr>
            <a:r>
              <a:rPr lang="en-US" altLang="ko-KR" sz="1200" b="0" i="0" dirty="0"/>
              <a:t>	  }</a:t>
            </a:r>
          </a:p>
          <a:p>
            <a:pPr marL="0" indent="0">
              <a:buNone/>
            </a:pPr>
            <a:r>
              <a:rPr lang="en-US" altLang="ko-KR" sz="1200" b="0" i="0" dirty="0"/>
              <a:t>  }</a:t>
            </a:r>
          </a:p>
          <a:p>
            <a:pPr marL="0" indent="0">
              <a:buNone/>
            </a:pPr>
            <a:r>
              <a:rPr lang="en-US" altLang="ko-KR" sz="1200" b="0" i="0" dirty="0"/>
              <a:t>  /* USER CODE END 3 */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</p:spTree>
    <p:extLst>
      <p:ext uri="{BB962C8B-B14F-4D97-AF65-F5344CB8AC3E}">
        <p14:creationId xmlns:p14="http://schemas.microsoft.com/office/powerpoint/2010/main" val="11726605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A4767-0E7A-E8D3-ABC6-6DF7ACEF4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129216-DF74-AAF1-8F0D-0C40F5AFF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Build</a:t>
            </a:r>
            <a:r>
              <a:rPr lang="ko-KR" alt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86E09-B1AD-4CC3-E143-56E52148A587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ko-KR" altLang="en-US" b="0" i="0" kern="0" dirty="0"/>
              <a:t>아래 버튼 클릭하여 </a:t>
            </a:r>
            <a:r>
              <a:rPr lang="en-US" altLang="ko-KR" b="0" i="0" kern="0" dirty="0"/>
              <a:t>Build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B538E2A-ECBE-73F7-2864-2D1034AF1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1484784"/>
            <a:ext cx="5200650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794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7755D-007D-0D13-8034-0ACC4F8BC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B0814A-47DF-9707-6D4B-1C2B9D69B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Build </a:t>
            </a:r>
            <a:r>
              <a:rPr lang="ko-KR" altLang="en-US" dirty="0"/>
              <a:t>결과물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A087B-9A95-B5F6-52C4-344BCB941593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ko-KR" altLang="en-US" b="0" i="0" kern="0" dirty="0"/>
              <a:t>빌드 결과물 이름은 </a:t>
            </a:r>
            <a:r>
              <a:rPr lang="en-US" altLang="ko-KR" b="0" i="0" kern="0" dirty="0"/>
              <a:t>[</a:t>
            </a:r>
            <a:r>
              <a:rPr lang="ko-KR" altLang="en-US" b="0" i="0" kern="0" dirty="0"/>
              <a:t>프로젝트 이름</a:t>
            </a:r>
            <a:r>
              <a:rPr lang="en-US" altLang="ko-KR" b="0" i="0" kern="0" dirty="0"/>
              <a:t>].bin</a:t>
            </a:r>
            <a:r>
              <a:rPr lang="ko-KR" altLang="en-US" b="0" i="0" kern="0" dirty="0"/>
              <a:t>이다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9557283-11C0-814B-21EC-6834EEFF0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162" y="1527237"/>
            <a:ext cx="2733675" cy="401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9580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EB8F8-B0D9-705C-74BC-ECAD471F8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366729-F726-75F5-0172-6C7BEF8E1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 </a:t>
            </a:r>
            <a:r>
              <a:rPr lang="ko-KR" altLang="en-US" dirty="0"/>
              <a:t>다운로드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03C50-C32B-952D-8FC4-82AA18768427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UART1</a:t>
            </a:r>
            <a:r>
              <a:rPr lang="ko-KR" altLang="en-US" b="0" i="0" kern="0" dirty="0"/>
              <a:t>과 연결되어 있는 터미널</a:t>
            </a:r>
            <a:r>
              <a:rPr lang="en-US" altLang="ko-KR" b="0" i="0" kern="0" dirty="0"/>
              <a:t>(</a:t>
            </a:r>
            <a:r>
              <a:rPr lang="en-US" altLang="ko-KR" b="0" i="0" kern="0" dirty="0" err="1"/>
              <a:t>Teraterm</a:t>
            </a:r>
            <a:r>
              <a:rPr lang="en-US" altLang="ko-KR" b="0" i="0" kern="0" dirty="0"/>
              <a:t>) </a:t>
            </a:r>
            <a:r>
              <a:rPr lang="ko-KR" altLang="en-US" b="0" i="0" kern="0" dirty="0"/>
              <a:t>종료</a:t>
            </a:r>
            <a:r>
              <a:rPr lang="en-US" altLang="ko-KR" b="0" i="0" kern="0" dirty="0"/>
              <a:t>.</a:t>
            </a:r>
          </a:p>
          <a:p>
            <a:r>
              <a:rPr lang="en-US" altLang="ko-KR" b="0" i="0" kern="0" dirty="0"/>
              <a:t>Mango-M32F4</a:t>
            </a:r>
            <a:r>
              <a:rPr lang="ko-KR" altLang="en-US" b="0" i="0" kern="0" dirty="0"/>
              <a:t>를 다운로드 모드로 설정하고 </a:t>
            </a:r>
            <a:r>
              <a:rPr lang="en-US" altLang="ko-KR" b="0" i="0" kern="0" dirty="0"/>
              <a:t>SW3 </a:t>
            </a:r>
            <a:r>
              <a:rPr lang="ko-KR" altLang="en-US" b="0" i="0" kern="0" dirty="0"/>
              <a:t>리셋 키를 누른다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6C9064-0094-7603-2C7D-8DA73C19FD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23728" y="1700808"/>
            <a:ext cx="4951264" cy="4650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06E5B50-7D70-E392-6D79-FECDCABBF39D}"/>
              </a:ext>
            </a:extLst>
          </p:cNvPr>
          <p:cNvSpPr txBox="1"/>
          <p:nvPr/>
        </p:nvSpPr>
        <p:spPr>
          <a:xfrm>
            <a:off x="3419872" y="2612570"/>
            <a:ext cx="6460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0" dirty="0">
                <a:solidFill>
                  <a:schemeClr val="tx1"/>
                </a:solidFill>
              </a:rPr>
              <a:t>UART1</a:t>
            </a:r>
            <a:endParaRPr lang="ko-KR" altLang="en-US" i="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19ECF6-1116-AE34-AFA6-4F7A662D5957}"/>
              </a:ext>
            </a:extLst>
          </p:cNvPr>
          <p:cNvSpPr txBox="1"/>
          <p:nvPr/>
        </p:nvSpPr>
        <p:spPr>
          <a:xfrm>
            <a:off x="6004177" y="2397126"/>
            <a:ext cx="11776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0" dirty="0">
                <a:solidFill>
                  <a:schemeClr val="tx1"/>
                </a:solidFill>
              </a:rPr>
              <a:t>5V/2A </a:t>
            </a:r>
            <a:r>
              <a:rPr lang="ko-KR" altLang="en-US" i="0" dirty="0">
                <a:solidFill>
                  <a:schemeClr val="tx1"/>
                </a:solidFill>
              </a:rPr>
              <a:t>어댑터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A95EBF3-EE4E-B875-3DC1-B6A4A26237DE}"/>
              </a:ext>
            </a:extLst>
          </p:cNvPr>
          <p:cNvSpPr/>
          <p:nvPr/>
        </p:nvSpPr>
        <p:spPr>
          <a:xfrm>
            <a:off x="5364088" y="5154235"/>
            <a:ext cx="476491" cy="3374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4C078E-58B6-30BA-4A63-AC437C11D918}"/>
              </a:ext>
            </a:extLst>
          </p:cNvPr>
          <p:cNvSpPr txBox="1"/>
          <p:nvPr/>
        </p:nvSpPr>
        <p:spPr>
          <a:xfrm>
            <a:off x="6677114" y="5169563"/>
            <a:ext cx="10467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0" dirty="0">
                <a:solidFill>
                  <a:schemeClr val="tx1"/>
                </a:solidFill>
              </a:rPr>
              <a:t>Boot Switch</a:t>
            </a:r>
          </a:p>
          <a:p>
            <a:r>
              <a:rPr lang="en-US" altLang="ko-KR" i="0" dirty="0">
                <a:solidFill>
                  <a:schemeClr val="tx1"/>
                </a:solidFill>
              </a:rPr>
              <a:t>D/L ON</a:t>
            </a:r>
            <a:endParaRPr lang="ko-KR" altLang="en-US" i="0" dirty="0">
              <a:solidFill>
                <a:schemeClr val="tx1"/>
              </a:solidFill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FEC58727-6920-FE13-F961-F8EA5BD77784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5940152" y="5338840"/>
            <a:ext cx="736962" cy="0"/>
          </a:xfrm>
          <a:prstGeom prst="straightConnector1">
            <a:avLst/>
          </a:prstGeom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7EC2D03-6E19-E4A6-8392-F7069ABB12ED}"/>
              </a:ext>
            </a:extLst>
          </p:cNvPr>
          <p:cNvSpPr/>
          <p:nvPr/>
        </p:nvSpPr>
        <p:spPr>
          <a:xfrm>
            <a:off x="5632840" y="5679588"/>
            <a:ext cx="317661" cy="3374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69B26F-AFD8-A840-215E-3EE2BDEE655E}"/>
              </a:ext>
            </a:extLst>
          </p:cNvPr>
          <p:cNvSpPr txBox="1"/>
          <p:nvPr/>
        </p:nvSpPr>
        <p:spPr>
          <a:xfrm>
            <a:off x="6716158" y="5793355"/>
            <a:ext cx="88017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0" dirty="0">
                <a:solidFill>
                  <a:schemeClr val="tx1"/>
                </a:solidFill>
              </a:rPr>
              <a:t>Reset Key</a:t>
            </a:r>
            <a:endParaRPr lang="ko-KR" altLang="en-US" i="0" dirty="0">
              <a:solidFill>
                <a:schemeClr val="tx1"/>
              </a:solidFill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2F7A5EBE-FF7A-B60F-C266-52021686865E}"/>
              </a:ext>
            </a:extLst>
          </p:cNvPr>
          <p:cNvCxnSpPr>
            <a:cxnSpLocks/>
          </p:cNvCxnSpPr>
          <p:nvPr/>
        </p:nvCxnSpPr>
        <p:spPr>
          <a:xfrm>
            <a:off x="5950501" y="5852930"/>
            <a:ext cx="753626" cy="51285"/>
          </a:xfrm>
          <a:prstGeom prst="straightConnector1">
            <a:avLst/>
          </a:prstGeom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3445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7C8EA-5B76-B9FE-2718-FF4194FC1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F627A1-0438-7FD4-5D1A-8D9C8061E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 </a:t>
            </a:r>
            <a:r>
              <a:rPr lang="ko-KR" altLang="en-US" dirty="0"/>
              <a:t>다운로드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FC5C7-F9E8-AC5B-7724-DEF00CDA8679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STM32CubeProgrammer</a:t>
            </a:r>
            <a:r>
              <a:rPr lang="ko-KR" altLang="en-US" b="0" i="0" kern="0" dirty="0"/>
              <a:t>를 실행한다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7C216B6-DF00-DAF3-FDCC-C920F241D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236" y="1779148"/>
            <a:ext cx="6077527" cy="4177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3332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0555B-A049-96B7-66E3-7F5E4A6B6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C8FD58-E78F-6B6F-48D2-7EB4DCE35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 </a:t>
            </a:r>
            <a:r>
              <a:rPr lang="ko-KR" altLang="en-US" dirty="0"/>
              <a:t>다운로드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3F0F8-B472-1E25-8E3D-2860C743EBBE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ko-KR" altLang="en-US" b="0" i="0" kern="0" dirty="0" err="1"/>
              <a:t>빌드된</a:t>
            </a:r>
            <a:r>
              <a:rPr lang="ko-KR" altLang="en-US" b="0" i="0" kern="0" dirty="0"/>
              <a:t> </a:t>
            </a:r>
            <a:r>
              <a:rPr lang="en-US" altLang="ko-KR" b="0" i="0" kern="0" dirty="0"/>
              <a:t>BIN </a:t>
            </a:r>
            <a:r>
              <a:rPr lang="ko-KR" altLang="en-US" b="0" i="0" kern="0" dirty="0"/>
              <a:t>파일을 열어서 다운로드한다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4" name="그림 3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D8528A2-FEF8-6E34-E9FF-0F44A8136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236" y="1756934"/>
            <a:ext cx="6077528" cy="4174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2970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F35C2-2AD7-852D-6159-B05B89F7F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0C3BDC-9F83-EF64-5876-F826FA702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실행결과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47A88-C400-298E-C351-D677F1A205DA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STM32CubeProgrammer</a:t>
            </a:r>
            <a:r>
              <a:rPr lang="ko-KR" altLang="en-US" b="0" i="0" kern="0" dirty="0"/>
              <a:t>의 </a:t>
            </a:r>
            <a:r>
              <a:rPr lang="en-US" altLang="ko-KR" b="0" i="0" kern="0" dirty="0"/>
              <a:t>COM Port</a:t>
            </a:r>
            <a:r>
              <a:rPr lang="ko-KR" altLang="en-US" b="0" i="0" kern="0" dirty="0"/>
              <a:t>를 연결해제하고 터미널</a:t>
            </a:r>
            <a:r>
              <a:rPr lang="en-US" altLang="ko-KR" b="0" i="0" kern="0" dirty="0"/>
              <a:t>(</a:t>
            </a:r>
            <a:r>
              <a:rPr lang="en-US" altLang="ko-KR" b="0" i="0" kern="0" dirty="0" err="1"/>
              <a:t>Teraterm</a:t>
            </a:r>
            <a:r>
              <a:rPr lang="en-US" altLang="ko-KR" b="0" i="0" kern="0" dirty="0"/>
              <a:t>)</a:t>
            </a:r>
            <a:r>
              <a:rPr lang="ko-KR" altLang="en-US" b="0" i="0" kern="0" dirty="0"/>
              <a:t>을 실행한다</a:t>
            </a:r>
            <a:r>
              <a:rPr lang="en-US" altLang="ko-KR" b="0" i="0" kern="0" dirty="0"/>
              <a:t>.</a:t>
            </a:r>
          </a:p>
          <a:p>
            <a:r>
              <a:rPr lang="en-US" altLang="ko-KR" b="0" i="0" kern="0" dirty="0"/>
              <a:t>Mango-M32F4</a:t>
            </a:r>
            <a:r>
              <a:rPr lang="ko-KR" altLang="en-US" b="0" i="0" kern="0" dirty="0"/>
              <a:t>를 실행모드로 설정하고 </a:t>
            </a:r>
            <a:r>
              <a:rPr lang="en-US" altLang="ko-KR" b="0" i="0" kern="0" dirty="0"/>
              <a:t>SW3 </a:t>
            </a:r>
            <a:r>
              <a:rPr lang="ko-KR" altLang="en-US" b="0" i="0" kern="0" dirty="0"/>
              <a:t>리셋 키를 누른다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04285CD-1D16-BA52-840C-ED41FFC5F99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19578" y="2348880"/>
            <a:ext cx="4380614" cy="3456434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978162E5-DE37-4F82-2806-047EC174F05F}"/>
              </a:ext>
            </a:extLst>
          </p:cNvPr>
          <p:cNvSpPr/>
          <p:nvPr/>
        </p:nvSpPr>
        <p:spPr>
          <a:xfrm>
            <a:off x="5130612" y="4797153"/>
            <a:ext cx="318977" cy="2880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31B7CA7-AE71-97B0-00EF-EC3B81136746}"/>
              </a:ext>
            </a:extLst>
          </p:cNvPr>
          <p:cNvSpPr/>
          <p:nvPr/>
        </p:nvSpPr>
        <p:spPr>
          <a:xfrm>
            <a:off x="5364088" y="5301208"/>
            <a:ext cx="318977" cy="2880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70249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D0B2E-8463-5CB6-13E3-7A3B1F4D9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9DA101-9265-21FE-3349-AC9877285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테스트 환경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4CC39-6A84-D461-2AD1-AA5F0B7C67CD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ko-KR" altLang="en-US" b="0" i="0" kern="0" dirty="0"/>
              <a:t>종단 저항 </a:t>
            </a:r>
            <a:r>
              <a:rPr lang="en-US" altLang="ko-KR" b="0" i="0" kern="0" dirty="0"/>
              <a:t>120</a:t>
            </a:r>
            <a:r>
              <a:rPr lang="ko-KR" altLang="en-US" b="0" i="0" kern="0" dirty="0"/>
              <a:t>옴을 설정하기 위해 </a:t>
            </a:r>
            <a:r>
              <a:rPr lang="en-US" altLang="ko-KR" b="0" i="0" kern="0" dirty="0"/>
              <a:t>J12</a:t>
            </a:r>
            <a:r>
              <a:rPr lang="ko-KR" altLang="en-US" b="0" i="0" kern="0" dirty="0"/>
              <a:t>를 점퍼로 연결한다</a:t>
            </a:r>
            <a:r>
              <a:rPr lang="en-US" altLang="ko-KR" b="0" i="0" kern="0" dirty="0"/>
              <a:t>.</a:t>
            </a:r>
          </a:p>
          <a:p>
            <a:r>
              <a:rPr lang="en-US" altLang="ko-KR" b="0" i="0" kern="0" dirty="0"/>
              <a:t>Mango-M32F4 2</a:t>
            </a:r>
            <a:r>
              <a:rPr lang="ko-KR" altLang="en-US" b="0" i="0" kern="0" dirty="0"/>
              <a:t>대를 </a:t>
            </a:r>
            <a:r>
              <a:rPr lang="en-US" altLang="ko-KR" b="0" i="0" kern="0" dirty="0"/>
              <a:t>3</a:t>
            </a:r>
            <a:r>
              <a:rPr lang="ko-KR" altLang="en-US" b="0" i="0" kern="0" dirty="0"/>
              <a:t>핀 케이블을 이용하여 </a:t>
            </a:r>
            <a:r>
              <a:rPr lang="en-US" altLang="ko-KR" b="0" i="0" kern="0" dirty="0"/>
              <a:t>J11</a:t>
            </a:r>
            <a:r>
              <a:rPr lang="ko-KR" altLang="en-US" b="0" i="0" kern="0" dirty="0"/>
              <a:t>끼리 연결한다</a:t>
            </a:r>
            <a:r>
              <a:rPr lang="en-US" altLang="ko-KR" b="0" i="0" kern="0" dirty="0"/>
              <a:t>. </a:t>
            </a:r>
            <a:r>
              <a:rPr lang="ko-KR" altLang="en-US" b="0" i="0" kern="0" dirty="0"/>
              <a:t>결선은 </a:t>
            </a:r>
            <a:r>
              <a:rPr lang="en-US" altLang="ko-KR" b="0" i="0" kern="0" dirty="0"/>
              <a:t>TX&lt;-&gt;TX, RX&lt;-&gt;RX, GND&lt;-&gt;GND</a:t>
            </a:r>
            <a:r>
              <a:rPr lang="ko-KR" altLang="en-US" b="0" i="0" kern="0" dirty="0"/>
              <a:t> 연결해야 한다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도표, 텍스트, 라인, 평면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3F4BBCC-FF70-420D-5E36-2A26CE47ED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62" y="2476475"/>
            <a:ext cx="8372475" cy="275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5179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0A24D-D3E0-CE30-2483-ABA27E86C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004E85-CC4B-93E7-E3B2-78579FBD8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테스트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A2BDA-3CDF-8C55-D17C-9840B17EAF5B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CAN TX – KEY1 / KEY2</a:t>
            </a:r>
            <a:r>
              <a:rPr lang="ko-KR" altLang="en-US" b="0" i="0" kern="0" dirty="0"/>
              <a:t>를 누를 때 </a:t>
            </a:r>
            <a:r>
              <a:rPr lang="en-US" altLang="ko-KR" b="0" i="0" kern="0" dirty="0"/>
              <a:t>CAN </a:t>
            </a:r>
            <a:r>
              <a:rPr lang="ko-KR" altLang="en-US" b="0" i="0" kern="0" dirty="0"/>
              <a:t>메시지 전송</a:t>
            </a:r>
            <a:endParaRPr lang="en-US" altLang="ko-KR" b="0" i="0" kern="0" dirty="0"/>
          </a:p>
          <a:p>
            <a:r>
              <a:rPr lang="en-US" altLang="ko-KR" b="0" i="0" kern="0" dirty="0"/>
              <a:t>CAN RX – CAN </a:t>
            </a:r>
            <a:r>
              <a:rPr lang="ko-KR" altLang="en-US" b="0" i="0" kern="0" dirty="0"/>
              <a:t>메시지 수신 시 </a:t>
            </a:r>
            <a:r>
              <a:rPr lang="en-US" altLang="ko-KR" b="0" i="0" kern="0" dirty="0"/>
              <a:t>LED1 / LED2 / LED3 </a:t>
            </a:r>
            <a:r>
              <a:rPr lang="ko-KR" altLang="en-US" b="0" i="0" kern="0" dirty="0" err="1"/>
              <a:t>토글</a:t>
            </a:r>
            <a:endParaRPr lang="en-US" altLang="ko-KR" b="0" i="0" kern="0" dirty="0"/>
          </a:p>
          <a:p>
            <a:r>
              <a:rPr lang="en-US" altLang="ko-KR" b="0" i="0" kern="0" dirty="0"/>
              <a:t>TX / RX </a:t>
            </a:r>
            <a:r>
              <a:rPr lang="ko-KR" altLang="en-US" b="0" i="0" kern="0" dirty="0"/>
              <a:t>메시지를 시리얼 터미널에 디스플레이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</p:spTree>
    <p:extLst>
      <p:ext uri="{BB962C8B-B14F-4D97-AF65-F5344CB8AC3E}">
        <p14:creationId xmlns:p14="http://schemas.microsoft.com/office/powerpoint/2010/main" val="14355589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39561-4C2C-1B02-BC34-D7BED381F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F951F6-AFDE-C24D-9F86-A4ABD6D21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실행결과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2F5F4-E7A5-8865-2DCF-EAD1BA11D3F8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CAN </a:t>
            </a:r>
            <a:r>
              <a:rPr lang="ko-KR" altLang="en-US" b="0" i="0" kern="0" dirty="0"/>
              <a:t>송신 </a:t>
            </a:r>
            <a:r>
              <a:rPr lang="en-US" altLang="ko-KR" b="0" i="0" kern="0" dirty="0"/>
              <a:t>/ </a:t>
            </a:r>
            <a:r>
              <a:rPr lang="ko-KR" altLang="en-US" b="0" i="0" kern="0" dirty="0"/>
              <a:t>수신 메시지 프린트 확인</a:t>
            </a: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986D482-AEBC-7CCA-4D20-D91744B447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856" y="1641858"/>
            <a:ext cx="7164288" cy="4431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789482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Tahoma"/>
        <a:ea typeface="굴림"/>
        <a:cs typeface=""/>
      </a:majorFont>
      <a:minorFont>
        <a:latin typeface="Tahoma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800" b="1" i="1" u="none" strike="noStrike" cap="none" normalizeH="0" baseline="0" smtClean="0">
            <a:ln>
              <a:noFill/>
            </a:ln>
            <a:solidFill>
              <a:srgbClr val="C0C0C0"/>
            </a:solidFill>
            <a:effectLst/>
            <a:latin typeface="Tahoma" pitchFamily="34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800" b="1" i="1" u="none" strike="noStrike" cap="none" normalizeH="0" baseline="0" smtClean="0">
            <a:ln>
              <a:noFill/>
            </a:ln>
            <a:solidFill>
              <a:srgbClr val="C0C0C0"/>
            </a:solidFill>
            <a:effectLst/>
            <a:latin typeface="Tahoma" pitchFamily="34" charset="0"/>
            <a:ea typeface="굴림" pitchFamily="50" charset="-127"/>
          </a:defRPr>
        </a:defPPr>
      </a:lstStyle>
    </a:ln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20012</TotalTime>
  <Words>1641</Words>
  <Application>Microsoft Office PowerPoint</Application>
  <PresentationFormat>화면 슬라이드 쇼(4:3)</PresentationFormat>
  <Paragraphs>255</Paragraphs>
  <Slides>36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44" baseType="lpstr">
      <vt:lpstr>굴림</vt:lpstr>
      <vt:lpstr>Arial</vt:lpstr>
      <vt:lpstr>Century Gothic</vt:lpstr>
      <vt:lpstr>Tahoma</vt:lpstr>
      <vt:lpstr>Verdana</vt:lpstr>
      <vt:lpstr>Wingdings</vt:lpstr>
      <vt:lpstr>Wingdings 2</vt:lpstr>
      <vt:lpstr>디자인 사용자 지정</vt:lpstr>
      <vt:lpstr>CAN 실습</vt:lpstr>
      <vt:lpstr>Project 생성 - CAN</vt:lpstr>
      <vt:lpstr>Project 생성 - CAN</vt:lpstr>
      <vt:lpstr>Project 생성 - CAN</vt:lpstr>
      <vt:lpstr>Project 생성 - CAN</vt:lpstr>
      <vt:lpstr>Project 생성 - CAN</vt:lpstr>
      <vt:lpstr>Project 생성 - CAN</vt:lpstr>
      <vt:lpstr>Project 생성 - CAN</vt:lpstr>
      <vt:lpstr>Project 생성 - CAN</vt:lpstr>
      <vt:lpstr>Project 생성 - CAN</vt:lpstr>
      <vt:lpstr>Project 생성 - CAN</vt:lpstr>
      <vt:lpstr>Project 생성 - CAN</vt:lpstr>
      <vt:lpstr>Project 생성 - CAN</vt:lpstr>
      <vt:lpstr>Project 생성 - CAN</vt:lpstr>
      <vt:lpstr>Project 생성 - CAN</vt:lpstr>
      <vt:lpstr>Project 생성 - CAN</vt:lpstr>
      <vt:lpstr>Project 생성 - CAN</vt:lpstr>
      <vt:lpstr>Project 생성 - CAN</vt:lpstr>
      <vt:lpstr>Project 생성 - CAN</vt:lpstr>
      <vt:lpstr>BIN 파일 생성 설정</vt:lpstr>
      <vt:lpstr>BIN 파일 생성 설정</vt:lpstr>
      <vt:lpstr>Code 수정 </vt:lpstr>
      <vt:lpstr>Code 수정 – CAN TX</vt:lpstr>
      <vt:lpstr>Code 수정 – CAN TX</vt:lpstr>
      <vt:lpstr>Code 수정 – CAN RX</vt:lpstr>
      <vt:lpstr>Code 수정 – CAN RX</vt:lpstr>
      <vt:lpstr>Code 수정 – CAN RX</vt:lpstr>
      <vt:lpstr>Build </vt:lpstr>
      <vt:lpstr>Build 결과물 </vt:lpstr>
      <vt:lpstr>BIN 다운로드 </vt:lpstr>
      <vt:lpstr>BIN 다운로드 </vt:lpstr>
      <vt:lpstr>BIN 다운로드 </vt:lpstr>
      <vt:lpstr>실행결과 </vt:lpstr>
      <vt:lpstr>테스트 환경</vt:lpstr>
      <vt:lpstr>테스트</vt:lpstr>
      <vt:lpstr>실행결과 </vt:lpstr>
    </vt:vector>
  </TitlesOfParts>
  <Company>마케팅팀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김정남</dc:creator>
  <cp:lastModifiedBy>홍기 최</cp:lastModifiedBy>
  <cp:revision>719</cp:revision>
  <dcterms:created xsi:type="dcterms:W3CDTF">2006-02-08T03:00:46Z</dcterms:created>
  <dcterms:modified xsi:type="dcterms:W3CDTF">2026-01-20T10:17:40Z</dcterms:modified>
</cp:coreProperties>
</file>