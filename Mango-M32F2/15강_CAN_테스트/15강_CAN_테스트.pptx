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793" r:id="rId3"/>
    <p:sldId id="965" r:id="rId4"/>
    <p:sldId id="968" r:id="rId5"/>
    <p:sldId id="980" r:id="rId6"/>
    <p:sldId id="990" r:id="rId7"/>
    <p:sldId id="991" r:id="rId8"/>
    <p:sldId id="992" r:id="rId9"/>
    <p:sldId id="993" r:id="rId10"/>
    <p:sldId id="994" r:id="rId11"/>
    <p:sldId id="995" r:id="rId12"/>
    <p:sldId id="979" r:id="rId13"/>
    <p:sldId id="996" r:id="rId14"/>
    <p:sldId id="997" r:id="rId15"/>
    <p:sldId id="998" r:id="rId16"/>
    <p:sldId id="986" r:id="rId17"/>
    <p:sldId id="959" r:id="rId18"/>
  </p:sldIdLst>
  <p:sldSz cx="9144000" cy="6858000" type="screen4x3"/>
  <p:notesSz cx="6858000" cy="9144000"/>
  <p:embeddedFontLst>
    <p:embeddedFont>
      <p:font typeface="나눔바른고딕" panose="020B0600000101010101" charset="-127"/>
      <p:regular r:id="rId20"/>
      <p:bold r:id="rId21"/>
    </p:embeddedFon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Helvetica" panose="020B0604020202020204"/>
      <p:regular r:id="rId26"/>
      <p:bold r:id="rId27"/>
      <p:italic r:id="rId28"/>
      <p:boldItalic r:id="rId29"/>
    </p:embeddedFont>
    <p:embeddedFont>
      <p:font typeface="맑은 고딕" panose="020B0503020000020004" pitchFamily="50" charset="-127"/>
      <p:regular r:id="rId30"/>
      <p:bold r:id="rId3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orient="horz" pos="787">
          <p15:clr>
            <a:srgbClr val="A4A3A4"/>
          </p15:clr>
        </p15:guide>
        <p15:guide id="3" orient="horz" pos="3929">
          <p15:clr>
            <a:srgbClr val="A4A3A4"/>
          </p15:clr>
        </p15:guide>
        <p15:guide id="4" orient="horz" pos="1706">
          <p15:clr>
            <a:srgbClr val="A4A3A4"/>
          </p15:clr>
        </p15:guide>
        <p15:guide id="5" orient="horz" pos="3385">
          <p15:clr>
            <a:srgbClr val="A4A3A4"/>
          </p15:clr>
        </p15:guide>
        <p15:guide id="6" orient="horz" pos="1117">
          <p15:clr>
            <a:srgbClr val="A4A3A4"/>
          </p15:clr>
        </p15:guide>
        <p15:guide id="7" pos="2880">
          <p15:clr>
            <a:srgbClr val="A4A3A4"/>
          </p15:clr>
        </p15:guide>
        <p15:guide id="8" pos="303">
          <p15:clr>
            <a:srgbClr val="A4A3A4"/>
          </p15:clr>
        </p15:guide>
        <p15:guide id="9" pos="5511">
          <p15:clr>
            <a:srgbClr val="A4A3A4"/>
          </p15:clr>
        </p15:guide>
        <p15:guide id="10" pos="533">
          <p15:clr>
            <a:srgbClr val="A4A3A4"/>
          </p15:clr>
        </p15:guide>
        <p15:guide id="11" pos="153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2F5"/>
    <a:srgbClr val="BCD3EE"/>
    <a:srgbClr val="CFD8E7"/>
    <a:srgbClr val="CAD3E4"/>
    <a:srgbClr val="C5CFE1"/>
    <a:srgbClr val="BAC6DC"/>
    <a:srgbClr val="B2C0D8"/>
    <a:srgbClr val="E8ECF0"/>
    <a:srgbClr val="E3E8ED"/>
    <a:srgbClr val="FAFB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33" autoAdjust="0"/>
    <p:restoredTop sz="95865" autoAdjust="0"/>
  </p:normalViewPr>
  <p:slideViewPr>
    <p:cSldViewPr>
      <p:cViewPr varScale="1">
        <p:scale>
          <a:sx n="88" d="100"/>
          <a:sy n="88" d="100"/>
        </p:scale>
        <p:origin x="1310" y="288"/>
      </p:cViewPr>
      <p:guideLst>
        <p:guide orient="horz" pos="4319"/>
        <p:guide orient="horz" pos="787"/>
        <p:guide orient="horz" pos="3929"/>
        <p:guide orient="horz" pos="1706"/>
        <p:guide orient="horz" pos="3385"/>
        <p:guide orient="horz" pos="1117"/>
        <p:guide pos="2880"/>
        <p:guide pos="303"/>
        <p:guide pos="5511"/>
        <p:guide pos="533"/>
        <p:guide pos="153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2" d="100"/>
          <a:sy n="92" d="100"/>
        </p:scale>
        <p:origin x="373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F34D2E75-A153-48C8-96AA-ACDAC809E906}" type="datetimeFigureOut">
              <a:rPr lang="ko-KR" altLang="en-US" smtClean="0"/>
              <a:pPr/>
              <a:t>2025-08-28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A3765091-8208-4C91-98EF-1F721FB78EB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047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0" y="-4143"/>
            <a:ext cx="9144000" cy="3861048"/>
          </a:xfrm>
          <a:prstGeom prst="rect">
            <a:avLst/>
          </a:prstGeom>
          <a:noFill/>
        </p:spPr>
      </p:pic>
      <p:sp>
        <p:nvSpPr>
          <p:cNvPr id="7" name="제목 1"/>
          <p:cNvSpPr>
            <a:spLocks noGrp="1"/>
          </p:cNvSpPr>
          <p:nvPr>
            <p:ph type="ctrTitle"/>
          </p:nvPr>
        </p:nvSpPr>
        <p:spPr>
          <a:xfrm>
            <a:off x="827584" y="4485308"/>
            <a:ext cx="8028384" cy="578495"/>
          </a:xfrm>
        </p:spPr>
        <p:txBody>
          <a:bodyPr>
            <a:noAutofit/>
          </a:bodyPr>
          <a:lstStyle>
            <a:lvl1pPr algn="l">
              <a:defRPr lang="ko-KR" altLang="en-US" sz="3600" b="0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elvetica" panose="020B0604020202020204" pitchFamily="34" charset="0"/>
                <a:ea typeface="나눔바른고딕" panose="020B0603020101020101" pitchFamily="50" charset="-127"/>
                <a:cs typeface="Helvetica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부제목 2"/>
          <p:cNvSpPr>
            <a:spLocks noGrp="1"/>
          </p:cNvSpPr>
          <p:nvPr>
            <p:ph type="subTitle" idx="1"/>
          </p:nvPr>
        </p:nvSpPr>
        <p:spPr>
          <a:xfrm>
            <a:off x="833078" y="5157192"/>
            <a:ext cx="8022890" cy="360040"/>
          </a:xfrm>
        </p:spPr>
        <p:txBody>
          <a:bodyPr>
            <a:noAutofit/>
          </a:bodyPr>
          <a:lstStyle>
            <a:lvl1pPr marL="0" indent="0" algn="l">
              <a:buNone/>
              <a:defRPr sz="1400" b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ea typeface="나눔바른고딕" panose="020B0603020101020101" pitchFamily="50" charset="-127"/>
                <a:cs typeface="Helvetica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683568" y="4617132"/>
            <a:ext cx="0" cy="720080"/>
          </a:xfrm>
          <a:prstGeom prst="line">
            <a:avLst/>
          </a:prstGeom>
          <a:ln w="76200">
            <a:solidFill>
              <a:schemeClr val="accent1">
                <a:alpha val="58039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C:\Users\msk\Desktop\abstract-blue-backgrounds-14_1920x1200_71472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51" b="22360"/>
          <a:stretch>
            <a:fillRect/>
          </a:stretch>
        </p:blipFill>
        <p:spPr bwMode="auto">
          <a:xfrm>
            <a:off x="251520" y="0"/>
            <a:ext cx="8892481" cy="4437112"/>
          </a:xfrm>
          <a:prstGeom prst="rect">
            <a:avLst/>
          </a:prstGeom>
          <a:noFill/>
        </p:spPr>
      </p:pic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55576" y="3284984"/>
            <a:ext cx="6395368" cy="578495"/>
          </a:xfrm>
        </p:spPr>
        <p:txBody>
          <a:bodyPr>
            <a:noAutofit/>
          </a:bodyPr>
          <a:lstStyle>
            <a:lvl1pPr algn="l">
              <a:defRPr lang="ko-KR" altLang="en-US" sz="28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elvetica" panose="020B0604020202020204" pitchFamily="34" charset="0"/>
                <a:ea typeface="나눔바른고딕" panose="020B0603020101020101" pitchFamily="50" charset="-127"/>
                <a:cs typeface="Helvetica" panose="020B0604020202020204" pitchFamily="34" charset="0"/>
              </a:defRPr>
            </a:lvl1pPr>
          </a:lstStyle>
          <a:p>
            <a:r>
              <a:rPr lang="ko-KR" altLang="en-US" dirty="0"/>
              <a:t>소제목 스타일 편집</a:t>
            </a:r>
          </a:p>
        </p:txBody>
      </p:sp>
      <p:sp>
        <p:nvSpPr>
          <p:cNvPr id="2" name="직사각형 1"/>
          <p:cNvSpPr/>
          <p:nvPr userDrawn="1"/>
        </p:nvSpPr>
        <p:spPr>
          <a:xfrm>
            <a:off x="611560" y="3356992"/>
            <a:ext cx="72008" cy="432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elvetica" panose="020B0604020202020204" pitchFamily="34" charset="0"/>
              <a:ea typeface="나눔바른고딕" panose="020B0603020101020101" pitchFamily="50" charset="-127"/>
              <a:cs typeface="Helvetica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5" name="제목 1"/>
          <p:cNvSpPr>
            <a:spLocks noGrp="1"/>
          </p:cNvSpPr>
          <p:nvPr>
            <p:ph type="ctrTitle" hasCustomPrompt="1"/>
          </p:nvPr>
        </p:nvSpPr>
        <p:spPr>
          <a:xfrm>
            <a:off x="755576" y="5518200"/>
            <a:ext cx="6539384" cy="578495"/>
          </a:xfrm>
        </p:spPr>
        <p:txBody>
          <a:bodyPr>
            <a:noAutofit/>
          </a:bodyPr>
          <a:lstStyle>
            <a:lvl1pPr algn="l">
              <a:defRPr lang="ko-KR" altLang="en-US" sz="28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elvetica" panose="020B0604020202020204" pitchFamily="34" charset="0"/>
                <a:ea typeface="나눔바른고딕" panose="020B0603020101020101" pitchFamily="50" charset="-127"/>
                <a:cs typeface="Helvetica" panose="020B0604020202020204" pitchFamily="34" charset="0"/>
              </a:defRPr>
            </a:lvl1pPr>
          </a:lstStyle>
          <a:p>
            <a:r>
              <a:rPr lang="ko-KR" altLang="en-US" dirty="0"/>
              <a:t>소제목 스타일 편집</a:t>
            </a:r>
          </a:p>
        </p:txBody>
      </p:sp>
      <p:sp>
        <p:nvSpPr>
          <p:cNvPr id="4" name="직사각형 3"/>
          <p:cNvSpPr/>
          <p:nvPr userDrawn="1"/>
        </p:nvSpPr>
        <p:spPr>
          <a:xfrm>
            <a:off x="611560" y="5589240"/>
            <a:ext cx="72008" cy="432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elvetica" panose="020B0604020202020204" pitchFamily="34" charset="0"/>
              <a:ea typeface="나눔바른고딕" panose="020B0603020101020101" pitchFamily="50" charset="-127"/>
              <a:cs typeface="Helvetica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 descr="C:\Users\msk\Desktop\abstract-blue-backgrounds-14_1920x1200_71472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51" b="22360"/>
          <a:stretch>
            <a:fillRect/>
          </a:stretch>
        </p:blipFill>
        <p:spPr bwMode="auto">
          <a:xfrm>
            <a:off x="6588224" y="2260"/>
            <a:ext cx="2555776" cy="1291233"/>
          </a:xfrm>
          <a:prstGeom prst="rect">
            <a:avLst/>
          </a:prstGeom>
          <a:noFill/>
        </p:spPr>
      </p:pic>
      <p:sp>
        <p:nvSpPr>
          <p:cNvPr id="9" name="제목 8"/>
          <p:cNvSpPr>
            <a:spLocks noGrp="1"/>
          </p:cNvSpPr>
          <p:nvPr>
            <p:ph type="title" hasCustomPrompt="1"/>
          </p:nvPr>
        </p:nvSpPr>
        <p:spPr>
          <a:xfrm>
            <a:off x="395535" y="243578"/>
            <a:ext cx="8114981" cy="413196"/>
          </a:xfrm>
        </p:spPr>
        <p:txBody>
          <a:bodyPr>
            <a:noAutofit/>
          </a:bodyPr>
          <a:lstStyle>
            <a:lvl1pPr algn="l">
              <a:defRPr lang="ko-KR" altLang="en-US" sz="24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elvetica" panose="020B0604020202020204" pitchFamily="34" charset="0"/>
                <a:ea typeface="나눔바른고딕" panose="020B0603020101020101" pitchFamily="50" charset="-127"/>
                <a:cs typeface="Helvetica" panose="020B0604020202020204" pitchFamily="34" charset="0"/>
              </a:defRPr>
            </a:lvl1pPr>
          </a:lstStyle>
          <a:p>
            <a:r>
              <a:rPr lang="ko-KR" altLang="en-US" dirty="0"/>
              <a:t>소제목 스타일 편집</a:t>
            </a:r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251520" y="836712"/>
            <a:ext cx="777692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 userDrawn="1"/>
        </p:nvSpPr>
        <p:spPr>
          <a:xfrm>
            <a:off x="251520" y="215828"/>
            <a:ext cx="72008" cy="432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elvetica" panose="020B0604020202020204" pitchFamily="34" charset="0"/>
              <a:ea typeface="나눔바른고딕" panose="020B0603020101020101" pitchFamily="50" charset="-127"/>
              <a:cs typeface="Helvetica" panose="020B0604020202020204" pitchFamily="34" charset="0"/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799312" y="638132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77EEDA2F-F3C1-4EA9-BCEE-500E370C501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텍스트 개체 틀 2"/>
          <p:cNvSpPr>
            <a:spLocks noGrp="1"/>
          </p:cNvSpPr>
          <p:nvPr>
            <p:ph idx="1"/>
          </p:nvPr>
        </p:nvSpPr>
        <p:spPr>
          <a:xfrm>
            <a:off x="467544" y="123919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625475" indent="-257175">
              <a:defRPr sz="1600"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 marL="989013" indent="-228600">
              <a:defRPr sz="1400"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9350" y="6167643"/>
            <a:ext cx="730586" cy="5788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Users\msk\Desktop\abstract-blue-backgrounds-14_1920x1200_71472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51" b="22360"/>
          <a:stretch>
            <a:fillRect/>
          </a:stretch>
        </p:blipFill>
        <p:spPr bwMode="auto">
          <a:xfrm rot="5400000" flipH="1">
            <a:off x="5629559" y="1174691"/>
            <a:ext cx="4689131" cy="2339752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 userDrawn="1"/>
        </p:nvSpPr>
        <p:spPr>
          <a:xfrm>
            <a:off x="3079814" y="3136613"/>
            <a:ext cx="27549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elvetica" panose="020B0604020202020204" pitchFamily="34" charset="0"/>
                <a:ea typeface="나눔바른고딕" panose="020B0603020101020101" pitchFamily="50" charset="-127"/>
                <a:cs typeface="Helvetica" panose="020B0604020202020204" pitchFamily="34" charset="0"/>
              </a:rPr>
              <a:t>Thank</a:t>
            </a:r>
            <a:r>
              <a:rPr lang="en-US" altLang="ko-KR" sz="4000" b="1" kern="1200" baseline="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elvetica" panose="020B0604020202020204" pitchFamily="34" charset="0"/>
                <a:ea typeface="나눔바른고딕" panose="020B0603020101020101" pitchFamily="50" charset="-127"/>
                <a:cs typeface="Helvetica" panose="020B0604020202020204" pitchFamily="34" charset="0"/>
              </a:rPr>
              <a:t> You</a:t>
            </a:r>
            <a:endParaRPr lang="ko-KR" altLang="en-US" sz="4000" b="1" kern="1200" dirty="0">
              <a:gradFill flip="none" rotWithShape="1"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16200000" scaled="1"/>
                <a:tileRect/>
              </a:gradFill>
              <a:latin typeface="Helvetica" panose="020B0604020202020204" pitchFamily="34" charset="0"/>
              <a:ea typeface="나눔바른고딕" panose="020B0603020101020101" pitchFamily="50" charset="-127"/>
              <a:cs typeface="Helvetica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 descr="C:\Users\msk\Desktop\abstract-blue-backgrounds-14_1920x1200_71472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51" b="22360"/>
          <a:stretch>
            <a:fillRect/>
          </a:stretch>
        </p:blipFill>
        <p:spPr bwMode="auto">
          <a:xfrm>
            <a:off x="6588224" y="2260"/>
            <a:ext cx="2555776" cy="1291233"/>
          </a:xfrm>
          <a:prstGeom prst="rect">
            <a:avLst/>
          </a:prstGeom>
          <a:noFill/>
        </p:spPr>
      </p:pic>
      <p:sp>
        <p:nvSpPr>
          <p:cNvPr id="9" name="제목 8"/>
          <p:cNvSpPr>
            <a:spLocks noGrp="1"/>
          </p:cNvSpPr>
          <p:nvPr>
            <p:ph type="title" hasCustomPrompt="1"/>
          </p:nvPr>
        </p:nvSpPr>
        <p:spPr>
          <a:xfrm>
            <a:off x="395535" y="243578"/>
            <a:ext cx="8114981" cy="413196"/>
          </a:xfrm>
        </p:spPr>
        <p:txBody>
          <a:bodyPr>
            <a:noAutofit/>
          </a:bodyPr>
          <a:lstStyle>
            <a:lvl1pPr algn="l">
              <a:defRPr lang="ko-KR" altLang="en-US" sz="2500" b="1" kern="1200" baseline="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elvetica" panose="020B0604020202020204" pitchFamily="34" charset="0"/>
                <a:ea typeface="나눔바른고딕" panose="020B0600000101010101" charset="-127"/>
                <a:cs typeface="Helvetica" panose="020B0604020202020204" pitchFamily="34" charset="0"/>
              </a:defRPr>
            </a:lvl1pPr>
          </a:lstStyle>
          <a:p>
            <a:r>
              <a:rPr lang="ko-KR" altLang="en-US" dirty="0"/>
              <a:t>소제목 스타일 편집</a:t>
            </a:r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251520" y="836712"/>
            <a:ext cx="777692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 userDrawn="1"/>
        </p:nvSpPr>
        <p:spPr>
          <a:xfrm>
            <a:off x="251520" y="215828"/>
            <a:ext cx="72008" cy="432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elvetica" panose="020B0604020202020204" pitchFamily="34" charset="0"/>
              <a:ea typeface="나눔바른고딕" panose="020B0603020101020101" pitchFamily="50" charset="-127"/>
              <a:cs typeface="Helvetica" panose="020B0604020202020204" pitchFamily="34" charset="0"/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799312" y="638132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77EEDA2F-F3C1-4EA9-BCEE-500E370C501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0" name="텍스트 개체 틀 2"/>
          <p:cNvSpPr>
            <a:spLocks noGrp="1"/>
          </p:cNvSpPr>
          <p:nvPr>
            <p:ph idx="1"/>
          </p:nvPr>
        </p:nvSpPr>
        <p:spPr>
          <a:xfrm>
            <a:off x="467544" y="123919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600"/>
              </a:spcBef>
              <a:defRPr sz="1800" b="1">
                <a:latin typeface="Helvetica" panose="020B0604020202020204" pitchFamily="34" charset="0"/>
                <a:ea typeface="나눔바른고딕" panose="020B0603020101020101" pitchFamily="50" charset="-127"/>
                <a:cs typeface="Helvetica" panose="020B0604020202020204" pitchFamily="34" charset="0"/>
              </a:defRPr>
            </a:lvl1pPr>
            <a:lvl2pPr marL="625475" indent="-257175">
              <a:defRPr sz="1600">
                <a:latin typeface="Helvetica" panose="020B0604020202020204" pitchFamily="34" charset="0"/>
                <a:ea typeface="나눔바른고딕" panose="020B0603020101020101" pitchFamily="50" charset="-127"/>
                <a:cs typeface="Helvetica" panose="020B0604020202020204" pitchFamily="34" charset="0"/>
              </a:defRPr>
            </a:lvl2pPr>
            <a:lvl3pPr marL="989013" indent="-228600">
              <a:defRPr sz="1400">
                <a:latin typeface="Helvetica" panose="020B0604020202020204" pitchFamily="34" charset="0"/>
                <a:ea typeface="나눔바른고딕" panose="020B0603020101020101" pitchFamily="50" charset="-127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ea typeface="나눔바른고딕" panose="020B0603020101020101" pitchFamily="50" charset="-127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ea typeface="나눔바른고딕" panose="020B0603020101020101" pitchFamily="50" charset="-127"/>
                <a:cs typeface="Helvetica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9350" y="6167643"/>
            <a:ext cx="730586" cy="57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56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ea typeface="나눔바른고딕" panose="020B0603020101020101" pitchFamily="50" charset="-127"/>
                <a:cs typeface="Helvetica" panose="020B0604020202020204" pitchFamily="34" charset="0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ea typeface="나눔바른고딕" panose="020B0603020101020101" pitchFamily="50" charset="-127"/>
                <a:cs typeface="Helvetica" panose="020B0604020202020204" pitchFamily="34" charset="0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ea typeface="나눔바른고딕" panose="020B0603020101020101" pitchFamily="50" charset="-127"/>
                <a:cs typeface="Helvetica" panose="020B0604020202020204" pitchFamily="34" charset="0"/>
              </a:defRPr>
            </a:lvl1pPr>
          </a:lstStyle>
          <a:p>
            <a:fld id="{77EEDA2F-F3C1-4EA9-BCEE-500E370C501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53" r:id="rId5"/>
    <p:sldLayoutId id="2147483669" r:id="rId6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Helvetica" panose="020B0604020202020204" pitchFamily="34" charset="0"/>
          <a:ea typeface="나눔바른고딕" panose="020B0603020101020101" pitchFamily="50" charset="-127"/>
          <a:cs typeface="Helvetica" panose="020B0604020202020204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5"/>
        </a:buClr>
        <a:buSzPct val="80000"/>
        <a:buFont typeface="맑은 고딕" panose="020B0503020000020004" pitchFamily="50" charset="-127"/>
        <a:buChar char="■"/>
        <a:defRPr sz="2000" kern="1200">
          <a:solidFill>
            <a:schemeClr val="tx1"/>
          </a:solidFill>
          <a:latin typeface="Helvetica" panose="020B0604020202020204" pitchFamily="34" charset="0"/>
          <a:ea typeface="나눔바른고딕" panose="020B0603020101020101" pitchFamily="50" charset="-127"/>
          <a:cs typeface="Helvetica" panose="020B0604020202020204" pitchFamily="34" charset="0"/>
        </a:defRPr>
      </a:lvl1pPr>
      <a:lvl2pPr marL="714375" indent="-257175" algn="l" defTabSz="914400" rtl="0" eaLnBrk="1" latinLnBrk="1" hangingPunct="1">
        <a:spcBef>
          <a:spcPct val="20000"/>
        </a:spcBef>
        <a:buClr>
          <a:schemeClr val="accent3"/>
        </a:buClr>
        <a:buSzPct val="45000"/>
        <a:buFont typeface="맑은 고딕" panose="020B0503020000020004" pitchFamily="50" charset="-127"/>
        <a:buChar char="●"/>
        <a:defRPr sz="1800" kern="1200">
          <a:solidFill>
            <a:schemeClr val="tx1"/>
          </a:solidFill>
          <a:latin typeface="Helvetica" panose="020B0604020202020204" pitchFamily="34" charset="0"/>
          <a:ea typeface="나눔바른고딕" panose="020B0603020101020101" pitchFamily="50" charset="-127"/>
          <a:cs typeface="Helvetica" panose="020B0604020202020204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SzPct val="70000"/>
        <a:buFont typeface="맑은 고딕" panose="020B0503020000020004" pitchFamily="50" charset="-127"/>
        <a:buChar char="–"/>
        <a:defRPr sz="1600" kern="1200">
          <a:solidFill>
            <a:schemeClr val="tx1"/>
          </a:solidFill>
          <a:latin typeface="Helvetica" panose="020B0604020202020204" pitchFamily="34" charset="0"/>
          <a:ea typeface="나눔바른고딕" panose="020B0603020101020101" pitchFamily="50" charset="-127"/>
          <a:cs typeface="Helvetica" panose="020B0604020202020204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Wingdings" panose="05000000000000000000" pitchFamily="2" charset="2"/>
        <a:buChar char="Ø"/>
        <a:defRPr sz="1400" kern="1200">
          <a:solidFill>
            <a:schemeClr val="tx1"/>
          </a:solidFill>
          <a:latin typeface="Helvetica" panose="020B0604020202020204" pitchFamily="34" charset="0"/>
          <a:ea typeface="나눔바른고딕" panose="020B0603020101020101" pitchFamily="50" charset="-127"/>
          <a:cs typeface="Helvetica" panose="020B0604020202020204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200" kern="1200">
          <a:solidFill>
            <a:schemeClr val="tx1"/>
          </a:solidFill>
          <a:latin typeface="Helvetica" panose="020B0604020202020204" pitchFamily="34" charset="0"/>
          <a:ea typeface="나눔바른고딕" panose="020B0603020101020101" pitchFamily="50" charset="-127"/>
          <a:cs typeface="Helvetica" panose="020B0604020202020204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crz-tech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ctrTitle"/>
          </p:nvPr>
        </p:nvSpPr>
        <p:spPr>
          <a:xfrm>
            <a:off x="755576" y="4722713"/>
            <a:ext cx="7632848" cy="578495"/>
          </a:xfrm>
        </p:spPr>
        <p:txBody>
          <a:bodyPr/>
          <a:lstStyle/>
          <a:p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나눔바른고딕" panose="020B0600000101010101" charset="-127"/>
              </a:rPr>
              <a:t>CAN(Controller Area Network)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나눔바른고딕" panose="020B0600000101010101" charset="-127"/>
              </a:rPr>
              <a:t>테스트</a:t>
            </a:r>
          </a:p>
        </p:txBody>
      </p:sp>
      <p:sp>
        <p:nvSpPr>
          <p:cNvPr id="4" name="부제목 21"/>
          <p:cNvSpPr txBox="1">
            <a:spLocks/>
          </p:cNvSpPr>
          <p:nvPr/>
        </p:nvSpPr>
        <p:spPr>
          <a:xfrm>
            <a:off x="-1476672" y="5409828"/>
            <a:ext cx="4392488" cy="576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맑은 고딕" panose="020B0503020000020004" pitchFamily="50" charset="-127"/>
              <a:buNone/>
              <a:defRPr sz="1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45000"/>
              <a:buFont typeface="맑은 고딕" panose="020B0503020000020004" pitchFamily="50" charset="-127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SzPct val="70000"/>
              <a:buFont typeface="맑은 고딕" panose="020B0503020000020004" pitchFamily="50" charset="-127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7585"/>
            <a:r>
              <a:rPr lang="en-US" altLang="ko-KR" sz="1800" b="1" u="sng" dirty="0">
                <a:solidFill>
                  <a:srgbClr val="0000FF"/>
                </a:solidFill>
                <a:effectLst/>
                <a:latin typeface="Helvetica" panose="020B0604020202020204" pitchFamily="34" charset="0"/>
                <a:ea typeface="맑은 고딕" panose="020B0503020000020004" pitchFamily="50" charset="-127"/>
                <a:cs typeface="Helvetica" panose="020B0604020202020204" pitchFamily="34" charset="0"/>
                <a:hlinkClick r:id="rId2"/>
              </a:rPr>
              <a:t>CRZ Technology</a:t>
            </a:r>
            <a:endParaRPr lang="ko-KR" altLang="ko-KR" sz="1800" dirty="0">
              <a:effectLst/>
              <a:latin typeface="Helvetica" panose="020B0604020202020204" pitchFamily="34" charset="0"/>
              <a:ea typeface="맑은 고딕" panose="020B0503020000020004" pitchFamily="50" charset="-127"/>
              <a:cs typeface="Helvetica" panose="020B0604020202020204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00193" y="4437112"/>
            <a:ext cx="2088358" cy="1654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Mango-M32F2  CAN </a:t>
            </a:r>
            <a:r>
              <a:rPr lang="ko-KR" altLang="en-US" dirty="0"/>
              <a:t>테스트</a:t>
            </a:r>
          </a:p>
        </p:txBody>
      </p:sp>
    </p:spTree>
    <p:extLst>
      <p:ext uri="{BB962C8B-B14F-4D97-AF65-F5344CB8AC3E}">
        <p14:creationId xmlns:p14="http://schemas.microsoft.com/office/powerpoint/2010/main" val="552447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CAN </a:t>
            </a:r>
            <a:r>
              <a:rPr lang="en-US" altLang="ko-KR" dirty="0" err="1"/>
              <a:t>pinmap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7EEDA2F-F3C1-4EA9-BCEE-500E370C501D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BD6B0D5-C8B7-784E-B789-7299B2F86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980728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CAN – PD0, PD1</a:t>
            </a:r>
            <a:endParaRPr lang="ko-KR" altLang="en-US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D32572-4EA8-2AB2-1348-4953B05E8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87" y="2995612"/>
            <a:ext cx="583882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191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Pinout view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7EEDA2F-F3C1-4EA9-BCEE-500E370C501D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BD6B0D5-C8B7-784E-B789-7299B2F86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/>
              <a:t>PD0-CAN1_RX, PD1-CAN1_TX </a:t>
            </a:r>
            <a:r>
              <a:rPr lang="ko-KR" altLang="en-US" sz="2000" dirty="0"/>
              <a:t>선택</a:t>
            </a:r>
            <a:r>
              <a:rPr lang="en-US" altLang="ko-KR" sz="2000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756B0D9-D57D-6096-411B-7B2CBFB48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602259"/>
            <a:ext cx="5205958" cy="507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431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CAN </a:t>
            </a:r>
            <a:r>
              <a:rPr lang="ko-KR" altLang="en-US" dirty="0"/>
              <a:t>설정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7EEDA2F-F3C1-4EA9-BCEE-500E370C501D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BD6B0D5-C8B7-784E-B789-7299B2F86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9195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ko-KR" sz="1400" dirty="0"/>
              <a:t>“Connectivity“ </a:t>
            </a:r>
            <a:r>
              <a:rPr lang="ko-KR" altLang="en-US" sz="1400" dirty="0"/>
              <a:t>클릭</a:t>
            </a:r>
            <a:r>
              <a:rPr lang="en-US" altLang="ko-KR" sz="1400" dirty="0"/>
              <a:t>, “CAN1” </a:t>
            </a:r>
            <a:r>
              <a:rPr lang="ko-KR" altLang="en-US" sz="1400" dirty="0"/>
              <a:t>클릭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“Baud Rate“ - “500000”, “Operating Mode“ – “Normal Mode".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D03ABF-A437-AF4F-39A5-794D782AD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900" y="1907971"/>
            <a:ext cx="6372200" cy="416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07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BDFFF-4827-D942-C4F4-BBA7168D0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CB4A1-D36F-5BCE-6CDB-32F0D4AD6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CAN </a:t>
            </a:r>
            <a:r>
              <a:rPr lang="ko-KR" altLang="en-US" dirty="0"/>
              <a:t>설정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019200F-BD25-5FCE-6A18-BE4D35BA5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7EEDA2F-F3C1-4EA9-BCEE-500E370C501D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597C555-D1B5-2D99-150B-FD3BC38DC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9195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ko-KR" sz="1400" dirty="0"/>
              <a:t>“GPIO“ </a:t>
            </a:r>
            <a:r>
              <a:rPr lang="ko-KR" altLang="en-US" sz="1400" dirty="0"/>
              <a:t>클릭</a:t>
            </a:r>
            <a:r>
              <a:rPr lang="en-US" altLang="ko-KR" sz="1400" dirty="0"/>
              <a:t>, “CAN” </a:t>
            </a:r>
            <a:r>
              <a:rPr lang="ko-KR" altLang="en-US" sz="1400" dirty="0"/>
              <a:t>클릭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“CAN_RX“ - “Pull-up” </a:t>
            </a:r>
            <a:r>
              <a:rPr lang="ko-KR" altLang="en-US" sz="1400" dirty="0"/>
              <a:t>설정</a:t>
            </a:r>
            <a:r>
              <a:rPr lang="en-US" altLang="ko-KR" sz="1400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754708F-F0E2-3E80-0990-BE64B8DD2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925844"/>
            <a:ext cx="5256584" cy="477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56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BB573-FF10-F2F7-4E17-57C0D7E88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FF066A-4171-8A9A-A90E-10AC9878D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CAN </a:t>
            </a:r>
            <a:r>
              <a:rPr lang="ko-KR" altLang="en-US" dirty="0"/>
              <a:t>설정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11304F7-4C4F-4B1E-3FD8-F012B344C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7EEDA2F-F3C1-4EA9-BCEE-500E370C501D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418E014-58A5-DD26-246F-6C7B3411F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9195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ko-KR" sz="1400" dirty="0"/>
              <a:t>“Connectivity“ </a:t>
            </a:r>
            <a:r>
              <a:rPr lang="ko-KR" altLang="en-US" sz="1400" dirty="0"/>
              <a:t>클릭</a:t>
            </a:r>
            <a:r>
              <a:rPr lang="en-US" altLang="ko-KR" sz="1400" dirty="0"/>
              <a:t>, “CAN1” </a:t>
            </a:r>
            <a:r>
              <a:rPr lang="ko-KR" altLang="en-US" sz="1400" dirty="0"/>
              <a:t>클릭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“CAN1 RX0 interrupt” - “Enabled”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D563F6C-F294-E60F-A611-2350F4CEF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68107"/>
            <a:ext cx="8389468" cy="362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486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DC2D3-BADD-7715-B65E-17783B8A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118989-E64E-68F1-FC47-F635626B6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CAN </a:t>
            </a:r>
            <a:r>
              <a:rPr lang="ko-KR" altLang="en-US" dirty="0"/>
              <a:t>점퍼 설정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3622FAB-321A-3902-A825-51669BDED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7EEDA2F-F3C1-4EA9-BCEE-500E370C501D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2C23D23-2741-F1A9-6795-B8AB0DDD9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980728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CAN_RX – JP2 2-3 </a:t>
            </a:r>
            <a:r>
              <a:rPr lang="ko-KR" altLang="en-US" sz="2000" dirty="0"/>
              <a:t>점퍼연결</a:t>
            </a:r>
            <a:endParaRPr lang="en-US" altLang="ko-KR" sz="2000" dirty="0"/>
          </a:p>
          <a:p>
            <a:r>
              <a:rPr lang="en-US" altLang="ko-KR" sz="2000" dirty="0"/>
              <a:t>CAN_TX – JP3 2-3 </a:t>
            </a:r>
            <a:r>
              <a:rPr lang="ko-KR" altLang="en-US" sz="2000" dirty="0"/>
              <a:t>점퍼연결</a:t>
            </a:r>
          </a:p>
          <a:p>
            <a:endParaRPr lang="ko-KR" altLang="en-US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4039ED0-AF80-AAEF-6D85-76D1BEC50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988840"/>
            <a:ext cx="6505575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62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5B31C-32BA-6A1F-76D7-FD33A2F04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2C5B8D-C69B-7DB0-A188-5380C1B5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CX_CAN – CAN Transceiver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4689779-46D5-BA1C-AA70-E97D400F4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7EEDA2F-F3C1-4EA9-BCEE-500E370C501D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12F6C15-CBF6-022F-9EC0-9F2A9A2AE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980728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CAN </a:t>
            </a:r>
            <a:r>
              <a:rPr lang="ko-KR" altLang="en-US" sz="2000" dirty="0"/>
              <a:t>동작 시 </a:t>
            </a:r>
            <a:r>
              <a:rPr lang="en-US" altLang="ko-KR" sz="2000" dirty="0"/>
              <a:t>CAN Transceiver </a:t>
            </a:r>
            <a:r>
              <a:rPr lang="ko-KR" altLang="en-US" sz="2000" dirty="0"/>
              <a:t>필요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종단 저항 </a:t>
            </a:r>
            <a:r>
              <a:rPr lang="en-US" altLang="ko-KR" sz="2000" dirty="0"/>
              <a:t>120</a:t>
            </a:r>
            <a:r>
              <a:rPr lang="ko-KR" altLang="en-US" sz="2000" dirty="0"/>
              <a:t>옴 </a:t>
            </a:r>
            <a:r>
              <a:rPr lang="en-US" altLang="ko-KR" sz="2000" dirty="0"/>
              <a:t>– JP300 </a:t>
            </a:r>
            <a:r>
              <a:rPr lang="ko-KR" altLang="en-US" sz="2000" dirty="0"/>
              <a:t>점퍼 연결</a:t>
            </a:r>
            <a:endParaRPr lang="en-US" altLang="ko-KR" sz="2000" dirty="0"/>
          </a:p>
          <a:p>
            <a:r>
              <a:rPr lang="en-US" altLang="ko-KR" sz="2000" dirty="0"/>
              <a:t>2</a:t>
            </a:r>
            <a:r>
              <a:rPr lang="ko-KR" altLang="en-US" sz="2000" dirty="0"/>
              <a:t>핀 케이블을 </a:t>
            </a:r>
            <a:r>
              <a:rPr lang="en-US" altLang="ko-KR" sz="2000" dirty="0"/>
              <a:t>CON301</a:t>
            </a:r>
            <a:r>
              <a:rPr lang="ko-KR" altLang="en-US" sz="2000" dirty="0"/>
              <a:t>에 접속하여 </a:t>
            </a:r>
            <a:r>
              <a:rPr lang="en-US" altLang="ko-KR" sz="2000" dirty="0"/>
              <a:t>2</a:t>
            </a:r>
            <a:r>
              <a:rPr lang="ko-KR" altLang="en-US" sz="2000" dirty="0"/>
              <a:t>개의 </a:t>
            </a:r>
            <a:r>
              <a:rPr lang="en-US" altLang="ko-KR" sz="2000" dirty="0"/>
              <a:t>CX_CAN</a:t>
            </a:r>
            <a:r>
              <a:rPr lang="ko-KR" altLang="en-US" sz="2000" dirty="0"/>
              <a:t>을 서로 연결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8</a:t>
            </a:r>
            <a:r>
              <a:rPr lang="ko-KR" altLang="en-US" sz="2000" dirty="0"/>
              <a:t>핀 케이블을 이용</a:t>
            </a:r>
            <a:r>
              <a:rPr lang="en-US" altLang="ko-KR" sz="2000" dirty="0"/>
              <a:t>, Mango-M32F2(CON7)</a:t>
            </a:r>
            <a:r>
              <a:rPr lang="ko-KR" altLang="en-US" sz="2000" dirty="0"/>
              <a:t>와 </a:t>
            </a:r>
            <a:r>
              <a:rPr lang="en-US" altLang="ko-KR" sz="2000" dirty="0"/>
              <a:t>CX_CAN(CON31)</a:t>
            </a:r>
            <a:r>
              <a:rPr lang="ko-KR" altLang="en-US" sz="2000" dirty="0"/>
              <a:t> 연결</a:t>
            </a:r>
            <a:r>
              <a:rPr lang="en-US" altLang="ko-KR" sz="2000" dirty="0"/>
              <a:t>.</a:t>
            </a:r>
          </a:p>
          <a:p>
            <a:endParaRPr lang="ko-KR" altLang="en-US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C839E89-F23F-2FE8-6E33-4F76FA37F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814" y="2554138"/>
            <a:ext cx="7317060" cy="406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554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D909B-859D-CABA-E0F2-551232F58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B6A9B-E11C-BE3B-0E7B-4E4CD96BE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CAN </a:t>
            </a:r>
            <a:r>
              <a:rPr lang="ko-KR" altLang="en-US" dirty="0"/>
              <a:t>테스트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2131EAF-AA14-2A76-FA73-626678F6A7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7EEDA2F-F3C1-4EA9-BCEE-500E370C501D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BA54051-ABD3-CA14-8119-DE142C15E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980728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CAN TX – KEY1 / KEY2</a:t>
            </a:r>
            <a:r>
              <a:rPr lang="ko-KR" altLang="en-US" sz="2000" dirty="0"/>
              <a:t>를 누를 때 </a:t>
            </a:r>
            <a:r>
              <a:rPr lang="en-US" altLang="ko-KR" sz="2000" dirty="0"/>
              <a:t>CAN </a:t>
            </a:r>
            <a:r>
              <a:rPr lang="ko-KR" altLang="en-US" sz="2000" dirty="0"/>
              <a:t>메시지 전송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CAN RX – CAN </a:t>
            </a:r>
            <a:r>
              <a:rPr lang="ko-KR" altLang="en-US" sz="2000" dirty="0"/>
              <a:t>메시지 수신 시 </a:t>
            </a:r>
            <a:r>
              <a:rPr lang="en-US" altLang="ko-KR" sz="2000" dirty="0"/>
              <a:t>LED1 / LED2 / LED3 </a:t>
            </a:r>
            <a:r>
              <a:rPr lang="ko-KR" altLang="en-US" sz="2000" dirty="0" err="1"/>
              <a:t>토글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TX / RX </a:t>
            </a:r>
            <a:r>
              <a:rPr lang="ko-KR" altLang="en-US" sz="2000" dirty="0"/>
              <a:t>메시지를 시리얼 터미널에 디스플레이</a:t>
            </a:r>
            <a:r>
              <a:rPr lang="en-US" altLang="ko-KR" sz="2000" dirty="0"/>
              <a:t>.</a:t>
            </a:r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88935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9FFB6-77D7-7AC8-550A-B131B49B2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34E4E7-34B0-B8BA-B378-088F28D9F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CAN TX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C7A908C-838C-8F80-EDFC-5C64EA1C9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7EEDA2F-F3C1-4EA9-BCEE-500E370C501D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DEC6A1F-11B7-A33F-2556-26AF3B25C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400" dirty="0"/>
              <a:t>송신 메시지의 </a:t>
            </a:r>
            <a:r>
              <a:rPr lang="en-US" altLang="ko-KR" sz="1400" dirty="0"/>
              <a:t>ID</a:t>
            </a:r>
            <a:r>
              <a:rPr lang="ko-KR" altLang="en-US" sz="1400" dirty="0"/>
              <a:t>를 </a:t>
            </a:r>
            <a:r>
              <a:rPr lang="en-US" altLang="ko-KR" sz="1400" dirty="0"/>
              <a:t>0x446</a:t>
            </a:r>
            <a:r>
              <a:rPr lang="ko-KR" altLang="en-US" sz="1400" dirty="0"/>
              <a:t>으로 설정</a:t>
            </a:r>
            <a:b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9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altLang="ko-KR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30B802E-FF18-7CF2-8AD3-FE5D60F9F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420888"/>
            <a:ext cx="6057900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05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CAN TX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7EEDA2F-F3C1-4EA9-BCEE-500E370C501D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BD6B0D5-C8B7-784E-B789-7299B2F86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400" dirty="0"/>
              <a:t>KEY1 / KEY2</a:t>
            </a:r>
            <a:r>
              <a:rPr lang="ko-KR" altLang="en-US" sz="1400" dirty="0"/>
              <a:t>가 눌리면 </a:t>
            </a:r>
            <a:r>
              <a:rPr lang="en-US" altLang="ko-KR" sz="1400" dirty="0"/>
              <a:t>CAN </a:t>
            </a:r>
            <a:r>
              <a:rPr lang="ko-KR" altLang="en-US" sz="1400" dirty="0"/>
              <a:t>메시지를 송신</a:t>
            </a:r>
            <a:r>
              <a:rPr lang="en-US" altLang="ko-KR" sz="1400" dirty="0"/>
              <a:t>.</a:t>
            </a:r>
            <a:b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9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altLang="ko-KR" sz="2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44B237C-181C-0B87-1C32-4B49EF264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970729"/>
            <a:ext cx="6791325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501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F96AC-812E-2E14-0DB7-DEF2E2743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91AB5C-9E61-1219-5646-8510D8908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CAN RX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D08CFDC-BF38-AAE4-EFD6-051BD49B25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7EEDA2F-F3C1-4EA9-BCEE-500E370C501D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1E2CB9C-123B-6C7D-E210-8DA28E7F8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400" dirty="0"/>
              <a:t>수신 메시지 </a:t>
            </a:r>
            <a:r>
              <a:rPr lang="en-US" altLang="ko-KR" sz="1400" dirty="0"/>
              <a:t>ID</a:t>
            </a:r>
            <a:r>
              <a:rPr lang="ko-KR" altLang="en-US" sz="1400" dirty="0"/>
              <a:t>를 </a:t>
            </a:r>
            <a:r>
              <a:rPr lang="en-US" altLang="ko-KR" sz="1400" dirty="0"/>
              <a:t>0x446</a:t>
            </a:r>
            <a:r>
              <a:rPr lang="ko-KR" altLang="en-US" sz="1400" dirty="0"/>
              <a:t>으로 필터 설정</a:t>
            </a:r>
            <a:r>
              <a:rPr lang="en-US" altLang="ko-KR" sz="1400" dirty="0"/>
              <a:t>.</a:t>
            </a:r>
            <a:endParaRPr lang="en-US" altLang="ko-KR" sz="9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altLang="ko-KR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AF1B2A3-EECB-5EDA-D612-9ECFCF11C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2132856"/>
            <a:ext cx="8772525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333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EC97C-094F-1E33-DBEA-15F1428BE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4E3E13-DA63-EB12-06FF-F8FCA611F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CAN RX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AACBBD3-159E-3644-3FFD-50E8E9375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7EEDA2F-F3C1-4EA9-BCEE-500E370C501D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7E99B05-3924-92F6-AC31-FCCE54634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400" dirty="0"/>
              <a:t>RX callback</a:t>
            </a:r>
            <a:r>
              <a:rPr lang="ko-KR" altLang="en-US" sz="1400" dirty="0"/>
              <a:t>을 활성화 하고 </a:t>
            </a:r>
            <a:r>
              <a:rPr lang="en-US" altLang="ko-KR" sz="1400" dirty="0"/>
              <a:t>callback </a:t>
            </a:r>
            <a:r>
              <a:rPr lang="ko-KR" altLang="en-US" sz="1400" dirty="0"/>
              <a:t>함수에서 메시지를 수신</a:t>
            </a:r>
            <a:r>
              <a:rPr lang="en-US" altLang="ko-KR" sz="1400" dirty="0"/>
              <a:t>.</a:t>
            </a:r>
            <a:endParaRPr lang="en-US" altLang="ko-KR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FFF864B-48EB-23AE-695C-5B592899B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772816"/>
            <a:ext cx="5934075" cy="6477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0BF5091-374B-C582-921D-2F70F3CFD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978665"/>
            <a:ext cx="5629275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008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56A6E-26C9-50ED-4E87-382C04043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CEB1FE-18DC-E619-F9C1-B54B9B58A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CAN RX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98E4F7C-898F-5E0C-FE61-073DE7A93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7EEDA2F-F3C1-4EA9-BCEE-500E370C501D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7E6FF0-E6F7-B4C9-2749-CA5080164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400" dirty="0"/>
              <a:t>Main loop</a:t>
            </a:r>
            <a:r>
              <a:rPr lang="ko-KR" altLang="en-US" sz="1400" dirty="0"/>
              <a:t>에서 수신 메시지 프린트</a:t>
            </a:r>
            <a:r>
              <a:rPr lang="en-US" altLang="ko-KR" sz="1400" dirty="0"/>
              <a:t>.</a:t>
            </a:r>
            <a:endParaRPr lang="en-US" altLang="ko-KR" sz="2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CDDF1DE-906F-4EDB-02F5-2380DE3E6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62" y="1825094"/>
            <a:ext cx="668655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33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Test </a:t>
            </a:r>
            <a:r>
              <a:rPr lang="ko-KR" altLang="en-US" dirty="0"/>
              <a:t>결과 확인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7EEDA2F-F3C1-4EA9-BCEE-500E370C501D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925FA15-C893-2C7C-358E-DB89E408D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400" dirty="0"/>
              <a:t>CAN </a:t>
            </a:r>
            <a:r>
              <a:rPr lang="ko-KR" altLang="en-US" sz="1400" dirty="0"/>
              <a:t>송신 </a:t>
            </a:r>
            <a:r>
              <a:rPr lang="en-US" altLang="ko-KR" sz="1400" dirty="0"/>
              <a:t>/ </a:t>
            </a:r>
            <a:r>
              <a:rPr lang="ko-KR" altLang="en-US" sz="1400" dirty="0"/>
              <a:t>수신 메시지 프린트 확인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48EC9AC-7A65-22CB-3E05-922409DBD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56" y="1641858"/>
            <a:ext cx="7164288" cy="443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883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488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32504</TotalTime>
  <Words>290</Words>
  <Application>Microsoft Office PowerPoint</Application>
  <PresentationFormat>화면 슬라이드 쇼(4:3)</PresentationFormat>
  <Paragraphs>54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나눔바른고딕</vt:lpstr>
      <vt:lpstr>Consolas</vt:lpstr>
      <vt:lpstr>맑은 고딕</vt:lpstr>
      <vt:lpstr>Wingdings</vt:lpstr>
      <vt:lpstr>Helvetica</vt:lpstr>
      <vt:lpstr>Arial</vt:lpstr>
      <vt:lpstr>Office 테마</vt:lpstr>
      <vt:lpstr>CAN(Controller Area Network) 테스트</vt:lpstr>
      <vt:lpstr>Mango-M32F2  CAN 테스트</vt:lpstr>
      <vt:lpstr>CAN pinmap</vt:lpstr>
      <vt:lpstr>Pinout view</vt:lpstr>
      <vt:lpstr>CAN 설정</vt:lpstr>
      <vt:lpstr>CAN 설정</vt:lpstr>
      <vt:lpstr>CAN 설정</vt:lpstr>
      <vt:lpstr>CAN 점퍼 설정</vt:lpstr>
      <vt:lpstr>CX_CAN – CAN Transceiver</vt:lpstr>
      <vt:lpstr>CAN 테스트</vt:lpstr>
      <vt:lpstr>CAN TX</vt:lpstr>
      <vt:lpstr>CAN TX</vt:lpstr>
      <vt:lpstr>CAN RX</vt:lpstr>
      <vt:lpstr>CAN RX</vt:lpstr>
      <vt:lpstr>CAN RX</vt:lpstr>
      <vt:lpstr>Test 결과 확인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msk</dc:creator>
  <cp:lastModifiedBy>홍기 최</cp:lastModifiedBy>
  <cp:revision>951</cp:revision>
  <dcterms:created xsi:type="dcterms:W3CDTF">2012-09-18T14:42:59Z</dcterms:created>
  <dcterms:modified xsi:type="dcterms:W3CDTF">2025-08-29T01:59:17Z</dcterms:modified>
</cp:coreProperties>
</file>